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5.xml" ContentType="application/vnd.openxmlformats-officedocument.presentationml.notesSlide+xml"/>
  <Override PartName="/ppt/ink/ink11.xml" ContentType="application/inkml+xml"/>
  <Override PartName="/ppt/notesSlides/notesSlide6.xml" ContentType="application/vnd.openxmlformats-officedocument.presentationml.notesSlide+xml"/>
  <Override PartName="/ppt/ink/ink12.xml" ContentType="application/inkml+xml"/>
  <Override PartName="/ppt/ink/ink13.xml" ContentType="application/inkml+xml"/>
  <Override PartName="/ppt/notesSlides/notesSlide7.xml" ContentType="application/vnd.openxmlformats-officedocument.presentationml.notesSlide+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notesSlides/notesSlide8.xml" ContentType="application/vnd.openxmlformats-officedocument.presentationml.notesSlide+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notesSlides/notesSlide9.xml" ContentType="application/vnd.openxmlformats-officedocument.presentationml.notesSlide+xml"/>
  <Override PartName="/ppt/ink/ink35.xml" ContentType="application/inkml+xml"/>
  <Override PartName="/ppt/ink/ink36.xml" ContentType="application/inkml+xml"/>
  <Override PartName="/ppt/notesSlides/notesSlide10.xml" ContentType="application/vnd.openxmlformats-officedocument.presentationml.notesSlide+xml"/>
  <Override PartName="/ppt/ink/ink37.xml" ContentType="application/inkml+xml"/>
  <Override PartName="/ppt/notesSlides/notesSlide11.xml" ContentType="application/vnd.openxmlformats-officedocument.presentationml.notesSlide+xml"/>
  <Override PartName="/ppt/ink/ink38.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39.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40.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41.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42.xml" ContentType="application/inkml+xml"/>
  <Override PartName="/ppt/ink/ink43.xml" ContentType="application/inkml+xml"/>
  <Override PartName="/ppt/notesSlides/notesSlide27.xml" ContentType="application/vnd.openxmlformats-officedocument.presentationml.notesSlide+xml"/>
  <Override PartName="/ppt/ink/ink44.xml" ContentType="application/inkml+xml"/>
  <Override PartName="/ppt/ink/ink45.xml" ContentType="application/inkml+xml"/>
  <Override PartName="/ppt/ink/ink46.xml" ContentType="application/inkml+xml"/>
  <Override PartName="/ppt/notesSlides/notesSlide28.xml" ContentType="application/vnd.openxmlformats-officedocument.presentationml.notesSlide+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422" r:id="rId2"/>
    <p:sldId id="267" r:id="rId3"/>
    <p:sldId id="455" r:id="rId4"/>
    <p:sldId id="460" r:id="rId5"/>
    <p:sldId id="423" r:id="rId6"/>
    <p:sldId id="427" r:id="rId7"/>
    <p:sldId id="428" r:id="rId8"/>
    <p:sldId id="461" r:id="rId9"/>
    <p:sldId id="429" r:id="rId10"/>
    <p:sldId id="462" r:id="rId11"/>
    <p:sldId id="430" r:id="rId12"/>
    <p:sldId id="431" r:id="rId13"/>
    <p:sldId id="432" r:id="rId14"/>
    <p:sldId id="433" r:id="rId15"/>
    <p:sldId id="434" r:id="rId16"/>
    <p:sldId id="435" r:id="rId17"/>
    <p:sldId id="463" r:id="rId18"/>
    <p:sldId id="436" r:id="rId19"/>
    <p:sldId id="437" r:id="rId20"/>
    <p:sldId id="464" r:id="rId21"/>
    <p:sldId id="438" r:id="rId22"/>
    <p:sldId id="465" r:id="rId23"/>
    <p:sldId id="439" r:id="rId24"/>
    <p:sldId id="466" r:id="rId25"/>
    <p:sldId id="440" r:id="rId26"/>
    <p:sldId id="454" r:id="rId27"/>
    <p:sldId id="441" r:id="rId28"/>
    <p:sldId id="467" r:id="rId29"/>
    <p:sldId id="442" r:id="rId30"/>
    <p:sldId id="468" r:id="rId31"/>
    <p:sldId id="443" r:id="rId32"/>
    <p:sldId id="469" r:id="rId33"/>
    <p:sldId id="445" r:id="rId34"/>
    <p:sldId id="470" r:id="rId35"/>
    <p:sldId id="446" r:id="rId36"/>
    <p:sldId id="471" r:id="rId37"/>
    <p:sldId id="447" r:id="rId38"/>
    <p:sldId id="448" r:id="rId39"/>
    <p:sldId id="449" r:id="rId40"/>
    <p:sldId id="450" r:id="rId41"/>
    <p:sldId id="472" r:id="rId42"/>
    <p:sldId id="451" r:id="rId43"/>
    <p:sldId id="473" r:id="rId44"/>
    <p:sldId id="456" r:id="rId45"/>
    <p:sldId id="457" r:id="rId46"/>
    <p:sldId id="458" r:id="rId47"/>
    <p:sldId id="474"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3864"/>
    <a:srgbClr val="3058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63" autoAdjust="0"/>
    <p:restoredTop sz="94660"/>
  </p:normalViewPr>
  <p:slideViewPr>
    <p:cSldViewPr snapToGrid="0">
      <p:cViewPr varScale="1">
        <p:scale>
          <a:sx n="84" d="100"/>
          <a:sy n="84"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8T14:14:30.30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1 182,'8'-1,"1"0,-1 0,0-1,16-5,4-1,221-36,-73 15,-1 4,28-5,-3 10,-121 11,1 5,96 5,-49 1,4287-2,-4323 4,131 23,-90-8,679 45,5-46,-751-17,-59-1,33 0,0 2,0 1,43 9,-76-11,0 1,-1 0,1 0,-1 1,7 3,-11-5,-1-1,1 0,0 1,-1-1,1 1,-1-1,1 1,-1-1,0 1,1-1,-1 1,1-1,-1 1,0 0,1-1,-1 1,0-1,0 1,0 0,1 0,-2 0,1 0,0-1,0 1,-1 0,1-1,-1 1,1 0,-1-1,1 1,-1-1,1 1,-1-1,1 1,-1-1,1 1,-1-1,0 0,1 1,-1-1,0 0,1 1,-3-1,-9 4,-1-1,1 0,-1-1,0 0,0-1,0 0,-13-2,-3 1,-719 2,-398 14,535 32,-658 139,1227-179,-6 0,1 2,1 2,0 2,-48 21,85-31,0-1,0 0,-1-1,-17 3,-15 3,-24 12,-2-3,-123 13,-525 76,671-98,-88 11,-182 4,-138-25,162-2,-1220 5,1505-1,0 0,0-1,0 1,0-1,0 0,0-1,0 1,0-1,0-1,1 1,-1-1,-5-3,9 4,0 0,0 0,0 0,0 0,0 0,0-1,1 1,-1 0,1-1,-1 0,1 1,0-1,0 0,0 0,1 1,-1-1,1 0,-1 0,1 0,0 0,0 0,0 0,1 0,-1 0,1 1,-1-1,2-4,1 0,-1 1,1-1,0 0,0 1,1 0,0-1,0 2,1-1,-1 0,1 1,0 0,1 0,-1 0,1 1,0 0,0 0,1 0,-1 1,12-4,10-4,0 3,1 0,41-5,-68 13,475-71,-270 42,623-35,7 64,-391 4,-201-2,435-8,-644 6,0-3,-1-1,1-2,56-16,-53 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4:53:59.177"/>
    </inkml:context>
    <inkml:brush xml:id="br0">
      <inkml:brushProperty name="width" value="0.05" units="cm"/>
      <inkml:brushProperty name="height" value="0.05" units="cm"/>
      <inkml:brushProperty name="color" value="#E71224"/>
    </inkml:brush>
  </inkml:definitions>
  <inkml:trace contextRef="#ctx0" brushRef="#br0">1114 0 24575,'0'3'0,"-1"0"0,0 0 0,0 0 0,0 0 0,-1 0 0,1-1 0,-1 1 0,1 0 0,-1-1 0,-3 4 0,-3 6 0,-24 42 0,-108 162 0,-160 162 0,39-13 0,144-192 0,59-86-455,3 2 0,-57 126 0,98-183-6371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4:53:59.896"/>
    </inkml:context>
    <inkml:brush xml:id="br0">
      <inkml:brushProperty name="width" value="0.05" units="cm"/>
      <inkml:brushProperty name="height" value="0.05" units="cm"/>
      <inkml:brushProperty name="color" value="#E71224"/>
    </inkml:brush>
  </inkml:definitions>
  <inkml:trace contextRef="#ctx0" brushRef="#br0">0 0 24575,'4'1'0,"0"0"0,0 0 0,0 1 0,0-1 0,-1 1 0,1 0 0,-1 0 0,1 0 0,-1 0 0,0 1 0,1-1 0,3 5 0,4 3 0,613 500 0,-560-451 0,2-3 0,3-4 0,114 68 0,-129-95 10,-41-21-239,0 2 0,-1 0 0,0 0-1,0 1 1,16 13 0,0 7-6597</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4:54:01.362"/>
    </inkml:context>
    <inkml:brush xml:id="br0">
      <inkml:brushProperty name="width" value="0.05" units="cm"/>
      <inkml:brushProperty name="height" value="0.05" units="cm"/>
      <inkml:brushProperty name="color" value="#E71224"/>
    </inkml:brush>
  </inkml:definitions>
  <inkml:trace contextRef="#ctx0" brushRef="#br0">1 0 24575,'1'4'0,"-1"-1"0,2 1 0,-1-1 0,0 1 0,1-1 0,-1 0 0,1 0 0,0 0 0,3 5 0,3 4 0,205 417 0,-135-262 0,-35-83 0,31 70 0,-68-137 0,0 1 0,-1 0 0,-1 1 0,0-1 0,-2 0 0,0 1 0,-1 20 0,-1-28 0,-2 34 0,2-1 0,6 46 0,6 1-94,-1-1-542,32 127 1,-33-187-6191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4:54:02.380"/>
    </inkml:context>
    <inkml:brush xml:id="br0">
      <inkml:brushProperty name="width" value="0.05" units="cm"/>
      <inkml:brushProperty name="height" value="0.05" units="cm"/>
      <inkml:brushProperty name="color" value="#E71224"/>
    </inkml:brush>
  </inkml:definitions>
  <inkml:trace contextRef="#ctx0" brushRef="#br0">1 330 24575,'198'1'0,"322"-5"0,-1-44 0,-460 39 0,349-65 0,-305 50 0,190-70 0,-261 81-682,49-29-1,-46 19-6143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4:54:03.050"/>
    </inkml:context>
    <inkml:brush xml:id="br0">
      <inkml:brushProperty name="width" value="0.05" units="cm"/>
      <inkml:brushProperty name="height" value="0.05" units="cm"/>
      <inkml:brushProperty name="color" value="#E71224"/>
    </inkml:brush>
  </inkml:definitions>
  <inkml:trace contextRef="#ctx0" brushRef="#br0">1213 0 24575,'-3'3'0,"-1"0"0,0 0 0,1 0 0,0 0 0,0 0 0,0 1 0,0 0 0,0-1 0,1 1 0,0 0 0,-3 6 0,-3 4 0,-107 152 0,26-41 0,-89 129 0,-34 54 0,100-142-455,-7-5 0,-182 189 0,260-308-6371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4:54:03.557"/>
    </inkml:context>
    <inkml:brush xml:id="br0">
      <inkml:brushProperty name="width" value="0.05" units="cm"/>
      <inkml:brushProperty name="height" value="0.05" units="cm"/>
      <inkml:brushProperty name="color" value="#E71224"/>
    </inkml:brush>
  </inkml:definitions>
  <inkml:trace contextRef="#ctx0" brushRef="#br0">1 1 24575,'39'34'0,"55"47"0,52 30 0,30 28 0,42 23 0,23 11-2801,0-3 2801,-2-4 0,-19-17-424,-40-30 424,-36-26 0,-31-25 0,-38-33 0,-36-26 0,-25-15-4966</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4:54:04.146"/>
    </inkml:context>
    <inkml:brush xml:id="br0">
      <inkml:brushProperty name="width" value="0.05" units="cm"/>
      <inkml:brushProperty name="height" value="0.05" units="cm"/>
      <inkml:brushProperty name="color" value="#E71224"/>
    </inkml:brush>
  </inkml:definitions>
  <inkml:trace contextRef="#ctx0" brushRef="#br0">0 0 24575,'9'4'0,"15"19"0,18 32 0,22 27 0,22 31 0,10 26 0,14 28 0,1 16 0,-9-6 0,-9-15 0,-17-23 0,-11-14 0,-14-18 0,-10-16 0,-13-22-8191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4:54:04.880"/>
    </inkml:context>
    <inkml:brush xml:id="br0">
      <inkml:brushProperty name="width" value="0.05" units="cm"/>
      <inkml:brushProperty name="height" value="0.05" units="cm"/>
      <inkml:brushProperty name="color" value="#E71224"/>
    </inkml:brush>
  </inkml:definitions>
  <inkml:trace contextRef="#ctx0" brushRef="#br0">0 497 24575,'4'0'0,"6"0"0,19 0 0,25-12 0,39-6 0,29-2 0,32-17 0,39-18 0,15-13 0,12-4 0,-14 7 0,-25 5 0,-30 8 0,-41 14-8191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5:00:52.170"/>
    </inkml:context>
    <inkml:brush xml:id="br0">
      <inkml:brushProperty name="width" value="0.05" units="cm"/>
      <inkml:brushProperty name="height" value="0.05" units="cm"/>
      <inkml:brushProperty name="color" value="#E71224"/>
    </inkml:brush>
  </inkml:definitions>
  <inkml:trace contextRef="#ctx0" brushRef="#br0">282 362 24575,'-2'32'0,"-2"0"0,-1 0 0,-2-1 0,-1 0 0,-14 34 0,-16 74 0,1 112 0,11-104 0,2-15 0,14-65 0,-9 99 0,16-137 0,-2-1 0,0 1 0,-2-1 0,-12 31 0,9-31 0,2 0 0,1 1 0,1 0 0,-3 36 0,9 347 0,2-190 0,-2 717 0,2-913 0,2 0 0,0 0 0,2-1 0,1 1 0,15 37 0,3 10 0,-10-9 0,10 78 0,-7-33 0,28 67 0,8 143 0,-46-279 0,2 0 0,1-1 0,2 0 0,32 64 0,-16-37 0,2 25 0,-25-69 0,1-1 0,1 0 0,1 0 0,1 0 0,21 31 0,-23-40 0,1-1 0,1-1 0,0 1 0,0-2 0,1 1 0,1-2 0,-1 1 0,26 12 0,-13-10 0,1-1 0,0-1 0,51 11 0,-16-4 0,64 26 0,-38-11 0,99 39 0,-93-33 0,117 30 0,-172-58 0,204 46 0,-153-35 0,-45-9 0,0-2 0,72 5 0,68-13 0,-1-8 0,273-46 0,-318 23 0,-90 17 0,88-10 0,298 19 0,-406 5 0,355 30 0,2 26 0,-232-33 0,664 100 0,-61-17 0,-200-64 0,-421-31 0,178 37 0,-185-26 0,811 127 0,-660-107 0,2-13 0,507-9 0,-780-21 0,0-1 0,0 0 0,0-1 0,0 0 0,0 0 0,-1 0 0,1-1 0,-1 0 0,0 0 0,1 0 0,10-9 0,1-4 0,0 0 0,18-21 0,-14 14 0,-5 3 0,-1-1 0,-1-1 0,23-42 0,-6 10 0,0-2 0,-2-1 0,-3-2 0,33-101 0,-28 50 0,20-137 0,-19-63 0,-3 25 0,-20 225 0,37-267 0,-26-3 0,-14 182 0,35-201 0,4-45 0,-42-444 0,-20 584 0,8 201 0,-1 1 0,-30-91 0,-48-84 0,64 175 0,-3 2 0,-41-61 0,47 78 0,2-1 0,-28-71 0,33 71 0,-1 2 0,-2 0 0,-35-54 0,-106-127 0,103 151 0,31 35 0,-42-58 0,44 50 0,-1 2 0,-45-51 0,57 73 0,0 1 0,-1 0 0,0 1 0,-1 0 0,0 1 0,0 0 0,-1 1 0,0 1 0,0 0 0,-25-8 0,-34-1 0,0 2 0,-107-3 0,-2-1 0,-175-34 0,-94-12 0,-7 31 0,293 31 0,-223 26 0,60 27 0,123-16 0,-244 10 0,-102-46 0,45-1 0,430 5 0,-139 26 0,-68 38 0,-35 5 0,-207 14 0,165-29 0,-44 2 0,-362 75 0,614-99 0,-108 28 0,230-57 0,1-1 0,-1-1 0,-38 1 0,-89-6 0,86-2 0,6 3 0,-86-4 0,142 2 0,1 0 0,-1-1 0,0 0 0,1 0 0,-1 0 0,1-1 0,0 0 0,0 0 0,0-1 0,0 0 0,1 0 0,-1-1 0,-9-9 0,-2-4 0,2-1 0,-28-41 0,4 5 0,11 19 40,-2 2 0,-38-34 0,56 56-189,0 2 1,0 0-1,-1 0 1,-1 1-1,1 1 1,-1 1-1,-1 0 1,0 1-1,-17-5 1,1 5-6678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4:57:53.987"/>
    </inkml:context>
    <inkml:brush xml:id="br0">
      <inkml:brushProperty name="width" value="0.05" units="cm"/>
      <inkml:brushProperty name="height" value="0.05" units="cm"/>
      <inkml:brushProperty name="color" value="#E71224"/>
    </inkml:brush>
  </inkml:definitions>
  <inkml:trace contextRef="#ctx0" brushRef="#br0">915 638 24575,'5'-5'0,"2"0"0,-1 1 0,0 0 0,1 0 0,0 0 0,0 1 0,0 0 0,0 0 0,0 0 0,16-2 0,5 1 0,48-1 0,-27 2 0,824-125 0,-761 107 0,297-45 0,-301 50 0,33 1 0,276 8 0,-256 10 0,1237-3 0,-1095-13 0,0 0 0,-221 9 0,-1-5 0,126-28 0,15-3 0,14-9 0,-6 2 0,-90 32 0,52-8 0,-164 18 0,305-48 0,6 28 0,687 28 0,-920-1 0,201 28 0,-243-18 0,-1 2 0,-1 3 0,0 3 0,87 42 0,-62-20 0,750 378 0,-605-297 0,283 158 0,435 343 0,-910-594 0,-1 2 0,-2 1 0,45 52 0,-65-65 0,-1 1 0,-1 0 0,-1 2 0,-2-1 0,0 2 0,-1-1 0,-1 2 0,8 28 0,1 25 0,-3 0 0,-3 1 0,-4 0 0,-1 101 0,-9-161 0,0 0 0,-1 0 0,-1 0 0,-1-1 0,0 1 0,-2-1 0,0 0 0,-1-1 0,0 1 0,-2-1 0,0-1 0,-1 1 0,0-2 0,-1 1 0,-1-2 0,-1 1 0,-19 16 0,-53 40 0,-133 86 0,177-130 0,-57 36 0,-204 95 0,-126 9 0,-40 3 0,-191 63 0,432-173 0,-254 34 0,58-56 9,-5-35-66,259-4-78,60 1-215,-631-6-246,-2-31 290,-478-115-1033,8-64 501,426 96 838,287 51 0,119 11 0,-311-52 0,334 62 172,172 26 142,-207-52-1,361 66 92,-1-2 1,1-1 0,1-1-1,-35-21 1,46 22-308,0-2 0,1 0 0,1-1 0,0-1 1,1-1-1,0 0 0,-12-18 0,-76-122-98,69 98 0,-46-56 0,60 89 0,2 0 0,2-1 0,0-1 0,1-1 0,2 0 0,-17-48 0,-5-38 0,6-1 0,4-1 0,6-1 0,5-1 0,5-1 0,9-212 0,5 284 0,3 0 0,2 1 0,1 0 0,24-60 0,86-166 0,-93 216 0,45-80 0,-60 116 0,1 1 0,1 1 0,1 0 0,29-27 0,-32 35 0,0 0 0,1 1 0,0 1 0,0 0 0,1 1 0,0 0 0,1 1 0,-1 1 0,1 0 0,0 1 0,0 1 0,24-2 0,470-56 0,-326 58 0,-158 5 0,1 1 0,-1 0 0,0 2 0,0 2 0,26 9 0,-12 0-455,-1 1 0,42 25 0,-49-23-6371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8T14:24:10.79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0,'1197'0,"-1164"2,53 9,-50-5,41 1,-55-7,47 2,74 11,-55-4,0-4,95-7,-50 0,301 2,-410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8T14:24:13.66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28,'3'-3,"0"1,0 0,0 0,0 0,1 0,-1 1,0 0,1-1,-1 1,1 0,6 0,43-4,-38 5,440-3,-235 5,1022-2,-1218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4:28:22.253"/>
    </inkml:context>
    <inkml:brush xml:id="br0">
      <inkml:brushProperty name="width" value="0.05" units="cm"/>
      <inkml:brushProperty name="height" value="0.05" units="cm"/>
      <inkml:brushProperty name="color" value="#E71224"/>
    </inkml:brush>
  </inkml:definitions>
  <inkml:trace contextRef="#ctx0" brushRef="#br0">1611 179 24575,'4'-3'0,"1"0"0,0 0 0,0 1 0,1 0 0,-1-1 0,0 2 0,1-1 0,-1 1 0,1 0 0,-1 0 0,1 0 0,0 1 0,-1 0 0,10 1 0,1-2 0,195-4 0,187-13 0,378-12 0,-164 30 0,-435-13 0,2-1 0,-145 14 0,70 1 0,126-16 0,-135 5 0,-49 6 0,63-13 0,-54 6 0,-1 2 0,1 3 0,102 1 0,-76 6 0,297 15 0,112-4 0,-307-14 0,-176 2 0,40-1 0,0 2 0,0 2 0,64 13 0,-57-5 0,1-2 0,66 1 0,111-8 0,-123-3 0,-76 3 0,54 9 0,-7 0 0,-49-7 0,-1 2 0,36 11 0,-40-10 0,1 0 0,0-2 0,36 3 0,122-9 0,36 1 0,-216 1 0,0-1 0,0 1 0,0-1 0,-1 2 0,1-1 0,0 0 0,-1 1 0,1 0 0,-1 0 0,1 0 0,-1 0 0,0 1 0,0 0 0,0 0 0,0 0 0,0 0 0,-1 1 0,0-1 0,1 1 0,-1 0 0,-1 0 0,1 0 0,0 0 0,-1 1 0,0-1 0,0 0 0,0 1 0,1 8 0,2 10 0,-2 0 0,0 0 0,-2 0 0,-2 45 0,0-11 0,12 116 0,1 38 0,-12-209 0,-1 14 0,1-1 0,1 1 0,0 0 0,1 0 0,1-1 0,0 1 0,7 18 0,-2-11 0,-1 1 0,-1 0 0,-2 0 0,0 0 0,0 35 0,7 42 0,1 47 0,3 211 0,-8-115 0,-3-45 0,2-145 0,14 68 0,-5-70 0,-11-39 0,0 0 0,-1 0 0,0 0 0,1 20 0,-4-28 0,0 0 0,-1 0 0,0-1 0,1 1 0,-1 0 0,-1 0 0,1-1 0,-1 1 0,0-1 0,0 1 0,0-1 0,0 0 0,-1 1 0,0-1 0,0-1 0,-5 7 0,-4 0 0,0-1 0,-1 0 0,0-1 0,0 0 0,-1-1 0,0-1 0,0 0 0,-17 4 0,-13 8 0,-259 102 0,233-97 0,-1-2 0,-104 15 0,110-26 0,-131 18 0,-230 4 0,147-32 0,-169 2 0,4 30 0,-236 78 0,304-46 0,-171 39 0,454-88 0,75-13 0,1 0 0,-1 1 0,0 0 0,1 2 0,-1 0 0,1 1 0,-25 13 0,23-8 0,0 0 0,-1-2 0,0 0 0,0-2 0,-1 0 0,0-1 0,-38 5 0,-188 19 0,142-14 0,-113 3 0,182-18 0,-159 0 0,150-4 0,0-1 0,-58-13 0,82 11 0,0-1 0,1-1 0,-31-17 0,-37-14 0,-52-5 0,-240-42 0,182 45 0,176 36 0,-1095-268-616,1066 257 706,-63-28 0,97 36-49,0-1 1,1 0 0,0-1 0,0-1-1,1 0 1,1-1 0,-15-16 0,24 23-34,1-1 1,0 0-1,0 0 1,1 0 0,0 0-1,0-1 1,0 1-1,1-1 1,0 0 0,0 1-1,1-1 1,-1-14-1,0-5-13,2-1-1,4-30 1,0-2 12,-3 0-7,3 0 0,2 0 0,2 0 0,3 1 0,22-64 0,46-75 0,-13 38 0,-34 74 0,5-9 0,-4-2 0,24-115 0,-14 52 0,-8 38 0,-5 19 0,5-22 0,-24 80 0,24-64 0,7-23 0,-38 114 0,1 0 0,1 0 0,0 0 0,1 1 0,1 0 0,0 0 0,13-17 0,17-29 0,-27 44 0,-1 0 0,22-24 0,-27 36 0,1 0 0,0 0 0,0 1 0,0 0 0,1 0 0,0 0 0,0 1 0,0 0 0,1 1 0,7-3 0,4 1 0,0 1 0,0 0 0,1 2 0,-1 0 0,37 3 0,-25-1 0,35-4 0,127-27 0,-140 24 0,0 2 0,0 3 0,62 5 0,-12-1 0,-41 1-264,0 4 0,69 15 0,-110-18-309,12 2-6253</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4:28:24.147"/>
    </inkml:context>
    <inkml:brush xml:id="br0">
      <inkml:brushProperty name="width" value="0.05" units="cm"/>
      <inkml:brushProperty name="height" value="0.05" units="cm"/>
      <inkml:brushProperty name="color" value="#E71224"/>
    </inkml:brush>
  </inkml:definitions>
  <inkml:trace contextRef="#ctx0" brushRef="#br0">405 0 24575,'-9'8'0,"-1"0"0,1-1 0,-12 7 0,-23 17 0,20-10 0,1 2 0,1 0 0,1 2 0,1 0 0,1 1 0,1 1 0,1 1 0,2 0 0,1 1 0,1 1 0,2 0 0,1 0 0,-11 51 0,1 32 0,5-45 0,3 2 0,4 0 0,0 123 0,10-155 0,2-1 0,1 0 0,18 63 0,-17-81 0,1 0 0,1-1 0,1 0 0,0 0 0,1-1 0,1-1 0,1 1 0,24 25 0,172 152 0,-204-191 0,4 4 0,1-1 0,0 0 0,0-1 0,0 0 0,1 0 0,-1-1 0,1 0 0,0-1 0,0 0 0,1 0 0,18 1 0,8-1 0,1-1 0,37-5 0,-14 1 0,61 2 0,-26 1 0,0-4 0,106-17 0,-182 15 0,0-1 0,0-1 0,0 0 0,-1-2 0,25-15 0,-17 9 0,46-17 0,-18 17 0,1 2 0,0 2 0,63-3 0,-1-1-1365,-91 10-5461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4:28:25.297"/>
    </inkml:context>
    <inkml:brush xml:id="br0">
      <inkml:brushProperty name="width" value="0.05" units="cm"/>
      <inkml:brushProperty name="height" value="0.05" units="cm"/>
      <inkml:brushProperty name="color" value="#E71224"/>
    </inkml:brush>
  </inkml:definitions>
  <inkml:trace contextRef="#ctx0" brushRef="#br0">1 0 24575,'15'1'0,"1"1"0,-1 0 0,1 0 0,-1 2 0,0 0 0,18 8 0,86 43 0,-71-31 0,61 22 0,-59-26 0,64 35 0,-112-54 0,0 1 0,1-1 0,-1 0 0,0 1 0,0-1 0,0 1 0,-1 0 0,1 0 0,0 0 0,-1 0 0,1 0 0,-1 0 0,0 0 0,1 0 0,-1 1 0,0-1 0,0 0 0,-1 1 0,1-1 0,0 4 0,-1-3 0,0 1 0,0 0 0,0-1 0,-1 1 0,0 0 0,0-1 0,0 1 0,0-1 0,0 1 0,-1-1 0,1 1 0,-4 3 0,-3 5 0,0 0 0,-1-1 0,-1-1 0,0 1 0,0-2 0,-13 10 0,-29 19 0,23-18 0,-42 40 0,-35 51-1365,86-88-5461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4:28:25.998"/>
    </inkml:context>
    <inkml:brush xml:id="br0">
      <inkml:brushProperty name="width" value="0.05" units="cm"/>
      <inkml:brushProperty name="height" value="0.05" units="cm"/>
      <inkml:brushProperty name="color" value="#E71224"/>
    </inkml:brush>
  </inkml:definitions>
  <inkml:trace contextRef="#ctx0" brushRef="#br0">0 1 24575,'1'14'0,"1"0"0,0 0 0,1 0 0,1 0 0,0 0 0,11 24 0,0 3 0,58 166 0,149 481 0,-200-616 0,-12-41 0,-2 1 0,6 39 0,-14-50 110,0-20-151,0-1 0,0 1 0,0-1 0,0 0 0,0 1 0,-1-1 0,1 1 0,0-1 0,0 0 0,0 1 0,-1-1 0,1 1 0,0-1 0,-1 0 0,1 1 0,0-1 0,-1 0 0,1 0 0,0 1 0,-1-1 0,1 0 1,-1 0-1,1 0 0,0 1 0,-1-1 0,1 0 0,-1 0 0,1 0 0,-1 0 0,1 0 0,-1 0 0,1 0 0,0 0 0,-1 0 0,0 0 0,-14-5-6785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4:28:28.508"/>
    </inkml:context>
    <inkml:brush xml:id="br0">
      <inkml:brushProperty name="width" value="0.05" units="cm"/>
      <inkml:brushProperty name="height" value="0.05" units="cm"/>
      <inkml:brushProperty name="color" value="#E71224"/>
    </inkml:brush>
  </inkml:definitions>
  <inkml:trace contextRef="#ctx0" brushRef="#br0">0 169 24575,'3'-2'0,"-1"0"0,1 0 0,-1 0 0,1 1 0,0 0 0,0-1 0,0 1 0,0 0 0,0 0 0,0 0 0,0 1 0,0-1 0,0 1 0,0 0 0,0 0 0,0 0 0,5 1 0,4 0 0,-1 1 0,1 0 0,14 6 0,-4 0 0,-1 1 0,-1 1 0,0 1 0,32 23 0,72 64 0,-50-37 0,-44-36 0,-1 0 0,-1 2 0,-1 1 0,-2 2 0,0 0 0,-3 1 0,0 1 0,24 51 0,-44-77 0,-9-17 0,-11-22 0,-26-121 0,34 112 0,-4-15 0,3 0 0,2 0 0,2-1 0,3 0 0,6-94 0,-2 150 0,0 1 0,0-1 0,0 1 0,1-1 0,-1 1 0,0 0 0,1-1 0,-1 1 0,1-1 0,0 1 0,-1 0 0,1 0 0,0-1 0,0 1 0,0 0 0,-1 0 0,1 0 0,1 0 0,-1 0 0,0 0 0,0 0 0,0 0 0,0 1 0,1-1 0,-1 0 0,0 1 0,1-1 0,-1 1 0,0-1 0,1 1 0,-1-1 0,1 1 0,-1 0 0,1 0 0,-1 0 0,0 0 0,1 0 0,-1 0 0,1 0 0,-1 1 0,1-1 0,-1 0 0,0 1 0,3 0 0,5 2 0,-1 0 0,1 0 0,0 1 0,-1 0 0,13 9 0,-2 1 0,-1 0 0,-1 1 0,0 1 0,-1 1 0,-1 0 0,0 1 0,-1 0 0,14 26 0,-8-6 0,-1 0 0,-2 2 0,18 63 0,-25-69 0,-2-6 0,14 35 0,-9-29 0,-1 1 0,8 46 0,6 20 0,0-4 0,-17-61 0,1 0 0,18 41 0,-11-38-1365,1-2-5461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4:28:30.122"/>
    </inkml:context>
    <inkml:brush xml:id="br0">
      <inkml:brushProperty name="width" value="0.05" units="cm"/>
      <inkml:brushProperty name="height" value="0.05" units="cm"/>
      <inkml:brushProperty name="color" value="#E71224"/>
    </inkml:brush>
  </inkml:definitions>
  <inkml:trace contextRef="#ctx0" brushRef="#br0">204 886 24575,'8'-32'0,"0"9"0,-1-33 0,-1 0 0,-4 0 0,-7-103 0,1 114 0,-2 0 0,-2 0 0,-21-71 0,20 90 0,-1 0 0,-2 1 0,0 0 0,-2 1 0,0 0 0,-2 1 0,-20-24 0,33 43 0,-1 0 0,0 0 0,0 1 0,0-1 0,0 1 0,-9-5 0,12 7 0,0 1 0,1 0 0,-1 0 0,0-1 0,1 1 0,-1 0 0,0 0 0,1 0 0,-1 0 0,0 0 0,1 0 0,-1 0 0,0 0 0,1 0 0,-1 0 0,0 0 0,1 0 0,-1 0 0,0 0 0,1 1 0,-1-1 0,1 0 0,-2 1 0,2 0 0,-1 0 0,0 0 0,0 0 0,1 0 0,-1 0 0,1 0 0,-1 0 0,1 1 0,-1-1 0,1 0 0,0 0 0,-1 1 0,1-1 0,0 0 0,0 0 0,0 1 0,0 1 0,1 10 0,0 0 0,1 0 0,1 0 0,0 0 0,0-1 0,8 18 0,37 72 0,-35-78 0,97 169 0,-96-173 0,1 0 0,0-1 0,2-1 0,0 0 0,0-1 0,41 28 0,164 85 0,-150-91 0,-68-37 0,57 30 0,-55-30 0,0 1 0,0-1 0,0 0 0,1 0 0,-1-1 0,0 0 0,1 0 0,7-1 0,-3-4-1365,-8-5-5461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4:28:32.313"/>
    </inkml:context>
    <inkml:brush xml:id="br0">
      <inkml:brushProperty name="width" value="0.05" units="cm"/>
      <inkml:brushProperty name="height" value="0.05" units="cm"/>
      <inkml:brushProperty name="color" value="#E71224"/>
    </inkml:brush>
  </inkml:definitions>
  <inkml:trace contextRef="#ctx0" brushRef="#br0">23 1 24575,'0'6'0,"0"28"0,5 37 0,-3-58 0,0-1 0,1 1 0,0-1 0,1 0 0,0 0 0,1-1 0,8 14 0,-8-16 0,1-1 0,0-1 0,0 1 0,1-1 0,0 0 0,0 0 0,1-1 0,9 6 0,-15-10 0,1-1 0,-1 0 0,1 1 0,0-1 0,-1 0 0,1 0 0,0 0 0,0-1 0,0 1 0,0-1 0,-1 0 0,1 1 0,5-2 0,-6 1 0,0-1 0,0 1 0,0-1 0,0 0 0,0 0 0,0 0 0,-1 0 0,1 0 0,0 0 0,0-1 0,-1 1 0,1 0 0,-1-1 0,1 1 0,-1-1 0,0 0 0,0 0 0,1 1 0,-1-1 0,0 0 0,0-2 0,1-1 0,1 1 0,-2-1 0,1 0 0,0 1 0,-1-1 0,0 0 0,0 0 0,-1 0 0,1 0 0,-1 0 0,0 0 0,-1-1 0,1 1 0,-1 0 0,0 0 0,0 1 0,0-1 0,-1 0 0,0 0 0,0 1 0,-2-6 0,0 5 0,1 1 0,-1-1 0,1 0 0,-1 1 0,0 0 0,-1 0 0,1 0 0,-1 1 0,1 0 0,-1 0 0,0 0 0,-1 0 0,1 1 0,0-1 0,-1 1 0,1 1 0,-1-1 0,-6 0 0,-78-6-1365,66 4-5461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14:28:34.596"/>
    </inkml:context>
    <inkml:brush xml:id="br0">
      <inkml:brushProperty name="width" value="0.05" units="cm"/>
      <inkml:brushProperty name="height" value="0.05" units="cm"/>
      <inkml:brushProperty name="color" value="#E71224"/>
    </inkml:brush>
  </inkml:definitions>
  <inkml:trace contextRef="#ctx0" brushRef="#br0">305 1 24575,'8'3'0,"-1"0"0,1 1 0,-1 0 0,0 0 0,0 1 0,-1 0 0,1 0 0,-1 1 0,9 9 0,4 7 0,20 33 0,-37-53 0,32 54 0,-3 1 0,46 116 0,-7-11 0,318 633 0,-376-772 0,13 31 0,-24-50 0,1-1 0,-1 1 0,0-1 0,-1 1 0,1-1 0,0 1 0,-1 0 0,0-1 0,0 1 0,0 0 0,-1 7 0,0-11 0,1 1 0,0 0 0,-1-1 0,1 1 0,0-1 0,-1 1 0,1-1 0,-1 1 0,1-1 0,-1 1 0,1-1 0,-1 1 0,1-1 0,-1 1 0,1-1 0,-1 0 0,0 1 0,1-1 0,-1 0 0,0 1 0,1-1 0,-1 0 0,0 0 0,1 0 0,-1 0 0,0 0 0,0 0 0,1 0 0,-1 0 0,0 0 0,1 0 0,-1 0 0,0 0 0,1 0 0,-1-1 0,0 1 0,1 0 0,-1 0 0,0-1 0,1 1 0,-1-1 0,1 1 0,-1 0 0,0-2 0,-28-18 0,2-8 0,1-1 0,2-1 0,-29-45 0,23 30 0,5 10 0,-80-105 0,91 125 0,0 1 0,-1 0 0,0 1 0,-1 1 0,0 0 0,-32-16 0,-150-81 0,163 86 0,0-1 0,2-2 0,-41-40 0,65 57 0,1 1 0,-1 0 0,0 0 0,-16-8 0,23 14 0,0 1 0,0 0 0,0 0 0,0 0 0,0 0 0,-1 0 0,1 0 0,0 1 0,0-1 0,-1 1 0,1 0 0,0 0 0,-1-1 0,1 1 0,0 1 0,-1-1 0,1 0 0,0 1 0,-1-1 0,1 1 0,0-1 0,0 1 0,-1 0 0,1 0 0,0 0 0,0 1 0,0-1 0,0 0 0,-3 4 0,-3 4 0,1 0 0,0 1 0,0 0 0,1 0 0,0 1 0,1 0 0,0 0 0,-4 16 0,-22 96 0,29-113 0,0 0 0,1 0 0,0 1 0,0-1 0,1 1 0,1-1 0,-1 0 0,2 1 0,-1-1 0,2 0 0,-1 0 0,1 0 0,1 0 0,0-1 0,0 1 0,1-1 0,0 0 0,0 0 0,1-1 0,0 1 0,1-1 0,0-1 0,0 1 0,1-1 0,15 11 0,123 78 0,-41-30 0,-65-41 0,2-1 0,52 22 0,93 28 0,-171-69 0,5 2 0,1-1 0,0-2 0,0 0 0,1-1 0,-1-1 0,1-2 0,-1 0 0,34-4 0,-49 2 0,0 0 0,0 0 0,0 0 0,0-1 0,0 0 0,0 0 0,-1 0 0,1-1 0,-1 0 0,8-8 0,10-8 0,24-27 0,-33 32 0,-7 6-170,0 0-1,-1 0 0,0-1 1,0 0-1,-1 0 0,0-1 1,4-12-1,3-11-6655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05:57.93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349 408,'108'0,"563"24,-516-3,89 9,-169-28,-49-2,0 1,-1 1,1 1,38 9,29 12,159 18,-16-3,-116-11,-59-11,0-4,77 7,76 8,-113-13,-59-8,49 17,27 5,-51-18,1-4,79 0,-10-14,166-31,-205 23,47-2,138-27,117-29,-154 45,-219 26,357-5,-222 9,-72-1,0 3,-1 4,93 21,-95-4,-54-14,54 10,221 17,-173-23,-63-4,-39-5,48 3,87-5,0-8,186-29,-220 20,252 7,-215 8,1561-2,-1501-14,-6 0,381 15,-579-3,1-1,-2-1,1-2,51-17,-41 12,55-11,-28 11,-22 3,59-3,36-2,25 0,483 14,-472 12,7 0,-100-12,98-3,-177 2,1 0,-1 0,1 0,-1 0,1-1,-1 1,1 0,-1-1,1 1,-1-1,0 1,1-1,-1 0,0 0,1 1,-1-1,0 0,2-2,-3 2,1 0,-1 0,0 1,0-1,0 0,0 0,0 0,0 1,0-1,0 0,0 0,0 0,-1 1,1-1,0 0,0 0,-1 1,1-1,0 0,-1 1,1-1,-1 0,1 1,-2-2,-3-3,0-1,-1 1,0 0,0 1,-13-8,-15-7,-2 1,0 2,-1 1,-1 2,0 2,-45-7,-284-20,297 33,-557-5,381 12,197-2,-67 1,-175-22,155 0,-203-28,282 42,-22-1,-138-33,170 30,0 2,0 2,-59-2,-147 11,96 1,-1150-3,1197-5,-123-22,130 13,11 7,-134 7,99 2,-3023-2,2983 13,1 0,-677-14,785 5,0 2,0 2,-76 22,50-11,-47-1,51-10,-20 1,-169-7,130-4,46 2,-155-20,-242-63,330 53,-111-19,224 42,1-3,-46-14,65 16,-1 1,1 2,-49-4,-85 6,139 4,12-1,-1 1,1 1,-1 0,1 1,0 0,-18 8,2 1,-31 20,48-26,1 1,0-1,0 1,0 1,1-1,0 1,0 1,1-1,0 1,1 0,0 1,-7 16,5-5,1 0,0 0,2 1,0-1,-1 27,5-40,0 0,0 0,1 0,0 0,0 0,1 0,0-1,0 1,1-1,0 1,0-1,1 0,0 0,0 0,1 0,-1-1,2 0,-1 0,0 0,1-1,0 0,11 7,14 11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06:02.85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28,'4'-3,"-1"0,1 1,-1 0,1 0,0 0,-1 0,1 0,0 1,0 0,1 0,-1 0,5-1,54-1,-46 3,290-1,-142 2,-143 1,-1 1,0 0,0 2,0 0,0 1,32 16,52 14,-10-13,1-3,107 7,165-24,-189-5,460 2,-597 2,56 9,32 3,553-13,-330-3,853 2,-1174 2,0 2,0 1,-1 2,46 15,-32-9,60 10,-12-11,139 2,2165-17,-1250 5,-925 11,4 0,-72-12,171-4,-208-9,35-1,588 12,-351 3,-345-5,0-1,86-21,-5 0,145-2,-114 14,13 8,-145 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10T15:09:43.68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0 230 0,'5715'-230'0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15:17.69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15:24.00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15:27.87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15:29.67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15:31.75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15:33.19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15:34.92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15:38.99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15:41.65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10T15:15:44.97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8T14:36:31.89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30,'132'-1,"159"4,-9 41,-126-16,-78-15,150 4,731-19,-906 0,67-12,-57 5,7-1,-24 3,69-2,-33 8,98-12,-141 5,47-14,28-6,-56 22,1 3,84 5,-29 1,2394-3,-2481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8T14:36:35.53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8 171,'7'0,"64"-1,-1 3,131 21,578 105,-83-5,-493-84,-50-7,180 27,180-32,-358-25,121-5,-189-7,135-35,-78 13,63-7,144-29,-243 42,125-48,-218 69,26-12,0 2,1 1,1 3,0 1,49-4,96 14,1 0,-157-4,1-1,40-12,16-4,98-8,-181 28,1 0,-1 0,0-1,1 0,-1 0,0-1,-1 0,1 0,0 0,-1-1,1 1,4-6,-9 9,-1-1,1 1,-1-1,1 1,-1-1,1 1,-1-1,1 1,-1-1,0 1,1-1,-1 0,0 1,1-1,-1 0,0 1,0-1,0 0,1 1,-1-1,0 0,0 0,0 1,0-1,0 0,0 1,-1-1,1 0,0 0,0 1,0-1,-1 0,1 1,0-1,-1 1,1-1,-1 0,1 1,0-1,-1 1,1-1,-1 1,0-1,1 1,-1-1,1 1,-2-1,-36-15,-12 3,0 2,-1 2,-72-3,-163 8,199 5,-50-1,-179 4,271-1,1 2,0 2,-79 24,-116 57,160-56,41-18,0-2,-1-1,-1-3,0 0,0-3,0-1,-46-2,38-4,1-3,-78-16,-93-36,-29-6,138 42,-1 4,-195-4,-109 22,367-4,-89-15,16 0,51 13,-134 9,-67 28,-81 3,331-33,-1 1,1 1,0 1,-20 7,20-6,0 0,0-2,-37 5,-310-8,170-3,153 1,8 0,0 1,0 2,1 1,-56 13,58-6</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8T14:36:53.11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476 460,'165'-2,"181"5,-233 9,24 1,-78-10,0 3,-1 2,113 31,-127-29,1-2,60 3,9 1,-77-6,33 5,118 3,307-15,-452-2,0-2,0-2,0-1,67-24,-101 30,47-13,-1 2,73-6,174-22,-135 17,-145 19,0 0,41-16,-41 13,1 0,38-6,28 2,151-2,1088 16,-726-3,-552-1,49-9,47-2,1271 12,-649 3,-722 0,1 1,59 13,-83-10,38 14,-43-13,0-1,0-1,0 0,20 2,398 43,-266-28,-121-16,46 6,114 0,1841-15,-1074 5,-820-15,-13 0,-3 14,-69 1,141-15,-121 4,157 3,-186 6,-49-1,1-1,0 0,-1-1,0 0,1-1,11-6,42-11,60-3,168-9,-227 26,0-2,112-30,-128 25,0 3,1 2,1 3,98 0,649 8,-445-3,-133 14,7 1,-223-14,0 0,0 0,0 1,0 0,0 0,0 1,-1 0,1 0,-1 1,12 5,-16-6,0-1,0 1,0 0,0 0,0 0,0 0,0 0,-1 0,1 1,-1-1,1 0,-1 1,0-1,0 1,0-1,0 1,-1 0,1-1,-1 1,0 0,1-1,-1 1,0 0,-1 0,1-1,0 1,-1 0,1-1,-1 1,-1 2,-2 10,0-1,-1 1,-1-1,0 0,-1-1,0 0,-1 0,-1 0,0-1,-1-1,0 1,0-1,-1-1,-1 0,-21 14,16-14,-90 47,93-51,0-1,0 0,-1-1,1-1,-1 0,-17 1,-229 20,184-14,-42 4,-651-12,382-4,368 3,0 2,1 0,-1 1,1 1,0 1,1 0,-33 17,22-10,-56 16,-185 26,141-32,19 4,-21 4,-53-9,101-14,-122 28,164-25,-1-2,0-2,0-2,-72 0,-18-7,-13 0,-164-23,57-16,70 13,-47-10,138 20,-1 5,-111-3,-189 16,161 3,-1713-3,1927 1,0 1,0 1,0 0,-31 11,25-6,-45 7,-139-6,22-3,-503 11,452-19,-347 2,545-3,-1-1,1-2,-69-19,-33-7,-45-1,-128-18,-133-16,125 16,138 26,-362-67,456 81,0 3,-161 8,102 2,-411-2,530 2,-53 9,-10 1,42-7,0 3,0 2,-86 29,48-7,60-20,0-1,-1-2,0 0,-1-3,-43 6,-389-10,236-4,61 3,20 2,-264-28,90-39,-25-4,-102-5,295 47,129 22,-1 1,-33-10,52 12,-1 0,1 0,0-1,0 0,0 0,0 0,0 0,0-1,1 0,-1 1,1-1,0-1,0 1,-4-5,6 6,0-1,0 0,0 1,0-1,1 0,-1 0,1 0,0 1,0-1,0 0,0 0,0 0,1 0,-1 1,1-1,0 0,-1 0,1 1,1-1,-1 1,0-1,1 1,-1-1,1 1,3-4,3-4,0 1,0 0,1 1,16-12,-12 12,0 0,0 0,1 2,0-1,0 2,0 0,1 1,20-4,13 1,62 0,-38 3,943-15,-689 21,-284-2,-5 1,38-5,-62 3,-1-1,0-1,1 0,-1-1,0 0,21-11,-14 6,-1 1,1 1,0 0,1 2,39-7,104-1,-126 12,411-20,393 9,-523 15,308-3,-564-4,-1-2,103-24,-107 18,0 2,0 2,77 0,-113 8</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8T14:45:26.40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81,'68'3,"106"19,-145-17,259 29,-224-28,182-2,-26-2,-87 20,-28-3,-64-12,51 16,-62-14,2-1,-1-2,43 3,302-8,-167-4,1523 3,-1555 13,-1 0,-114-12,1-3,100-17,-44-3,0 5,216-2,941 22,-726-4,-454 5,101 18,-101-9,105 0,-37-12,225-5,-21-32,-110 6,11-13,-89 10,-70 17,171-4,2263 22,-1472-2,-1040-2,55-9,-52 5,40-1,-26 7,-33 1,1-1,-1-1,0 0,1-1,-1-1,0 0,22-8,-17 3,1 2,0 0,-1 1,2 1,28-1,115 5,-91 1,32 0,-67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5-08T14:49:28.35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1 132,'311'15,"-186"-5,178-8,-149-4,595 2,-720-2,52-9,14-1,388 9,-247 6,1145-3,-1181-13,3-1,402 15,-561-3,50-8,37-3,640 11,-374 4,-78 23,-267-19,67 15,19 1,-116-18,0 0,0 2,40 15,26 7,-37-20,0-2,0-2,65-3,79 5,-107 4,102-3,-151-8,-1-2,1-1,-1-2,1-2,39-14,6-11,-58 22,0 0,1 2,0 1,45-7,-34 9,-1-2,0-1,53-20,-72 23,0 1,0 2,27-4,-28 6,0-2,0 0,0-1,19-7,-15 3,0 2,0 0,0 1,1 2,33-3,114 8,-67 0,-12-1,106 14,33 11,-165-18,-38-6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22:47.75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31,'2'4,"0"-1,1 1,0-1,0 0,0 0,0-1,0 1,0-1,1 1,-1-1,1 0,0 0,-1 0,1-1,0 0,0 1,0-1,7 1,10 1,0-1,30 0,-31-2,95 1,-63-3,0 3,0 2,0 3,77 17,-69-9,1-3,119 6,-128-13,37 7,-52-5,39 0,341-5,-199-2,-182-1,60-11,-24 2,219-35,-200 39,127 7,-88 2,64-3,222 3,-204 10,86 2,3028-17,-1742 5,184-2,-1613-5,1-8,183-38,-78 0,-218 45,-1 2,1 2,64 4,-19 1,115-4,357 12,-188 49,-279-41,-4-1,-13-2,0-2,116 5,6-19,176 6,-23 10,232 25,-149 43,-88-13,-204-45,-40-5,0-5,183 6,-173-21,-48 1,106-11,-152 5,1-2,-1 0,0 0,0-2,-1 0,0-1,27-19,40-20,-44 29,-10 6,1-2,-2-2,42-29,-53 32,0-2,1 2,0 0,2 1,-1 1,36-16,-48 26,0-1,0 0,1 0,-1-1,-1 0,1-1,11-8,-19 13,1 0,-1 0,0 0,1 0,-1-1,0 1,1 0,-1 0,0 0,0-1,1 1,-1 0,0 0,0-1,1 1,-1 0,0-1,0 1,0 0,0-1,1 1,-1 0,0-1,0 1,0 0,0-1,0 1,0-1,0 1,0 0,0-1,0 1,0 0,0-1,0 1,0 0,-1-1,1 1,0-1,0 1,0 0,0 0,-1-1,1 1,0 0,0-1,-1 1,1 0,0 0,0-1,-1 1,1 0,0 0,-1 0,1 0,-1-1,-23-4,-281 1,180 6,-706 0,789 0,-1 2,-64 15,61-9,-87 6,-579-14,340-5,-27 3,361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33:10.66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1,'57'0,"229"5,-213 0,138 28,-148-21,0-2,1-3,106-2,-142-4,0 0,-1 2,1 1,49 15,102 46,-158-57,1-1,0-1,0-1,1-1,36 3,118-8,-71-2,44 5,162-5,-292 0,0-1,-1-1,1-1,-1-1,-1 0,1-1,31-20,-2 3,-21 11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1:49.94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0 281,'209'-2,"133"2,-1 27,-128 0,309 1,808-31,-1244 7,-2 3,1 4,125 33,-110-20,140 14,-161-30,131 8,54 10,-7 0,265-28,-142-43,-240 23,-106 17,1-2,34-11,10-3,0 3,93-8,110-24,87-38,-346 83,56-17,82-33,16-6,-147 54,0 2,45-3,-21 3,-44 4,42-5,89-21,-71 10,0 3,1 2,0 4,123 2,197 7,-364-1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1:52.01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0 179,'417'-24,"-6"-30,-192 23,-104 19,193 5,114 33,-13-1,-259-24,-67-2,-1 4,142 21,-156-9,703 119,-676-128,99-7,-65-1,-90 0,70-12,-47 4,-34 6,370-38,558 35,-540 9,-169-4,260-35,-96-34,-20 4,-328 57,-25 3,69-3,670 10,-340 1,-401-1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1:43.7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1 129,'2'-2,"1"0,0 0,0 0,-1 1,1-1,1 1,-1-1,0 1,0 0,0 1,5-2,42-2,-35 3,467-4,-281 7,13-3,398 13,-509 0,123 31,25 4,-149-33,-15-1,117 3,-168-14,0 2,-1 1,62 19,27 3,341 42,-339-55,0-6,142-9,-95-2,622 3,-785-1,0 0,0-1,0 0,0 0,-1-2,1 1,-1-1,0 0,11-7,-7 4,1 0,0 1,22-6,73-11,143-11,-149 21,58-4,-145 16,1-1,-1-1,1-1,21-8,25-5,25-1,-25 3,0 4,1 2,75-1,941 11,-640-1,-416 2,1 1,-1 1,0 1,-1 1,36 13,-33-9,0-2,0-1,0-1,32 2,165-7,-137-3,122 12,-34 3,205-9,-197-6,37 4,237-5,-310-9,43-1,545 13,-343 1,-302 0,-1 4,152 29,-130-11,1-5,114 4,-169-17,0 2,63 16,73 10,375-24,-329-12,432 3,-626-2,0-3,82-19,-4 0,-96 20,320-55,-53 4,-169 33,228-37,-182 30,61-9,-63 10,49-5,265 8,2836 27,-1755-3,-1541 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1:45.69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0,'6'5,"0"0,1 0,-1 0,1-1,0 0,0 0,1-1,-1 0,1 0,0-1,-1 0,14 2,9-1,0-1,33-3,-25 0,1745-1,-1428 30,-144-5,-106-14,-1 5,114 30,99 18,-198-41,-66-9,101 6,161 13,-176-14,-103-13,289 19,76-24,-377 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2:20.04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3,'1352'0,"-1175"13,6 0,287-14,-449 3,1 0,0 2,-1 0,32 11,41 8,-11-10,159 2,1301-17,-821 3,-344 23,-246 1,-90-16,0-1,76 4,615-14,-636-3,162-29,-160 18,156-7,889 25,-1105-5,0-1,0-2,72-21,-72 16,1 2,0 1,64-4,75 0,-99 5,284 2,-206 7,-137-2,237 4,-181 1,103 21,5-4,-48-7,302 18,9-33,-198-3,426 3,-489 13,-2 0,1178-14,-1339 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2:47.60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0 307,'28'-10,"-17"4,63-28,55-20,-110 47,0 2,1 1,0 0,0 1,25 0,167-17,-200 19,200-44,-92 16,49 0,69 2,-141 17,97-4,-54 12,146 5,-261 0,0 1,0 1,24 9,-25-7,1 0,48 5,218-11,-139-3,-42 2,377 15,-458-11,0 1,0 1,0 1,32 14,153 40,-32-11,-149-41,1 0,0-2,0-2,0-1,1-2,51-2,-18 1,134 23,-126-13,91 3,563-16,-701 1,53-10,10-1,37-4,-54 6,-4-1,-33 4,52-1,-77 7,0-1,0 0,0-1,0-1,20-8,-16 6,0 0,23-4,2 3,14-3,110-4,1795 15,-1766 15,-113-7,80 11,156 10,-248-24,74 15,-86-10,0-4,79 2,563-11,-418 2,-258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2:57.24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0,'8505'0,"-8492"1,0 1,0 0,0 1,0 0,23 10,-19-7,1 0,20 3,224 23,-72-5,-27-3,-82-13,123 34,-181-39,12 5,1-2,-1-2,1-1,42 1,6-6,208-5,-243-1,74-19,-28 4,-2 2,-33 6,104-9,-40 6,-51 5,130-18,1 3,-116 14,-41 4,52 0,2890 6,-1401 3,-1148-2,-419-1,1-1,24-6,-22 4,3-1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2:59.65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0 105,'52'-15,"232"-8,-212 20,568-7,-535 11,-90-2,1-1,-1-1,1 0,-1-1,19-7,-12 4,36-8,1 9,1 3,76 5,-28 0,523-2,-608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3:36.47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1 306,'1440'0,"-1419"2,0 0,-1 1,0 1,31 11,-27-8,1-1,36 5,230-8,-150-5,531 2,-600-4,108-18,-106 10,93-2,847 13,-465 3,737-2,-1266 2,1 0,-1 1,0 2,29 9,-24-7,-1-1,35 5,232-8,-154-5,641 2,-749-2,53-9,18-1,70-3,-65 4,-16 2,168-8,-194 18,5 0,0-2,91-14,-91 7,0 3,112 6,-64 1,2242-2,-2325-2,52-8,20-3,-45 12,-32 2,0-2,0 0,0-2,53-13,-44 6,0 2,1 2,1 1,-1 2,62 3,1208 2,-723-3,-550 3,53 9,-51-5,42 1,729-6,-390-3,-362 2,-1-2,61-11,318-46,-285 41,-75 12,83 3,-142 1,0 1,0-2,-1 0,1-1,-1 0,14-7,29-8,6 3,1 2,121-11,-157 25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3:38.60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27,'1144'0,"-1097"-2,48-8,30-2,499 9,-321 5,-274 0,50 7,-54-5,6 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30T16:44:05.90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0 408,'1'-1,"-1"0,1 0,-1 0,1 0,-1 0,1 0,-1 0,1 0,0 0,0 1,-1-1,1 0,0 0,0 1,0-1,0 0,0 1,0-1,0 1,0-1,0 1,0 0,0-1,0 1,1 0,-1 0,1 0,39-5,-35 4,40-2,86-17,-79 9,1 2,82-3,111 12,-131 2,108 4,-167-2,108 24,89 17,-178-33,108 26,-26-3,79-12,-172-19,366 5,-361-10,-19 5,1 2,-1 2,94 28,-52-12,-44-14,0-3,73 3,101-11,-82-1,-129 2,38 1,-1-2,1-3,61-12,21-11,180-13,138 25,1330 16,-929-2,-571 14,-52 0,-155-8,85 17,-93-11,123 4,239-17,-404 0,0 0,0-2,0-1,31-10,2-1,286-97,-244 76,-63 24,1 1,0 2,1 1,0 2,1 2,60-1,284 6,135 2,-290 10,91 2,1638-15,-1798-6,-1-6,224-49,-319 53,76-3,-81 10,103-20,220-92,-67 17,-279 89,-1 2,1 1,37 1,103 6,-58 1,1094-2,-1035-15,-25 2,-124 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19277B-3E9B-4C04-9508-04340FCAE56F}" type="datetimeFigureOut">
              <a:rPr lang="en-US" smtClean="0"/>
              <a:t>10-May-26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209CE-F2EE-43D7-A413-574C98FA5B30}" type="slidenum">
              <a:rPr lang="en-US" smtClean="0"/>
              <a:t>‹#›</a:t>
            </a:fld>
            <a:endParaRPr lang="en-US"/>
          </a:p>
        </p:txBody>
      </p:sp>
    </p:spTree>
    <p:extLst>
      <p:ext uri="{BB962C8B-B14F-4D97-AF65-F5344CB8AC3E}">
        <p14:creationId xmlns:p14="http://schemas.microsoft.com/office/powerpoint/2010/main" val="2139898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147970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18</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12557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19</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32454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20</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22405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21</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02952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22</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503292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23</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010009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24</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368206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25</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06014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26</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24152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27</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835388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28</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734501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29</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196112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30</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67620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31</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7353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32</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34487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33</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862839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34</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49039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35</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9716300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36</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691007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37</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5756962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38</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4228039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39</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90105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40</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8364040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41</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585532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42</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6920117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43</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0666735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44</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85419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45</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6802925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F72DAF0D-CF38-4A4C-BFBA-E97C5CF800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46</a:t>
            </a:fld>
            <a:endParaRPr lang="en-US" altLang="en-US" sz="1200"/>
          </a:p>
        </p:txBody>
      </p:sp>
      <p:sp>
        <p:nvSpPr>
          <p:cNvPr id="5123" name="Rectangle 2">
            <a:extLst>
              <a:ext uri="{FF2B5EF4-FFF2-40B4-BE49-F238E27FC236}">
                <a16:creationId xmlns:a16="http://schemas.microsoft.com/office/drawing/2014/main" id="{92E341B5-4ADC-4F89-8D23-CC67DEEF84E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E6287932-41EE-4E8C-9145-DB8F7AE4D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869039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BD0BD-A581-F5A1-26FA-826C747AA31E}"/>
            </a:ext>
          </a:extLst>
        </p:cNvPr>
        <p:cNvGrpSpPr/>
        <p:nvPr/>
      </p:nvGrpSpPr>
      <p:grpSpPr>
        <a:xfrm>
          <a:off x="0" y="0"/>
          <a:ext cx="0" cy="0"/>
          <a:chOff x="0" y="0"/>
          <a:chExt cx="0" cy="0"/>
        </a:xfrm>
      </p:grpSpPr>
      <p:sp>
        <p:nvSpPr>
          <p:cNvPr id="5122" name="Rectangle 7">
            <a:extLst>
              <a:ext uri="{FF2B5EF4-FFF2-40B4-BE49-F238E27FC236}">
                <a16:creationId xmlns:a16="http://schemas.microsoft.com/office/drawing/2014/main" id="{98663284-16E7-48E7-B992-90976A98B8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2400">
                <a:solidFill>
                  <a:schemeClr val="tx1"/>
                </a:solidFill>
                <a:latin typeface="Times New Roman" panose="02020603050405020304" pitchFamily="18" charset="0"/>
              </a:defRPr>
            </a:lvl1pPr>
            <a:lvl2pPr marL="742950" indent="-285750" defTabSz="930275">
              <a:defRPr sz="2400">
                <a:solidFill>
                  <a:schemeClr val="tx1"/>
                </a:solidFill>
                <a:latin typeface="Times New Roman" panose="02020603050405020304" pitchFamily="18" charset="0"/>
              </a:defRPr>
            </a:lvl2pPr>
            <a:lvl3pPr marL="1143000" indent="-228600" defTabSz="930275">
              <a:defRPr sz="2400">
                <a:solidFill>
                  <a:schemeClr val="tx1"/>
                </a:solidFill>
                <a:latin typeface="Times New Roman" panose="02020603050405020304" pitchFamily="18" charset="0"/>
              </a:defRPr>
            </a:lvl3pPr>
            <a:lvl4pPr marL="1600200" indent="-228600" defTabSz="930275">
              <a:defRPr sz="2400">
                <a:solidFill>
                  <a:schemeClr val="tx1"/>
                </a:solidFill>
                <a:latin typeface="Times New Roman" panose="02020603050405020304" pitchFamily="18" charset="0"/>
              </a:defRPr>
            </a:lvl4pPr>
            <a:lvl5pPr marL="2057400" indent="-228600" defTabSz="930275">
              <a:defRPr sz="2400">
                <a:solidFill>
                  <a:schemeClr val="tx1"/>
                </a:solidFill>
                <a:latin typeface="Times New Roman" panose="02020603050405020304" pitchFamily="18" charset="0"/>
              </a:defRPr>
            </a:lvl5pPr>
            <a:lvl6pPr marL="2514600" indent="-228600" defTabSz="9302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9302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9302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930275" eaLnBrk="0" fontAlgn="base" hangingPunct="0">
              <a:spcBef>
                <a:spcPct val="0"/>
              </a:spcBef>
              <a:spcAft>
                <a:spcPct val="0"/>
              </a:spcAft>
              <a:defRPr sz="2400">
                <a:solidFill>
                  <a:schemeClr val="tx1"/>
                </a:solidFill>
                <a:latin typeface="Times New Roman" panose="02020603050405020304" pitchFamily="18" charset="0"/>
              </a:defRPr>
            </a:lvl9pPr>
          </a:lstStyle>
          <a:p>
            <a:fld id="{60680EFB-304C-4653-8C7D-74FDC3BAFBC3}" type="slidenum">
              <a:rPr lang="en-US" altLang="en-US" sz="1200"/>
              <a:pPr/>
              <a:t>47</a:t>
            </a:fld>
            <a:endParaRPr lang="en-US" altLang="en-US" sz="1200"/>
          </a:p>
        </p:txBody>
      </p:sp>
      <p:sp>
        <p:nvSpPr>
          <p:cNvPr id="5123" name="Rectangle 2">
            <a:extLst>
              <a:ext uri="{FF2B5EF4-FFF2-40B4-BE49-F238E27FC236}">
                <a16:creationId xmlns:a16="http://schemas.microsoft.com/office/drawing/2014/main" id="{868C5B0D-4DF5-16C2-7F15-30CA58CF0537}"/>
              </a:ext>
            </a:extLst>
          </p:cNvPr>
          <p:cNvSpPr>
            <a:spLocks noGrp="1" noRot="1" noChangeAspect="1" noChangeArrowheads="1" noTextEdit="1"/>
          </p:cNvSpPr>
          <p:nvPr>
            <p:ph type="sldImg"/>
          </p:nvPr>
        </p:nvSpPr>
        <p:spPr>
          <a:xfrm>
            <a:off x="685800" y="1143000"/>
            <a:ext cx="5486400" cy="3086100"/>
          </a:xfrm>
          <a:ln/>
        </p:spPr>
      </p:sp>
      <p:sp>
        <p:nvSpPr>
          <p:cNvPr id="5124" name="Rectangle 3">
            <a:extLst>
              <a:ext uri="{FF2B5EF4-FFF2-40B4-BE49-F238E27FC236}">
                <a16:creationId xmlns:a16="http://schemas.microsoft.com/office/drawing/2014/main" id="{33E1778B-6527-C3EC-9770-70274151F9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2014919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77320-2A2D-BF6E-A74D-DC1BAE4024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2C25DE-394D-0544-40D0-FD82AB423E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197295-E3B9-0AF4-A709-275B5F9F220F}"/>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5" name="Footer Placeholder 4">
            <a:extLst>
              <a:ext uri="{FF2B5EF4-FFF2-40B4-BE49-F238E27FC236}">
                <a16:creationId xmlns:a16="http://schemas.microsoft.com/office/drawing/2014/main" id="{A99F92E7-CBAD-FB26-6B36-459E3AF800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06106B-2048-0DE9-956F-D5004BBA3F65}"/>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1218031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AAEBC-B690-37BD-DAEF-C1C1FACAA3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25BDFF-8734-8C77-35A1-0114E09AFA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7D8C4B-B255-70D0-C897-8CB5AF03EAB7}"/>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5" name="Footer Placeholder 4">
            <a:extLst>
              <a:ext uri="{FF2B5EF4-FFF2-40B4-BE49-F238E27FC236}">
                <a16:creationId xmlns:a16="http://schemas.microsoft.com/office/drawing/2014/main" id="{54462020-2FCE-20B3-2B44-FB7C58C791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1206B8-1260-1011-0A09-F66820B2CCCB}"/>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2445372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34C76-C92B-9110-330A-CF0045160A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026FAD-0BD3-A1E7-4340-D99A49CF10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65E17F-FA8A-5577-EFB8-53AC9AF9B4F0}"/>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5" name="Footer Placeholder 4">
            <a:extLst>
              <a:ext uri="{FF2B5EF4-FFF2-40B4-BE49-F238E27FC236}">
                <a16:creationId xmlns:a16="http://schemas.microsoft.com/office/drawing/2014/main" id="{C732BAF2-B0B7-A5BE-B822-A2D7049151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171B94-AD7D-45E0-8EDD-305C6760816B}"/>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1602489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7ED2A-3EA8-29D8-90CE-AF6E74E208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B603C5-0206-6074-1DAD-01E9425FE7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2647FF-DF39-A5FA-91EF-853292A594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E5ACB59-3672-4753-A6FB-C7E6A43474C8}"/>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6" name="Footer Placeholder 5">
            <a:extLst>
              <a:ext uri="{FF2B5EF4-FFF2-40B4-BE49-F238E27FC236}">
                <a16:creationId xmlns:a16="http://schemas.microsoft.com/office/drawing/2014/main" id="{0A907492-2251-639D-12AE-C3363DC2F0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77F356-EB0F-762D-5285-FA27E0F1557F}"/>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3738513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85181-BD14-9FB1-EAAF-A1DB1C3DA3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4AC4B3-836C-2C0D-5269-F1FE23B4662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D26877-4849-7482-BAF8-6A95AFDC5B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DE08D25-38EF-2047-1634-7A9FF615F0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86B08A-2B6A-80A6-F92C-A353816E6E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58F6C1-81F5-3F1B-88F8-5446A9463DCB}"/>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8" name="Footer Placeholder 7">
            <a:extLst>
              <a:ext uri="{FF2B5EF4-FFF2-40B4-BE49-F238E27FC236}">
                <a16:creationId xmlns:a16="http://schemas.microsoft.com/office/drawing/2014/main" id="{601B406B-69ED-7E97-CD91-5E9EB72DC9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C2C94A-E39F-6BBC-9BE1-3E2C31D4C4A7}"/>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467201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7F287-DB36-6543-93BB-7E55866F00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5C22E2-58F1-CFC0-A722-4975AAC86A0B}"/>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4" name="Footer Placeholder 3">
            <a:extLst>
              <a:ext uri="{FF2B5EF4-FFF2-40B4-BE49-F238E27FC236}">
                <a16:creationId xmlns:a16="http://schemas.microsoft.com/office/drawing/2014/main" id="{768DDDC5-3FDF-1466-48FC-A50FB9740F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1BB366-2A14-217B-72CE-FAA2F9191D21}"/>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2770177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DFEEDF-4C8A-F41F-F4B6-834408A60B71}"/>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3" name="Footer Placeholder 2">
            <a:extLst>
              <a:ext uri="{FF2B5EF4-FFF2-40B4-BE49-F238E27FC236}">
                <a16:creationId xmlns:a16="http://schemas.microsoft.com/office/drawing/2014/main" id="{3C20E2E4-9A19-4852-EEA3-F84C23FD80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44A2445-D233-95EF-D5C4-D06A3F5F7E40}"/>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430520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496C9-2D0B-6800-FF68-FE89B705DA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0EB0A9-54A0-C7F2-B2A5-DE11B90538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D83218-E257-D0A7-64DD-35F405DB68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498B8F-D532-5B00-F0EC-9F9AA3962B5B}"/>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6" name="Footer Placeholder 5">
            <a:extLst>
              <a:ext uri="{FF2B5EF4-FFF2-40B4-BE49-F238E27FC236}">
                <a16:creationId xmlns:a16="http://schemas.microsoft.com/office/drawing/2014/main" id="{459B19F2-2D26-9653-4C86-2D00F59312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2897B0-B64B-BA69-E801-10008DC125A3}"/>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34028936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E2501-D75F-DBF1-AD7E-8A0BCB700F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F0C269-9AA4-6D2F-EB9F-D6454BD4B2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349542-6AF0-5EAD-1EE3-47FB231046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86836AF-0056-EAF0-45A7-F85AF8A766AF}"/>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6" name="Footer Placeholder 5">
            <a:extLst>
              <a:ext uri="{FF2B5EF4-FFF2-40B4-BE49-F238E27FC236}">
                <a16:creationId xmlns:a16="http://schemas.microsoft.com/office/drawing/2014/main" id="{17D8F6EC-F93A-8DF9-A420-2E2E3DA9C3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AA4FF9-C8DD-4EB8-DC16-1A37EA029B53}"/>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2471874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D3F43-751C-230F-B84D-1ED2589C5D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A93A22-60E1-6918-FBCF-F84F7B6FA7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BCA6DC-F5C2-456E-CEE1-E3DA74C5EC7A}"/>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5" name="Footer Placeholder 4">
            <a:extLst>
              <a:ext uri="{FF2B5EF4-FFF2-40B4-BE49-F238E27FC236}">
                <a16:creationId xmlns:a16="http://schemas.microsoft.com/office/drawing/2014/main" id="{5CBEDE1E-AF4F-B1C2-41EA-7C41B4F217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2E0FD-39EF-A1A4-D76B-07869373F1FB}"/>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1860468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AC6E32-8296-AFA2-71EA-6C701C1BDA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B9B367-1443-E991-7FA7-31BEAB2F78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10C7C-5612-9A3A-3048-AB724F911CA2}"/>
              </a:ext>
            </a:extLst>
          </p:cNvPr>
          <p:cNvSpPr>
            <a:spLocks noGrp="1"/>
          </p:cNvSpPr>
          <p:nvPr>
            <p:ph type="dt" sz="half" idx="10"/>
          </p:nvPr>
        </p:nvSpPr>
        <p:spPr/>
        <p:txBody>
          <a:bodyPr/>
          <a:lstStyle/>
          <a:p>
            <a:fld id="{1AEB1D52-7A3B-4B55-9978-325417314330}" type="datetimeFigureOut">
              <a:rPr lang="en-US" smtClean="0"/>
              <a:t>10-May-26</a:t>
            </a:fld>
            <a:endParaRPr lang="en-US"/>
          </a:p>
        </p:txBody>
      </p:sp>
      <p:sp>
        <p:nvSpPr>
          <p:cNvPr id="5" name="Footer Placeholder 4">
            <a:extLst>
              <a:ext uri="{FF2B5EF4-FFF2-40B4-BE49-F238E27FC236}">
                <a16:creationId xmlns:a16="http://schemas.microsoft.com/office/drawing/2014/main" id="{628DFCEC-659C-0B90-7F1A-D4D6AFCDD0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9E86A-CB6C-0569-36C5-EB2FE48B68F8}"/>
              </a:ext>
            </a:extLst>
          </p:cNvPr>
          <p:cNvSpPr>
            <a:spLocks noGrp="1"/>
          </p:cNvSpPr>
          <p:nvPr>
            <p:ph type="sldNum" sz="quarter" idx="12"/>
          </p:nvPr>
        </p:nvSpPr>
        <p:spPr/>
        <p:txBody>
          <a:bodyPr/>
          <a:lstStyle/>
          <a:p>
            <a:fld id="{7EF62474-F0E3-4C04-AD95-A54FE593AA6B}" type="slidenum">
              <a:rPr lang="en-US" smtClean="0"/>
              <a:t>‹#›</a:t>
            </a:fld>
            <a:endParaRPr lang="en-US"/>
          </a:p>
        </p:txBody>
      </p:sp>
    </p:spTree>
    <p:extLst>
      <p:ext uri="{BB962C8B-B14F-4D97-AF65-F5344CB8AC3E}">
        <p14:creationId xmlns:p14="http://schemas.microsoft.com/office/powerpoint/2010/main" val="3327993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62F3C2-B09E-4D25-B880-E7BB5B42E7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90024AA-434A-6A0C-90DF-F9B7186AB7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E575C5-CE37-F925-8C51-9BA8FEFF6A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EB1D52-7A3B-4B55-9978-325417314330}" type="datetimeFigureOut">
              <a:rPr lang="en-US" smtClean="0"/>
              <a:t>10-May-26</a:t>
            </a:fld>
            <a:endParaRPr lang="en-US"/>
          </a:p>
        </p:txBody>
      </p:sp>
      <p:sp>
        <p:nvSpPr>
          <p:cNvPr id="5" name="Footer Placeholder 4">
            <a:extLst>
              <a:ext uri="{FF2B5EF4-FFF2-40B4-BE49-F238E27FC236}">
                <a16:creationId xmlns:a16="http://schemas.microsoft.com/office/drawing/2014/main" id="{D496A7CB-652F-289E-F9BF-459E10264D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D78D10-DB09-166F-0D4A-C69AF4DA35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F62474-F0E3-4C04-AD95-A54FE593AA6B}" type="slidenum">
              <a:rPr lang="en-US" smtClean="0"/>
              <a:t>‹#›</a:t>
            </a:fld>
            <a:endParaRPr lang="en-US"/>
          </a:p>
        </p:txBody>
      </p:sp>
    </p:spTree>
    <p:extLst>
      <p:ext uri="{BB962C8B-B14F-4D97-AF65-F5344CB8AC3E}">
        <p14:creationId xmlns:p14="http://schemas.microsoft.com/office/powerpoint/2010/main" val="27070949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23.png"/><Relationship Id="rId18" Type="http://schemas.openxmlformats.org/officeDocument/2006/relationships/customXml" Target="../ink/ink9.xml"/><Relationship Id="rId3" Type="http://schemas.openxmlformats.org/officeDocument/2006/relationships/image" Target="../media/image18.png"/><Relationship Id="rId21" Type="http://schemas.openxmlformats.org/officeDocument/2006/relationships/image" Target="../media/image27.png"/><Relationship Id="rId7" Type="http://schemas.openxmlformats.org/officeDocument/2006/relationships/image" Target="../media/image20.png"/><Relationship Id="rId12" Type="http://schemas.openxmlformats.org/officeDocument/2006/relationships/customXml" Target="../ink/ink6.xml"/><Relationship Id="rId17" Type="http://schemas.openxmlformats.org/officeDocument/2006/relationships/image" Target="../media/image25.png"/><Relationship Id="rId2" Type="http://schemas.openxmlformats.org/officeDocument/2006/relationships/notesSlide" Target="../notesSlides/notesSlide4.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1.xml"/><Relationship Id="rId6" Type="http://schemas.openxmlformats.org/officeDocument/2006/relationships/customXml" Target="../ink/ink3.xml"/><Relationship Id="rId11" Type="http://schemas.openxmlformats.org/officeDocument/2006/relationships/image" Target="../media/image22.png"/><Relationship Id="rId5" Type="http://schemas.openxmlformats.org/officeDocument/2006/relationships/image" Target="../media/image19.png"/><Relationship Id="rId15" Type="http://schemas.openxmlformats.org/officeDocument/2006/relationships/image" Target="../media/image24.png"/><Relationship Id="rId10" Type="http://schemas.openxmlformats.org/officeDocument/2006/relationships/customXml" Target="../ink/ink5.xml"/><Relationship Id="rId19" Type="http://schemas.openxmlformats.org/officeDocument/2006/relationships/image" Target="../media/image26.png"/><Relationship Id="rId4" Type="http://schemas.openxmlformats.org/officeDocument/2006/relationships/customXml" Target="../ink/ink2.xml"/><Relationship Id="rId9" Type="http://schemas.openxmlformats.org/officeDocument/2006/relationships/image" Target="../media/image21.png"/><Relationship Id="rId14" Type="http://schemas.openxmlformats.org/officeDocument/2006/relationships/customXml" Target="../ink/ink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customXml" Target="../ink/ink11.xml"/></Relationships>
</file>

<file path=ppt/slides/_rels/slide22.xml.rels><?xml version="1.0" encoding="UTF-8" standalone="yes"?>
<Relationships xmlns="http://schemas.openxmlformats.org/package/2006/relationships"><Relationship Id="rId8" Type="http://schemas.openxmlformats.org/officeDocument/2006/relationships/customXml" Target="../ink/ink13.xml"/><Relationship Id="rId3" Type="http://schemas.openxmlformats.org/officeDocument/2006/relationships/image" Target="../media/image30.png"/><Relationship Id="rId7" Type="http://schemas.openxmlformats.org/officeDocument/2006/relationships/image" Target="../media/image23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customXml" Target="../ink/ink12.xml"/><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240.png"/></Relationships>
</file>

<file path=ppt/slides/_rels/slide23.xml.rels><?xml version="1.0" encoding="UTF-8" standalone="yes"?>
<Relationships xmlns="http://schemas.openxmlformats.org/package/2006/relationships"><Relationship Id="rId8" Type="http://schemas.openxmlformats.org/officeDocument/2006/relationships/customXml" Target="../ink/ink16.xml"/><Relationship Id="rId13" Type="http://schemas.openxmlformats.org/officeDocument/2006/relationships/image" Target="../media/image300.png"/><Relationship Id="rId18" Type="http://schemas.openxmlformats.org/officeDocument/2006/relationships/customXml" Target="../ink/ink21.xml"/><Relationship Id="rId3" Type="http://schemas.openxmlformats.org/officeDocument/2006/relationships/image" Target="../media/image33.png"/><Relationship Id="rId7" Type="http://schemas.openxmlformats.org/officeDocument/2006/relationships/image" Target="../media/image270.png"/><Relationship Id="rId12" Type="http://schemas.openxmlformats.org/officeDocument/2006/relationships/customXml" Target="../ink/ink18.xml"/><Relationship Id="rId17" Type="http://schemas.openxmlformats.org/officeDocument/2006/relationships/image" Target="../media/image320.png"/><Relationship Id="rId2" Type="http://schemas.openxmlformats.org/officeDocument/2006/relationships/notesSlide" Target="../notesSlides/notesSlide7.xml"/><Relationship Id="rId16" Type="http://schemas.openxmlformats.org/officeDocument/2006/relationships/customXml" Target="../ink/ink20.xml"/><Relationship Id="rId1" Type="http://schemas.openxmlformats.org/officeDocument/2006/relationships/slideLayout" Target="../slideLayouts/slideLayout1.xml"/><Relationship Id="rId6" Type="http://schemas.openxmlformats.org/officeDocument/2006/relationships/customXml" Target="../ink/ink15.xml"/><Relationship Id="rId11" Type="http://schemas.openxmlformats.org/officeDocument/2006/relationships/image" Target="../media/image290.png"/><Relationship Id="rId5" Type="http://schemas.openxmlformats.org/officeDocument/2006/relationships/image" Target="../media/image260.png"/><Relationship Id="rId15" Type="http://schemas.openxmlformats.org/officeDocument/2006/relationships/image" Target="../media/image310.png"/><Relationship Id="rId10" Type="http://schemas.openxmlformats.org/officeDocument/2006/relationships/customXml" Target="../ink/ink17.xml"/><Relationship Id="rId19" Type="http://schemas.openxmlformats.org/officeDocument/2006/relationships/image" Target="../media/image331.png"/><Relationship Id="rId4" Type="http://schemas.openxmlformats.org/officeDocument/2006/relationships/customXml" Target="../ink/ink14.xml"/><Relationship Id="rId9" Type="http://schemas.openxmlformats.org/officeDocument/2006/relationships/image" Target="../media/image280.png"/><Relationship Id="rId14" Type="http://schemas.openxmlformats.org/officeDocument/2006/relationships/customXml" Target="../ink/ink19.xml"/></Relationships>
</file>

<file path=ppt/slides/_rels/slide24.xml.rels><?xml version="1.0" encoding="UTF-8" standalone="yes"?>
<Relationships xmlns="http://schemas.openxmlformats.org/package/2006/relationships"><Relationship Id="rId8" Type="http://schemas.openxmlformats.org/officeDocument/2006/relationships/customXml" Target="../ink/ink24.xml"/><Relationship Id="rId13" Type="http://schemas.openxmlformats.org/officeDocument/2006/relationships/customXml" Target="../ink/ink27.xml"/><Relationship Id="rId18" Type="http://schemas.openxmlformats.org/officeDocument/2006/relationships/customXml" Target="../ink/ink32.xml"/><Relationship Id="rId3" Type="http://schemas.openxmlformats.org/officeDocument/2006/relationships/image" Target="../media/image32.png"/><Relationship Id="rId7" Type="http://schemas.openxmlformats.org/officeDocument/2006/relationships/image" Target="../media/image35.png"/><Relationship Id="rId12" Type="http://schemas.openxmlformats.org/officeDocument/2006/relationships/customXml" Target="../ink/ink26.xml"/><Relationship Id="rId17" Type="http://schemas.openxmlformats.org/officeDocument/2006/relationships/customXml" Target="../ink/ink31.xml"/><Relationship Id="rId2" Type="http://schemas.openxmlformats.org/officeDocument/2006/relationships/notesSlide" Target="../notesSlides/notesSlide8.xml"/><Relationship Id="rId16" Type="http://schemas.openxmlformats.org/officeDocument/2006/relationships/customXml" Target="../ink/ink30.xml"/><Relationship Id="rId20" Type="http://schemas.openxmlformats.org/officeDocument/2006/relationships/customXml" Target="../ink/ink34.xml"/><Relationship Id="rId1" Type="http://schemas.openxmlformats.org/officeDocument/2006/relationships/slideLayout" Target="../slideLayouts/slideLayout1.xml"/><Relationship Id="rId6" Type="http://schemas.openxmlformats.org/officeDocument/2006/relationships/customXml" Target="../ink/ink23.xml"/><Relationship Id="rId11" Type="http://schemas.openxmlformats.org/officeDocument/2006/relationships/image" Target="../media/image37.png"/><Relationship Id="rId5" Type="http://schemas.openxmlformats.org/officeDocument/2006/relationships/image" Target="../media/image34.png"/><Relationship Id="rId15" Type="http://schemas.openxmlformats.org/officeDocument/2006/relationships/customXml" Target="../ink/ink29.xml"/><Relationship Id="rId10" Type="http://schemas.openxmlformats.org/officeDocument/2006/relationships/customXml" Target="../ink/ink25.xml"/><Relationship Id="rId19" Type="http://schemas.openxmlformats.org/officeDocument/2006/relationships/customXml" Target="../ink/ink33.xml"/><Relationship Id="rId4" Type="http://schemas.openxmlformats.org/officeDocument/2006/relationships/customXml" Target="../ink/ink22.xml"/><Relationship Id="rId9" Type="http://schemas.openxmlformats.org/officeDocument/2006/relationships/image" Target="../media/image36.png"/><Relationship Id="rId14" Type="http://schemas.openxmlformats.org/officeDocument/2006/relationships/customXml" Target="../ink/ink28.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36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customXml" Target="../ink/ink36.xml"/><Relationship Id="rId5" Type="http://schemas.openxmlformats.org/officeDocument/2006/relationships/image" Target="../media/image350.png"/><Relationship Id="rId4" Type="http://schemas.openxmlformats.org/officeDocument/2006/relationships/customXml" Target="../ink/ink35.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80.png"/><Relationship Id="rId4" Type="http://schemas.openxmlformats.org/officeDocument/2006/relationships/customXml" Target="../ink/ink37.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00.png"/><Relationship Id="rId4" Type="http://schemas.openxmlformats.org/officeDocument/2006/relationships/customXml" Target="../ink/ink38.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customXml" Target="../ink/ink39.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330.png"/><Relationship Id="rId4" Type="http://schemas.openxmlformats.org/officeDocument/2006/relationships/customXml" Target="../ink/ink40.xml"/></Relationships>
</file>

<file path=ppt/slides/_rels/slide3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40.png"/><Relationship Id="rId4" Type="http://schemas.openxmlformats.org/officeDocument/2006/relationships/customXml" Target="../ink/ink41.xml"/></Relationships>
</file>

<file path=ppt/slides/_rels/slide4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480.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customXml" Target="../ink/ink43.xml"/><Relationship Id="rId5" Type="http://schemas.openxmlformats.org/officeDocument/2006/relationships/image" Target="../media/image470.png"/><Relationship Id="rId4" Type="http://schemas.openxmlformats.org/officeDocument/2006/relationships/customXml" Target="../ink/ink42.xml"/></Relationships>
</file>

<file path=ppt/slides/_rels/slide43.xml.rels><?xml version="1.0" encoding="UTF-8" standalone="yes"?>
<Relationships xmlns="http://schemas.openxmlformats.org/package/2006/relationships"><Relationship Id="rId8" Type="http://schemas.openxmlformats.org/officeDocument/2006/relationships/image" Target="../media/image510.png"/><Relationship Id="rId3" Type="http://schemas.openxmlformats.org/officeDocument/2006/relationships/customXml" Target="../ink/ink44.xml"/><Relationship Id="rId7" Type="http://schemas.openxmlformats.org/officeDocument/2006/relationships/customXml" Target="../ink/ink46.xml"/><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00.png"/><Relationship Id="rId5" Type="http://schemas.openxmlformats.org/officeDocument/2006/relationships/customXml" Target="../ink/ink45.xml"/><Relationship Id="rId4" Type="http://schemas.openxmlformats.org/officeDocument/2006/relationships/image" Target="../media/image490.png"/></Relationships>
</file>

<file path=ppt/slides/_rels/slide44.xml.rels><?xml version="1.0" encoding="UTF-8" standalone="yes"?>
<Relationships xmlns="http://schemas.openxmlformats.org/package/2006/relationships"><Relationship Id="rId8" Type="http://schemas.openxmlformats.org/officeDocument/2006/relationships/customXml" Target="../ink/ink49.xml"/><Relationship Id="rId13" Type="http://schemas.openxmlformats.org/officeDocument/2006/relationships/image" Target="../media/image570.png"/><Relationship Id="rId3" Type="http://schemas.openxmlformats.org/officeDocument/2006/relationships/image" Target="../media/image61.png"/><Relationship Id="rId7" Type="http://schemas.openxmlformats.org/officeDocument/2006/relationships/image" Target="../media/image540.png"/><Relationship Id="rId12" Type="http://schemas.openxmlformats.org/officeDocument/2006/relationships/customXml" Target="../ink/ink51.xml"/><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customXml" Target="../ink/ink48.xml"/><Relationship Id="rId11" Type="http://schemas.openxmlformats.org/officeDocument/2006/relationships/image" Target="../media/image560.png"/><Relationship Id="rId5" Type="http://schemas.openxmlformats.org/officeDocument/2006/relationships/image" Target="../media/image530.png"/><Relationship Id="rId15" Type="http://schemas.openxmlformats.org/officeDocument/2006/relationships/image" Target="../media/image580.png"/><Relationship Id="rId10" Type="http://schemas.openxmlformats.org/officeDocument/2006/relationships/customXml" Target="../ink/ink50.xml"/><Relationship Id="rId4" Type="http://schemas.openxmlformats.org/officeDocument/2006/relationships/customXml" Target="../ink/ink47.xml"/><Relationship Id="rId9" Type="http://schemas.openxmlformats.org/officeDocument/2006/relationships/image" Target="../media/image550.png"/><Relationship Id="rId14" Type="http://schemas.openxmlformats.org/officeDocument/2006/relationships/customXml" Target="../ink/ink52.xml"/></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63.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C103CAEC-EFA1-47CE-BACF-9A92008C31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3013" indent="-285774">
              <a:spcBef>
                <a:spcPct val="20000"/>
              </a:spcBef>
              <a:buChar char="–"/>
              <a:defRPr sz="2800">
                <a:solidFill>
                  <a:schemeClr val="tx1"/>
                </a:solidFill>
                <a:latin typeface="Times New Roman" panose="02020603050405020304" pitchFamily="18" charset="0"/>
              </a:defRPr>
            </a:lvl2pPr>
            <a:lvl3pPr marL="1143096" indent="-228619">
              <a:spcBef>
                <a:spcPct val="20000"/>
              </a:spcBef>
              <a:buChar char="•"/>
              <a:defRPr sz="1600">
                <a:solidFill>
                  <a:schemeClr val="tx1"/>
                </a:solidFill>
                <a:latin typeface="Times New Roman" panose="02020603050405020304" pitchFamily="18" charset="0"/>
              </a:defRPr>
            </a:lvl3pPr>
            <a:lvl4pPr marL="1600335" indent="-228619">
              <a:spcBef>
                <a:spcPct val="20000"/>
              </a:spcBef>
              <a:buChar char="–"/>
              <a:defRPr sz="1400">
                <a:solidFill>
                  <a:schemeClr val="tx1"/>
                </a:solidFill>
                <a:latin typeface="Times New Roman" panose="02020603050405020304" pitchFamily="18" charset="0"/>
              </a:defRPr>
            </a:lvl4pPr>
            <a:lvl5pPr marL="2057573" indent="-228619">
              <a:spcBef>
                <a:spcPct val="20000"/>
              </a:spcBef>
              <a:buChar char="»"/>
              <a:defRPr sz="1200">
                <a:solidFill>
                  <a:schemeClr val="tx1"/>
                </a:solidFill>
                <a:latin typeface="Times New Roman" panose="02020603050405020304" pitchFamily="18" charset="0"/>
              </a:defRPr>
            </a:lvl5pPr>
            <a:lvl6pPr marL="2514812" indent="-228619"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2050" indent="-228619"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289" indent="-228619"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527" indent="-228619"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425666B-B9E6-4D06-A4F9-06813418CEAE}" type="slidenum">
              <a:rPr lang="en-US" altLang="en-US" sz="800"/>
              <a:pPr>
                <a:spcBef>
                  <a:spcPct val="0"/>
                </a:spcBef>
                <a:buFontTx/>
                <a:buNone/>
              </a:pPr>
              <a:t>1</a:t>
            </a:fld>
            <a:endParaRPr lang="en-US" altLang="en-US" sz="800"/>
          </a:p>
        </p:txBody>
      </p:sp>
      <p:sp>
        <p:nvSpPr>
          <p:cNvPr id="4099" name="Rectangle 2">
            <a:extLst>
              <a:ext uri="{FF2B5EF4-FFF2-40B4-BE49-F238E27FC236}">
                <a16:creationId xmlns:a16="http://schemas.microsoft.com/office/drawing/2014/main" id="{F2724EA0-CABE-47D1-954E-AD8DE13BDA47}"/>
              </a:ext>
            </a:extLst>
          </p:cNvPr>
          <p:cNvSpPr>
            <a:spLocks noGrp="1" noChangeArrowheads="1"/>
          </p:cNvSpPr>
          <p:nvPr>
            <p:ph type="ctrTitle"/>
          </p:nvPr>
        </p:nvSpPr>
        <p:spPr>
          <a:xfrm>
            <a:off x="1690231" y="953270"/>
            <a:ext cx="8832496" cy="3550491"/>
          </a:xfrm>
        </p:spPr>
        <p:txBody>
          <a:bodyPr>
            <a:normAutofit/>
          </a:bodyPr>
          <a:lstStyle/>
          <a:p>
            <a:pPr defTabSz="914400" eaLnBrk="0" fontAlgn="base" hangingPunct="0">
              <a:lnSpc>
                <a:spcPct val="100000"/>
              </a:lnSpc>
              <a:spcAft>
                <a:spcPct val="0"/>
              </a:spcAft>
            </a:pPr>
            <a:br>
              <a:rPr lang="en-US" altLang="en-US" dirty="0"/>
            </a:br>
            <a:br>
              <a:rPr lang="en-US" altLang="en-US" sz="7301" b="1" dirty="0"/>
            </a:br>
            <a:endParaRPr lang="en-US" altLang="en-US" sz="3601" dirty="0"/>
          </a:p>
        </p:txBody>
      </p:sp>
      <p:sp>
        <p:nvSpPr>
          <p:cNvPr id="3" name="TextBox 2">
            <a:extLst>
              <a:ext uri="{FF2B5EF4-FFF2-40B4-BE49-F238E27FC236}">
                <a16:creationId xmlns:a16="http://schemas.microsoft.com/office/drawing/2014/main" id="{D2D8E6EE-2583-51BC-3F1B-78CD79B03A24}"/>
              </a:ext>
            </a:extLst>
          </p:cNvPr>
          <p:cNvSpPr txBox="1"/>
          <p:nvPr/>
        </p:nvSpPr>
        <p:spPr>
          <a:xfrm>
            <a:off x="3501704" y="2858441"/>
            <a:ext cx="6094602" cy="923330"/>
          </a:xfrm>
          <a:prstGeom prst="rect">
            <a:avLst/>
          </a:prstGeom>
          <a:noFill/>
        </p:spPr>
        <p:txBody>
          <a:bodyPr wrap="square">
            <a:spAutoFit/>
          </a:bodyPr>
          <a:lstStyle/>
          <a:p>
            <a:r>
              <a:rPr lang="en-US" sz="5400" b="1" dirty="0">
                <a:solidFill>
                  <a:srgbClr val="0070C0"/>
                </a:solidFill>
              </a:rPr>
              <a:t>Machine Learning</a:t>
            </a:r>
            <a:endParaRPr lang="en-US" sz="5400" dirty="0">
              <a:solidFill>
                <a:srgbClr val="0070C0"/>
              </a:solidFill>
            </a:endParaRPr>
          </a:p>
        </p:txBody>
      </p:sp>
    </p:spTree>
    <p:extLst>
      <p:ext uri="{BB962C8B-B14F-4D97-AF65-F5344CB8AC3E}">
        <p14:creationId xmlns:p14="http://schemas.microsoft.com/office/powerpoint/2010/main" val="305428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73732" y="692126"/>
            <a:ext cx="10081651" cy="5693866"/>
          </a:xfrm>
          <a:prstGeom prst="rect">
            <a:avLst/>
          </a:prstGeom>
          <a:noFill/>
        </p:spPr>
        <p:txBody>
          <a:bodyPr wrap="square" lIns="91440" tIns="45720" rIns="91440" bIns="45720">
            <a:spAutoFit/>
          </a:bodyPr>
          <a:lstStyle/>
          <a:p>
            <a:r>
              <a:rPr lang="en-GB" sz="2400" b="1" dirty="0">
                <a:solidFill>
                  <a:srgbClr val="0070C0"/>
                </a:solidFill>
              </a:rPr>
              <a:t>Machine Learning</a:t>
            </a:r>
            <a:br>
              <a:rPr lang="en-GB" sz="2000" dirty="0"/>
            </a:br>
            <a:r>
              <a:rPr lang="en-GB" sz="2000" dirty="0">
                <a:highlight>
                  <a:srgbClr val="FFFF00"/>
                </a:highlight>
              </a:rPr>
              <a:t>Machine Learning (ML) is a branch of Artificial Intelligence (AI) that focuses on building systems capable of learning from data and improving their performance over time without being explicitly programmed with fixed rules. </a:t>
            </a:r>
            <a:r>
              <a:rPr lang="en-GB" sz="2000" dirty="0"/>
              <a:t>Instead of following step-by-step instructions</a:t>
            </a:r>
            <a:r>
              <a:rPr lang="en-GB" sz="2000" dirty="0">
                <a:highlight>
                  <a:srgbClr val="FFFF00"/>
                </a:highlight>
              </a:rPr>
              <a:t>, these systems identify patterns, relationships, and insights within data and use them to make predictions or decisions.</a:t>
            </a:r>
          </a:p>
          <a:p>
            <a:endParaRPr lang="en-GB" sz="2000" dirty="0"/>
          </a:p>
          <a:p>
            <a:r>
              <a:rPr lang="en-GB" sz="2000" b="1" dirty="0">
                <a:solidFill>
                  <a:srgbClr val="0070C0"/>
                </a:solidFill>
              </a:rPr>
              <a:t>Key Idea</a:t>
            </a:r>
          </a:p>
          <a:p>
            <a:pPr marL="342900" indent="-342900">
              <a:buFont typeface="Arial" panose="020B0604020202020204" pitchFamily="34" charset="0"/>
              <a:buChar char="•"/>
            </a:pPr>
            <a:r>
              <a:rPr lang="en-GB" sz="2000" dirty="0">
                <a:highlight>
                  <a:srgbClr val="FFFF00"/>
                </a:highlight>
              </a:rPr>
              <a:t>Traditional programming</a:t>
            </a:r>
            <a:r>
              <a:rPr lang="en-GB" sz="2000" dirty="0"/>
              <a:t> → Programmer writes rules + inputs → computer produces outputs.</a:t>
            </a:r>
          </a:p>
          <a:p>
            <a:pPr marL="342900" indent="-342900">
              <a:buFont typeface="Arial" panose="020B0604020202020204" pitchFamily="34" charset="0"/>
              <a:buChar char="•"/>
            </a:pPr>
            <a:r>
              <a:rPr lang="en-GB" sz="2000" dirty="0">
                <a:highlight>
                  <a:srgbClr val="FFFF00"/>
                </a:highlight>
              </a:rPr>
              <a:t>Machine Learning </a:t>
            </a:r>
            <a:r>
              <a:rPr lang="en-GB" sz="2000" dirty="0"/>
              <a:t>→ Programmer provides data + expected outputs (or just data) → computer learns the rules (model) on its own.</a:t>
            </a:r>
          </a:p>
          <a:p>
            <a:pPr marL="342900" indent="-342900">
              <a:buFont typeface="Arial" panose="020B0604020202020204" pitchFamily="34" charset="0"/>
              <a:buChar char="•"/>
            </a:pPr>
            <a:endParaRPr lang="en-GB" sz="2000" dirty="0"/>
          </a:p>
          <a:p>
            <a:r>
              <a:rPr lang="en-GB" sz="2000" b="1" dirty="0">
                <a:solidFill>
                  <a:srgbClr val="0070C0"/>
                </a:solidFill>
                <a:highlight>
                  <a:srgbClr val="FFFF00"/>
                </a:highlight>
              </a:rPr>
              <a:t>Applications</a:t>
            </a:r>
            <a:endParaRPr lang="en-GB" sz="2000" dirty="0">
              <a:solidFill>
                <a:srgbClr val="0070C0"/>
              </a:solidFill>
              <a:highlight>
                <a:srgbClr val="FFFF00"/>
              </a:highlight>
            </a:endParaRPr>
          </a:p>
          <a:p>
            <a:pPr marL="342900" indent="-342900">
              <a:buFont typeface="Arial" panose="020B0604020202020204" pitchFamily="34" charset="0"/>
              <a:buChar char="•"/>
            </a:pPr>
            <a:r>
              <a:rPr lang="en-GB" sz="2000" dirty="0"/>
              <a:t>Email spam detection</a:t>
            </a:r>
          </a:p>
          <a:p>
            <a:pPr marL="342900" indent="-342900">
              <a:buFont typeface="Arial" panose="020B0604020202020204" pitchFamily="34" charset="0"/>
              <a:buChar char="•"/>
            </a:pPr>
            <a:r>
              <a:rPr lang="en-GB" sz="2000" dirty="0"/>
              <a:t>Speech and image recognition</a:t>
            </a:r>
          </a:p>
          <a:p>
            <a:pPr marL="342900" indent="-342900">
              <a:buFont typeface="Arial" panose="020B0604020202020204" pitchFamily="34" charset="0"/>
              <a:buChar char="•"/>
            </a:pPr>
            <a:r>
              <a:rPr lang="en-GB" sz="2000" dirty="0"/>
              <a:t>Medical diagnosis</a:t>
            </a:r>
          </a:p>
          <a:p>
            <a:pPr marL="342900" indent="-342900">
              <a:buFont typeface="Arial" panose="020B0604020202020204" pitchFamily="34" charset="0"/>
              <a:buChar char="•"/>
            </a:pPr>
            <a:r>
              <a:rPr lang="en-GB" sz="2000" dirty="0"/>
              <a:t>Recommendation systems (e.g., Netflix, YouTube, Amazon) and so on.</a:t>
            </a:r>
          </a:p>
        </p:txBody>
      </p:sp>
      <p:sp>
        <p:nvSpPr>
          <p:cNvPr id="2" name="TextBox 1">
            <a:extLst>
              <a:ext uri="{FF2B5EF4-FFF2-40B4-BE49-F238E27FC236}">
                <a16:creationId xmlns:a16="http://schemas.microsoft.com/office/drawing/2014/main" id="{E5E55002-19E2-79C8-D856-E170A2968F36}"/>
              </a:ext>
            </a:extLst>
          </p:cNvPr>
          <p:cNvSpPr txBox="1"/>
          <p:nvPr/>
        </p:nvSpPr>
        <p:spPr>
          <a:xfrm>
            <a:off x="9921396" y="186567"/>
            <a:ext cx="4541208" cy="738664"/>
          </a:xfrm>
          <a:prstGeom prst="rect">
            <a:avLst/>
          </a:prstGeom>
          <a:noFill/>
        </p:spPr>
        <p:txBody>
          <a:bodyPr wrap="square" rtlCol="0">
            <a:spAutoFit/>
          </a:bodyPr>
          <a:lstStyle/>
          <a:p>
            <a:r>
              <a:rPr lang="en-US" sz="1400" dirty="0"/>
              <a:t>Machine Learning (ML) is a branch of AI where systems learn from data to improve performance without fixed, explicit rules.</a:t>
            </a:r>
          </a:p>
        </p:txBody>
      </p:sp>
    </p:spTree>
    <p:extLst>
      <p:ext uri="{BB962C8B-B14F-4D97-AF65-F5344CB8AC3E}">
        <p14:creationId xmlns:p14="http://schemas.microsoft.com/office/powerpoint/2010/main" val="41916813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73732" y="692126"/>
            <a:ext cx="10081651" cy="5281446"/>
          </a:xfrm>
          <a:prstGeom prst="rect">
            <a:avLst/>
          </a:prstGeom>
          <a:noFill/>
        </p:spPr>
        <p:txBody>
          <a:bodyPr wrap="square" lIns="91440" tIns="45720" rIns="91440" bIns="45720">
            <a:spAutoFit/>
          </a:bodyPr>
          <a:lstStyle/>
          <a:p>
            <a:r>
              <a:rPr lang="en-GB" sz="2800" b="1" dirty="0">
                <a:solidFill>
                  <a:srgbClr val="0070C0"/>
                </a:solidFill>
                <a:highlight>
                  <a:srgbClr val="FFFF00"/>
                </a:highlight>
              </a:rPr>
              <a:t>Types of Machine Learning</a:t>
            </a:r>
            <a:br>
              <a:rPr lang="en-GB" sz="2400" dirty="0"/>
            </a:br>
            <a:endParaRPr lang="en-GB" sz="2400" dirty="0"/>
          </a:p>
          <a:p>
            <a:pPr marL="342900" indent="-342900">
              <a:buFont typeface="Arial" panose="020B0604020202020204" pitchFamily="34" charset="0"/>
              <a:buChar char="•"/>
            </a:pPr>
            <a:r>
              <a:rPr lang="en-GB" sz="2000" b="1" dirty="0">
                <a:solidFill>
                  <a:srgbClr val="0070C0"/>
                </a:solidFill>
                <a:highlight>
                  <a:srgbClr val="FFFF00"/>
                </a:highlight>
              </a:rPr>
              <a:t>Supervised Learning: </a:t>
            </a:r>
            <a:r>
              <a:rPr lang="en-GB" sz="2000" dirty="0">
                <a:highlight>
                  <a:srgbClr val="FFFF00"/>
                </a:highlight>
              </a:rPr>
              <a:t>A type of machine learning where models are trained using </a:t>
            </a:r>
            <a:r>
              <a:rPr lang="en-GB" sz="2000" dirty="0" err="1">
                <a:highlight>
                  <a:srgbClr val="FFFF00"/>
                </a:highlight>
              </a:rPr>
              <a:t>labeled</a:t>
            </a:r>
            <a:r>
              <a:rPr lang="en-GB" sz="2000" dirty="0">
                <a:highlight>
                  <a:srgbClr val="FFFF00"/>
                </a:highlight>
              </a:rPr>
              <a:t> data (input-output pairs). Examples: </a:t>
            </a:r>
            <a:r>
              <a:rPr lang="en-GB" sz="2000" dirty="0"/>
              <a:t>Classification (e.g., spam email detection), Regression (e.g., predicting house prices).</a:t>
            </a:r>
          </a:p>
          <a:p>
            <a:pPr marL="342900" indent="-342900">
              <a:buFont typeface="Arial" panose="020B0604020202020204" pitchFamily="34" charset="0"/>
              <a:buChar char="•"/>
            </a:pPr>
            <a:endParaRPr lang="en-GB" sz="2000" dirty="0"/>
          </a:p>
          <a:p>
            <a:pPr marL="742950" lvl="1" indent="-285750">
              <a:lnSpc>
                <a:spcPct val="107000"/>
              </a:lnSpc>
              <a:spcAft>
                <a:spcPts val="800"/>
              </a:spcAft>
              <a:buSzPts val="1000"/>
              <a:buFont typeface="Courier New" panose="02070309020205020404" pitchFamily="49" charset="0"/>
              <a:buChar char="o"/>
              <a:tabLst>
                <a:tab pos="914400" algn="l"/>
              </a:tabLst>
            </a:pPr>
            <a:r>
              <a:rPr lang="en-US" sz="2000" b="1"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Classification</a:t>
            </a:r>
            <a:r>
              <a:rPr lang="en-US" sz="20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Predicting categorical labels (e.g., spam detection, image classification). </a:t>
            </a:r>
            <a:r>
              <a:rPr lang="en-US" sz="2000" kern="100" dirty="0">
                <a:latin typeface="Aptos" panose="020B0004020202020204" pitchFamily="34" charset="0"/>
                <a:ea typeface="Aptos" panose="020B0004020202020204" pitchFamily="34" charset="0"/>
                <a:cs typeface="Times New Roman" panose="02020603050405020304" pitchFamily="18" charset="0"/>
              </a:rPr>
              <a:t>                                                                                                                               </a:t>
            </a:r>
            <a:r>
              <a:rPr lang="en-US" sz="2000" b="1"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Algorithms:</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Logistic Regression, Decision Trees, Random Forest, Support Vector Machines (SVM), K-Nearest Neighbors (KNN), Naive Bayes, Neural Networks, Gradient Boosting Machines (GBM), AdaBoost, </a:t>
            </a:r>
            <a:r>
              <a:rPr lang="en-US" sz="2000" kern="100" dirty="0" err="1">
                <a:effectLst/>
                <a:latin typeface="Aptos" panose="020B0004020202020204" pitchFamily="34" charset="0"/>
                <a:ea typeface="Aptos" panose="020B0004020202020204" pitchFamily="34" charset="0"/>
                <a:cs typeface="Times New Roman" panose="02020603050405020304" pitchFamily="18" charset="0"/>
              </a:rPr>
              <a:t>XGBoost</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etc</a:t>
            </a:r>
            <a:r>
              <a:rPr lang="en-US" sz="2000" kern="100" dirty="0">
                <a:latin typeface="Aptos" panose="020B0004020202020204" pitchFamily="34" charset="0"/>
                <a:ea typeface="Aptos" panose="020B0004020202020204" pitchFamily="34" charset="0"/>
                <a:cs typeface="Times New Roman" panose="02020603050405020304" pitchFamily="18" charset="0"/>
              </a:rPr>
              <a:t>.</a:t>
            </a:r>
          </a:p>
          <a:p>
            <a:pPr marL="742950" lvl="1" indent="-285750">
              <a:lnSpc>
                <a:spcPct val="107000"/>
              </a:lnSpc>
              <a:spcAft>
                <a:spcPts val="800"/>
              </a:spcAft>
              <a:buSzPts val="1000"/>
              <a:buFont typeface="Courier New" panose="02070309020205020404" pitchFamily="49" charset="0"/>
              <a:buChar char="o"/>
              <a:tabLst>
                <a:tab pos="914400" algn="l"/>
              </a:tabLst>
            </a:pP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US" sz="2000" b="1"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Regression</a:t>
            </a:r>
            <a:r>
              <a:rPr lang="en-US" sz="2000" kern="100" dirty="0">
                <a:effectLst/>
                <a:highlight>
                  <a:srgbClr val="FFFF00"/>
                </a:highlight>
                <a:latin typeface="Aptos" panose="020B0004020202020204" pitchFamily="34" charset="0"/>
                <a:ea typeface="Aptos" panose="020B0004020202020204" pitchFamily="34" charset="0"/>
                <a:cs typeface="Times New Roman" panose="02020603050405020304" pitchFamily="18" charset="0"/>
              </a:rPr>
              <a:t>: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Predicting continuous outputs (e.g., house prices, stock prices). </a:t>
            </a:r>
            <a:r>
              <a:rPr lang="en-US" sz="2000" b="1" kern="100" dirty="0">
                <a:highlight>
                  <a:srgbClr val="FFFF00"/>
                </a:highlight>
                <a:latin typeface="Aptos" panose="020B0004020202020204" pitchFamily="34" charset="0"/>
                <a:ea typeface="Aptos" panose="020B0004020202020204" pitchFamily="34" charset="0"/>
                <a:cs typeface="Times New Roman" panose="02020603050405020304" pitchFamily="18" charset="0"/>
              </a:rPr>
              <a:t>Algorithms:</a:t>
            </a:r>
            <a:r>
              <a:rPr lang="en-US" sz="2000" b="1" kern="100" dirty="0">
                <a:latin typeface="Aptos" panose="020B0004020202020204" pitchFamily="34" charset="0"/>
                <a:ea typeface="Aptos" panose="020B0004020202020204" pitchFamily="34" charset="0"/>
                <a:cs typeface="Times New Roman" panose="02020603050405020304" pitchFamily="18" charset="0"/>
              </a:rPr>
              <a:t> </a:t>
            </a:r>
            <a:r>
              <a:rPr lang="en-US" sz="2000" kern="100" dirty="0">
                <a:latin typeface="Aptos" panose="020B0004020202020204" pitchFamily="34" charset="0"/>
                <a:ea typeface="Aptos" panose="020B0004020202020204" pitchFamily="34" charset="0"/>
                <a:cs typeface="Times New Roman" panose="02020603050405020304" pitchFamily="18" charset="0"/>
              </a:rPr>
              <a:t>Linear Regression, Polynomial Regression, Ridge Regression, Lasso Regression etc.</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158145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73732" y="692126"/>
            <a:ext cx="10081651" cy="3600986"/>
          </a:xfrm>
          <a:prstGeom prst="rect">
            <a:avLst/>
          </a:prstGeom>
          <a:noFill/>
        </p:spPr>
        <p:txBody>
          <a:bodyPr wrap="square" lIns="91440" tIns="45720" rIns="91440" bIns="45720">
            <a:spAutoFit/>
          </a:bodyPr>
          <a:lstStyle/>
          <a:p>
            <a:r>
              <a:rPr lang="en-GB" sz="2800" b="1" dirty="0">
                <a:solidFill>
                  <a:srgbClr val="0070C0"/>
                </a:solidFill>
              </a:rPr>
              <a:t>Types of Machine Learning (contd.)</a:t>
            </a:r>
            <a:br>
              <a:rPr lang="en-GB" sz="2400" dirty="0"/>
            </a:br>
            <a:endParaRPr lang="en-GB" sz="2000" dirty="0"/>
          </a:p>
          <a:p>
            <a:pPr marL="342900" indent="-342900">
              <a:buFont typeface="Arial" panose="020B0604020202020204" pitchFamily="34" charset="0"/>
              <a:buChar char="•"/>
            </a:pPr>
            <a:r>
              <a:rPr lang="en-GB" sz="2000" b="1" dirty="0">
                <a:solidFill>
                  <a:srgbClr val="0070C0"/>
                </a:solidFill>
                <a:highlight>
                  <a:srgbClr val="FFFF00"/>
                </a:highlight>
              </a:rPr>
              <a:t>Unsupervised Learning:</a:t>
            </a:r>
            <a:r>
              <a:rPr lang="en-GB" sz="2000" dirty="0">
                <a:solidFill>
                  <a:srgbClr val="0070C0"/>
                </a:solidFill>
                <a:highlight>
                  <a:srgbClr val="FFFF00"/>
                </a:highlight>
              </a:rPr>
              <a:t> </a:t>
            </a:r>
            <a:r>
              <a:rPr lang="en-GB" sz="2000" dirty="0"/>
              <a:t>A type of machine learning where models are trained using </a:t>
            </a:r>
            <a:r>
              <a:rPr lang="en-GB" sz="2000" dirty="0" err="1"/>
              <a:t>unlabeled</a:t>
            </a:r>
            <a:r>
              <a:rPr lang="en-GB" sz="2000" dirty="0"/>
              <a:t> data (no predefined output). Examples: Clustering (e.g., customer segmentation), Dimensionality reduction.</a:t>
            </a:r>
          </a:p>
          <a:p>
            <a:pPr marL="457200" indent="-457200">
              <a:buFont typeface="Arial" panose="020B0604020202020204" pitchFamily="34" charset="0"/>
              <a:buChar char="•"/>
            </a:pPr>
            <a:endParaRPr lang="en-GB" sz="2000" dirty="0"/>
          </a:p>
          <a:p>
            <a:pPr marL="342900" indent="-342900">
              <a:buFont typeface="Arial" panose="020B0604020202020204" pitchFamily="34" charset="0"/>
              <a:buChar char="•"/>
            </a:pPr>
            <a:r>
              <a:rPr lang="en-GB" sz="2000" b="1" dirty="0">
                <a:solidFill>
                  <a:srgbClr val="0070C0"/>
                </a:solidFill>
                <a:highlight>
                  <a:srgbClr val="FFFF00"/>
                </a:highlight>
              </a:rPr>
              <a:t>Semi-Supervised Learning:</a:t>
            </a:r>
            <a:r>
              <a:rPr lang="en-GB" sz="2000" dirty="0">
                <a:solidFill>
                  <a:srgbClr val="0070C0"/>
                </a:solidFill>
                <a:highlight>
                  <a:srgbClr val="FFFF00"/>
                </a:highlight>
              </a:rPr>
              <a:t> </a:t>
            </a:r>
            <a:r>
              <a:rPr lang="en-GB" sz="2000" dirty="0"/>
              <a:t>A hybrid approach that uses </a:t>
            </a:r>
            <a:r>
              <a:rPr lang="en-GB" sz="2000" dirty="0">
                <a:highlight>
                  <a:srgbClr val="FFFF00"/>
                </a:highlight>
              </a:rPr>
              <a:t>a small amount of </a:t>
            </a:r>
            <a:r>
              <a:rPr lang="en-GB" sz="2000" dirty="0" err="1">
                <a:highlight>
                  <a:srgbClr val="FFFF00"/>
                </a:highlight>
              </a:rPr>
              <a:t>labeled</a:t>
            </a:r>
            <a:r>
              <a:rPr lang="en-GB" sz="2000" dirty="0">
                <a:highlight>
                  <a:srgbClr val="FFFF00"/>
                </a:highlight>
              </a:rPr>
              <a:t> data together with a large amount of </a:t>
            </a:r>
            <a:r>
              <a:rPr lang="en-GB" sz="2000" dirty="0" err="1">
                <a:highlight>
                  <a:srgbClr val="FFFF00"/>
                </a:highlight>
              </a:rPr>
              <a:t>unlabeled</a:t>
            </a:r>
            <a:r>
              <a:rPr lang="en-GB" sz="2000" dirty="0">
                <a:highlight>
                  <a:srgbClr val="FFFF00"/>
                </a:highlight>
              </a:rPr>
              <a:t> data for training. </a:t>
            </a:r>
            <a:r>
              <a:rPr lang="en-GB" sz="2000" dirty="0"/>
              <a:t>Model is first trained using small set of </a:t>
            </a:r>
            <a:r>
              <a:rPr lang="en-GB" sz="2000" dirty="0" err="1"/>
              <a:t>labeled</a:t>
            </a:r>
            <a:r>
              <a:rPr lang="en-GB" sz="2000" dirty="0"/>
              <a:t> data. </a:t>
            </a:r>
            <a:r>
              <a:rPr lang="en-GB" sz="2000" dirty="0">
                <a:highlight>
                  <a:srgbClr val="FFFF00"/>
                </a:highlight>
              </a:rPr>
              <a:t>Then the trained model is used to predict the labels(pseudo) of </a:t>
            </a:r>
            <a:r>
              <a:rPr lang="en-GB" sz="2000" dirty="0" err="1">
                <a:highlight>
                  <a:srgbClr val="FFFF00"/>
                </a:highlight>
              </a:rPr>
              <a:t>unlabeled</a:t>
            </a:r>
            <a:r>
              <a:rPr lang="en-GB" sz="2000" dirty="0">
                <a:highlight>
                  <a:srgbClr val="FFFF00"/>
                </a:highlight>
              </a:rPr>
              <a:t> data. </a:t>
            </a:r>
            <a:r>
              <a:rPr lang="en-GB" sz="2000" dirty="0"/>
              <a:t>Then all data are combined and trained the model with huge </a:t>
            </a:r>
            <a:r>
              <a:rPr lang="en-GB" sz="2000" dirty="0" err="1"/>
              <a:t>labeled</a:t>
            </a:r>
            <a:r>
              <a:rPr lang="en-GB" sz="2000" dirty="0"/>
              <a:t>(true + pseudo) data.</a:t>
            </a:r>
          </a:p>
        </p:txBody>
      </p:sp>
    </p:spTree>
    <p:extLst>
      <p:ext uri="{BB962C8B-B14F-4D97-AF65-F5344CB8AC3E}">
        <p14:creationId xmlns:p14="http://schemas.microsoft.com/office/powerpoint/2010/main" val="1690724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9860" y="408539"/>
            <a:ext cx="10212280" cy="6186309"/>
          </a:xfrm>
          <a:prstGeom prst="rect">
            <a:avLst/>
          </a:prstGeom>
          <a:noFill/>
        </p:spPr>
        <p:txBody>
          <a:bodyPr wrap="square" lIns="91440" tIns="45720" rIns="91440" bIns="45720">
            <a:spAutoFit/>
          </a:bodyPr>
          <a:lstStyle/>
          <a:p>
            <a:r>
              <a:rPr lang="en-GB" sz="2800" b="1" dirty="0">
                <a:solidFill>
                  <a:srgbClr val="0070C0"/>
                </a:solidFill>
              </a:rPr>
              <a:t>Types of Machine Learning (contd.)</a:t>
            </a:r>
          </a:p>
          <a:p>
            <a:endParaRPr lang="en-US" b="1" dirty="0">
              <a:solidFill>
                <a:srgbClr val="0070C0"/>
              </a:solidFill>
            </a:endParaRPr>
          </a:p>
          <a:p>
            <a:pPr marL="342900" indent="-342900">
              <a:buFont typeface="Arial" panose="020B0604020202020204" pitchFamily="34" charset="0"/>
              <a:buChar char="•"/>
            </a:pPr>
            <a:r>
              <a:rPr lang="en-US" sz="2000" b="1" dirty="0">
                <a:solidFill>
                  <a:srgbClr val="0070C0"/>
                </a:solidFill>
                <a:highlight>
                  <a:srgbClr val="FFFF00"/>
                </a:highlight>
              </a:rPr>
              <a:t>Reinforcement learning: </a:t>
            </a:r>
            <a:r>
              <a:rPr lang="en-US" sz="2000" dirty="0"/>
              <a:t>Reinforcement learning is a machine learning training method based on rewarding desired behaviors and/or punishing undesired ones. It helps an agent to maximize its cumulative reward. Example: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pPr lvl="1"/>
            <a:r>
              <a:rPr lang="en-US" sz="2000" dirty="0"/>
              <a:t>The above image shows the robot, diamond, and fires. The goal of the robot is to get the diamond and avoid the hurdles that are fires. The robot learns by trying all the possible paths and then choosing the path which gives him the diamond with the least hurdles. Each right step will give the robot a reward and each wrong step will subtract the reward of the robot. The total reward will be calculated when it reaches the final destination that is the diamond.</a:t>
            </a:r>
          </a:p>
        </p:txBody>
      </p:sp>
      <p:pic>
        <p:nvPicPr>
          <p:cNvPr id="2" name="Picture 1"/>
          <p:cNvPicPr>
            <a:picLocks noChangeAspect="1"/>
          </p:cNvPicPr>
          <p:nvPr/>
        </p:nvPicPr>
        <p:blipFill>
          <a:blip r:embed="rId2"/>
          <a:stretch>
            <a:fillRect/>
          </a:stretch>
        </p:blipFill>
        <p:spPr>
          <a:xfrm>
            <a:off x="4288556" y="2164079"/>
            <a:ext cx="3311124" cy="2216891"/>
          </a:xfrm>
          <a:prstGeom prst="rect">
            <a:avLst/>
          </a:prstGeom>
        </p:spPr>
      </p:pic>
    </p:spTree>
    <p:extLst>
      <p:ext uri="{BB962C8B-B14F-4D97-AF65-F5344CB8AC3E}">
        <p14:creationId xmlns:p14="http://schemas.microsoft.com/office/powerpoint/2010/main" val="3198376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753114" y="997160"/>
            <a:ext cx="8685771" cy="4863679"/>
          </a:xfrm>
          <a:prstGeom prst="rect">
            <a:avLst/>
          </a:prstGeom>
        </p:spPr>
      </p:pic>
    </p:spTree>
    <p:extLst>
      <p:ext uri="{BB962C8B-B14F-4D97-AF65-F5344CB8AC3E}">
        <p14:creationId xmlns:p14="http://schemas.microsoft.com/office/powerpoint/2010/main" val="2705450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45533" y="991556"/>
            <a:ext cx="9100934" cy="4150895"/>
          </a:xfrm>
          <a:prstGeom prst="rect">
            <a:avLst/>
          </a:prstGeom>
        </p:spPr>
      </p:pic>
    </p:spTree>
    <p:extLst>
      <p:ext uri="{BB962C8B-B14F-4D97-AF65-F5344CB8AC3E}">
        <p14:creationId xmlns:p14="http://schemas.microsoft.com/office/powerpoint/2010/main" val="4148854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037582" y="1442845"/>
            <a:ext cx="8560131" cy="3473104"/>
          </a:xfrm>
          <a:prstGeom prst="rect">
            <a:avLst/>
          </a:prstGeom>
        </p:spPr>
      </p:pic>
    </p:spTree>
    <p:extLst>
      <p:ext uri="{BB962C8B-B14F-4D97-AF65-F5344CB8AC3E}">
        <p14:creationId xmlns:p14="http://schemas.microsoft.com/office/powerpoint/2010/main" val="1788104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66151" y="1752134"/>
            <a:ext cx="8705007" cy="2710809"/>
          </a:xfrm>
          <a:prstGeom prst="rect">
            <a:avLst/>
          </a:prstGeom>
        </p:spPr>
      </p:pic>
    </p:spTree>
    <p:extLst>
      <p:ext uri="{BB962C8B-B14F-4D97-AF65-F5344CB8AC3E}">
        <p14:creationId xmlns:p14="http://schemas.microsoft.com/office/powerpoint/2010/main" val="3542430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771977" y="1166069"/>
            <a:ext cx="8411742" cy="4219029"/>
          </a:xfrm>
          <a:prstGeom prst="rect">
            <a:avLst/>
          </a:prstGeom>
        </p:spPr>
      </p:pic>
      <p:sp>
        <p:nvSpPr>
          <p:cNvPr id="2" name="TextBox 1">
            <a:extLst>
              <a:ext uri="{FF2B5EF4-FFF2-40B4-BE49-F238E27FC236}">
                <a16:creationId xmlns:a16="http://schemas.microsoft.com/office/drawing/2014/main" id="{1B9DAAF6-F7C8-EC29-5CFB-4C755FB61407}"/>
              </a:ext>
            </a:extLst>
          </p:cNvPr>
          <p:cNvSpPr txBox="1"/>
          <p:nvPr/>
        </p:nvSpPr>
        <p:spPr>
          <a:xfrm>
            <a:off x="474559" y="362504"/>
            <a:ext cx="11616857" cy="646331"/>
          </a:xfrm>
          <a:prstGeom prst="rect">
            <a:avLst/>
          </a:prstGeom>
          <a:noFill/>
        </p:spPr>
        <p:txBody>
          <a:bodyPr wrap="square" rtlCol="0">
            <a:spAutoFit/>
          </a:bodyPr>
          <a:lstStyle/>
          <a:p>
            <a:r>
              <a:rPr lang="en-US" b="1" dirty="0">
                <a:highlight>
                  <a:srgbClr val="FFFF00"/>
                </a:highlight>
              </a:rPr>
              <a:t>Feature Space</a:t>
            </a:r>
            <a:r>
              <a:rPr lang="en-US" dirty="0">
                <a:highlight>
                  <a:srgbClr val="FFFF00"/>
                </a:highlight>
              </a:rPr>
              <a:t>: Data is represented as features (measurable properties). </a:t>
            </a:r>
          </a:p>
          <a:p>
            <a:r>
              <a:rPr lang="en-US" dirty="0">
                <a:highlight>
                  <a:srgbClr val="FFFF00"/>
                </a:highlight>
              </a:rPr>
              <a:t>A </a:t>
            </a:r>
            <a:r>
              <a:rPr lang="en-US" b="1" dirty="0">
                <a:highlight>
                  <a:srgbClr val="FFFF00"/>
                </a:highlight>
              </a:rPr>
              <a:t>Feature Vector</a:t>
            </a:r>
            <a:r>
              <a:rPr lang="en-US" dirty="0">
                <a:highlight>
                  <a:srgbClr val="FFFF00"/>
                </a:highlight>
              </a:rPr>
              <a:t> is a set of these features that represents an object as a single point in a multi-dimensional space.</a:t>
            </a:r>
          </a:p>
        </p:txBody>
      </p:sp>
    </p:spTree>
    <p:extLst>
      <p:ext uri="{BB962C8B-B14F-4D97-AF65-F5344CB8AC3E}">
        <p14:creationId xmlns:p14="http://schemas.microsoft.com/office/powerpoint/2010/main" val="2181201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65552" y="845236"/>
            <a:ext cx="8751708" cy="4892833"/>
          </a:xfrm>
          <a:prstGeom prst="rect">
            <a:avLst/>
          </a:prstGeom>
        </p:spPr>
      </p:pic>
    </p:spTree>
    <p:extLst>
      <p:ext uri="{BB962C8B-B14F-4D97-AF65-F5344CB8AC3E}">
        <p14:creationId xmlns:p14="http://schemas.microsoft.com/office/powerpoint/2010/main" val="3725993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87079" y="529545"/>
            <a:ext cx="9017842" cy="5435027"/>
          </a:xfrm>
          <a:prstGeom prst="rect">
            <a:avLst/>
          </a:prstGeom>
        </p:spPr>
      </p:pic>
      <p:sp>
        <p:nvSpPr>
          <p:cNvPr id="2" name="TextBox 1">
            <a:extLst>
              <a:ext uri="{FF2B5EF4-FFF2-40B4-BE49-F238E27FC236}">
                <a16:creationId xmlns:a16="http://schemas.microsoft.com/office/drawing/2014/main" id="{5E591CB0-F4F9-75E5-35F8-F0B580320793}"/>
              </a:ext>
            </a:extLst>
          </p:cNvPr>
          <p:cNvSpPr txBox="1"/>
          <p:nvPr/>
        </p:nvSpPr>
        <p:spPr>
          <a:xfrm>
            <a:off x="8458201" y="431763"/>
            <a:ext cx="5093207" cy="923330"/>
          </a:xfrm>
          <a:prstGeom prst="rect">
            <a:avLst/>
          </a:prstGeom>
          <a:noFill/>
        </p:spPr>
        <p:txBody>
          <a:bodyPr wrap="square" rtlCol="0">
            <a:spAutoFit/>
          </a:bodyPr>
          <a:lstStyle/>
          <a:p>
            <a:r>
              <a:rPr lang="en-US" b="1" dirty="0">
                <a:highlight>
                  <a:srgbClr val="FFFF00"/>
                </a:highlight>
              </a:rPr>
              <a:t>Decision Boundary</a:t>
            </a:r>
            <a:r>
              <a:rPr lang="en-US" dirty="0">
                <a:highlight>
                  <a:srgbClr val="FFFF00"/>
                </a:highlight>
              </a:rPr>
              <a:t>: This is the line or surface that separates different classes in the feature space.</a:t>
            </a:r>
          </a:p>
        </p:txBody>
      </p:sp>
    </p:spTree>
    <p:extLst>
      <p:ext uri="{BB962C8B-B14F-4D97-AF65-F5344CB8AC3E}">
        <p14:creationId xmlns:p14="http://schemas.microsoft.com/office/powerpoint/2010/main" val="1530055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88721" y="488502"/>
            <a:ext cx="9921240" cy="5930585"/>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0C72D66-D5C8-FFA8-49A3-5ACF2186E4C0}"/>
                  </a:ext>
                </a:extLst>
              </p14:cNvPr>
              <p14:cNvContentPartPr/>
              <p14:nvPr/>
            </p14:nvContentPartPr>
            <p14:xfrm>
              <a:off x="1599912" y="2092536"/>
              <a:ext cx="3008160" cy="286920"/>
            </p14:xfrm>
          </p:contentPart>
        </mc:Choice>
        <mc:Fallback xmlns="">
          <p:pic>
            <p:nvPicPr>
              <p:cNvPr id="3" name="Ink 2">
                <a:extLst>
                  <a:ext uri="{FF2B5EF4-FFF2-40B4-BE49-F238E27FC236}">
                    <a16:creationId xmlns:a16="http://schemas.microsoft.com/office/drawing/2014/main" id="{10C72D66-D5C8-FFA8-49A3-5ACF2186E4C0}"/>
                  </a:ext>
                </a:extLst>
              </p:cNvPr>
              <p:cNvPicPr/>
              <p:nvPr/>
            </p:nvPicPr>
            <p:blipFill>
              <a:blip r:embed="rId4"/>
              <a:stretch>
                <a:fillRect/>
              </a:stretch>
            </p:blipFill>
            <p:spPr>
              <a:xfrm>
                <a:off x="1546272" y="1984896"/>
                <a:ext cx="3115800" cy="502560"/>
              </a:xfrm>
              <a:prstGeom prst="rect">
                <a:avLst/>
              </a:prstGeom>
            </p:spPr>
          </p:pic>
        </mc:Fallback>
      </mc:AlternateContent>
    </p:spTree>
    <p:extLst>
      <p:ext uri="{BB962C8B-B14F-4D97-AF65-F5344CB8AC3E}">
        <p14:creationId xmlns:p14="http://schemas.microsoft.com/office/powerpoint/2010/main" val="1191338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52525" y="900112"/>
            <a:ext cx="9886950" cy="5057775"/>
          </a:xfrm>
          <a:prstGeom prst="rect">
            <a:avLst/>
          </a:prstGeom>
        </p:spPr>
      </p:pic>
    </p:spTree>
    <p:extLst>
      <p:ext uri="{BB962C8B-B14F-4D97-AF65-F5344CB8AC3E}">
        <p14:creationId xmlns:p14="http://schemas.microsoft.com/office/powerpoint/2010/main" val="32390757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00175" y="819150"/>
            <a:ext cx="9196766" cy="5111387"/>
          </a:xfrm>
          <a:prstGeom prst="rect">
            <a:avLst/>
          </a:prstGeom>
        </p:spPr>
      </p:pic>
    </p:spTree>
    <p:extLst>
      <p:ext uri="{BB962C8B-B14F-4D97-AF65-F5344CB8AC3E}">
        <p14:creationId xmlns:p14="http://schemas.microsoft.com/office/powerpoint/2010/main" val="1515596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994828" y="841193"/>
            <a:ext cx="8202344" cy="4083145"/>
          </a:xfrm>
          <a:prstGeom prst="rect">
            <a:avLst/>
          </a:prstGeom>
        </p:spPr>
      </p:pic>
    </p:spTree>
    <p:extLst>
      <p:ext uri="{BB962C8B-B14F-4D97-AF65-F5344CB8AC3E}">
        <p14:creationId xmlns:p14="http://schemas.microsoft.com/office/powerpoint/2010/main" val="1760732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18956" y="2009164"/>
            <a:ext cx="6955790" cy="584775"/>
          </a:xfrm>
          <a:prstGeom prst="rect">
            <a:avLst/>
          </a:prstGeom>
        </p:spPr>
        <p:txBody>
          <a:bodyPr wrap="square">
            <a:spAutoFit/>
          </a:bodyPr>
          <a:lstStyle/>
          <a:p>
            <a:r>
              <a:rPr lang="en-GB" sz="1600" dirty="0">
                <a:latin typeface="arial" panose="020B0604020202020204" pitchFamily="34" charset="0"/>
              </a:rPr>
              <a:t>Big Data is a collection of data that is huge in volume, yet growing exponentially with time.</a:t>
            </a:r>
            <a:endParaRPr lang="en-GB" sz="1600" dirty="0"/>
          </a:p>
        </p:txBody>
      </p:sp>
      <p:pic>
        <p:nvPicPr>
          <p:cNvPr id="5" name="Picture 4"/>
          <p:cNvPicPr>
            <a:picLocks noChangeAspect="1"/>
          </p:cNvPicPr>
          <p:nvPr/>
        </p:nvPicPr>
        <p:blipFill>
          <a:blip r:embed="rId2"/>
          <a:stretch>
            <a:fillRect/>
          </a:stretch>
        </p:blipFill>
        <p:spPr>
          <a:xfrm>
            <a:off x="2394458" y="1094835"/>
            <a:ext cx="6955790" cy="918521"/>
          </a:xfrm>
          <a:prstGeom prst="rect">
            <a:avLst/>
          </a:prstGeom>
        </p:spPr>
      </p:pic>
      <p:pic>
        <p:nvPicPr>
          <p:cNvPr id="1026" name="Picture 2" descr="Top 9 Real-Time Big Data Applications in Today's World in 2023 | Big data, Cloud computing services, Big data analytics"/>
          <p:cNvPicPr>
            <a:picLocks noChangeAspect="1" noChangeArrowheads="1"/>
          </p:cNvPicPr>
          <p:nvPr/>
        </p:nvPicPr>
        <p:blipFill rotWithShape="1">
          <a:blip r:embed="rId3">
            <a:extLst>
              <a:ext uri="{28A0092B-C50C-407E-A947-70E740481C1C}">
                <a14:useLocalDpi xmlns:a14="http://schemas.microsoft.com/office/drawing/2010/main" val="0"/>
              </a:ext>
            </a:extLst>
          </a:blip>
          <a:srcRect l="15560" r="11582"/>
          <a:stretch/>
        </p:blipFill>
        <p:spPr bwMode="auto">
          <a:xfrm>
            <a:off x="3720512" y="2686489"/>
            <a:ext cx="4391641" cy="3155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219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C103CAEC-EFA1-47CE-BACF-9A92008C31D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Times New Roman" panose="02020603050405020304" pitchFamily="18" charset="0"/>
              </a:defRPr>
            </a:lvl1pPr>
            <a:lvl2pPr marL="743013" indent="-285774">
              <a:spcBef>
                <a:spcPct val="20000"/>
              </a:spcBef>
              <a:buChar char="–"/>
              <a:defRPr sz="2800">
                <a:solidFill>
                  <a:schemeClr val="tx1"/>
                </a:solidFill>
                <a:latin typeface="Times New Roman" panose="02020603050405020304" pitchFamily="18" charset="0"/>
              </a:defRPr>
            </a:lvl2pPr>
            <a:lvl3pPr marL="1143096" indent="-228619">
              <a:spcBef>
                <a:spcPct val="20000"/>
              </a:spcBef>
              <a:buChar char="•"/>
              <a:defRPr sz="1600">
                <a:solidFill>
                  <a:schemeClr val="tx1"/>
                </a:solidFill>
                <a:latin typeface="Times New Roman" panose="02020603050405020304" pitchFamily="18" charset="0"/>
              </a:defRPr>
            </a:lvl3pPr>
            <a:lvl4pPr marL="1600335" indent="-228619">
              <a:spcBef>
                <a:spcPct val="20000"/>
              </a:spcBef>
              <a:buChar char="–"/>
              <a:defRPr sz="1400">
                <a:solidFill>
                  <a:schemeClr val="tx1"/>
                </a:solidFill>
                <a:latin typeface="Times New Roman" panose="02020603050405020304" pitchFamily="18" charset="0"/>
              </a:defRPr>
            </a:lvl4pPr>
            <a:lvl5pPr marL="2057573" indent="-228619">
              <a:spcBef>
                <a:spcPct val="20000"/>
              </a:spcBef>
              <a:buChar char="»"/>
              <a:defRPr sz="1200">
                <a:solidFill>
                  <a:schemeClr val="tx1"/>
                </a:solidFill>
                <a:latin typeface="Times New Roman" panose="02020603050405020304" pitchFamily="18" charset="0"/>
              </a:defRPr>
            </a:lvl5pPr>
            <a:lvl6pPr marL="2514812" indent="-228619" eaLnBrk="0" fontAlgn="base" hangingPunct="0">
              <a:spcBef>
                <a:spcPct val="20000"/>
              </a:spcBef>
              <a:spcAft>
                <a:spcPct val="0"/>
              </a:spcAft>
              <a:buChar char="»"/>
              <a:defRPr sz="1200">
                <a:solidFill>
                  <a:schemeClr val="tx1"/>
                </a:solidFill>
                <a:latin typeface="Times New Roman" panose="02020603050405020304" pitchFamily="18" charset="0"/>
              </a:defRPr>
            </a:lvl6pPr>
            <a:lvl7pPr marL="2972050" indent="-228619" eaLnBrk="0" fontAlgn="base" hangingPunct="0">
              <a:spcBef>
                <a:spcPct val="20000"/>
              </a:spcBef>
              <a:spcAft>
                <a:spcPct val="0"/>
              </a:spcAft>
              <a:buChar char="»"/>
              <a:defRPr sz="1200">
                <a:solidFill>
                  <a:schemeClr val="tx1"/>
                </a:solidFill>
                <a:latin typeface="Times New Roman" panose="02020603050405020304" pitchFamily="18" charset="0"/>
              </a:defRPr>
            </a:lvl7pPr>
            <a:lvl8pPr marL="3429289" indent="-228619" eaLnBrk="0" fontAlgn="base" hangingPunct="0">
              <a:spcBef>
                <a:spcPct val="20000"/>
              </a:spcBef>
              <a:spcAft>
                <a:spcPct val="0"/>
              </a:spcAft>
              <a:buChar char="»"/>
              <a:defRPr sz="1200">
                <a:solidFill>
                  <a:schemeClr val="tx1"/>
                </a:solidFill>
                <a:latin typeface="Times New Roman" panose="02020603050405020304" pitchFamily="18" charset="0"/>
              </a:defRPr>
            </a:lvl8pPr>
            <a:lvl9pPr marL="3886527" indent="-228619" eaLnBrk="0" fontAlgn="base" hangingPunct="0">
              <a:spcBef>
                <a:spcPct val="20000"/>
              </a:spcBef>
              <a:spcAft>
                <a:spcPct val="0"/>
              </a:spcAft>
              <a:buChar char="»"/>
              <a:defRPr sz="1200">
                <a:solidFill>
                  <a:schemeClr val="tx1"/>
                </a:solidFill>
                <a:latin typeface="Times New Roman" panose="02020603050405020304" pitchFamily="18" charset="0"/>
              </a:defRPr>
            </a:lvl9pPr>
          </a:lstStyle>
          <a:p>
            <a:pPr>
              <a:spcBef>
                <a:spcPct val="0"/>
              </a:spcBef>
              <a:buFontTx/>
              <a:buNone/>
            </a:pPr>
            <a:fld id="{0425666B-B9E6-4D06-A4F9-06813418CEAE}" type="slidenum">
              <a:rPr lang="en-US" altLang="en-US" sz="800"/>
              <a:pPr>
                <a:spcBef>
                  <a:spcPct val="0"/>
                </a:spcBef>
                <a:buFontTx/>
                <a:buNone/>
              </a:pPr>
              <a:t>18</a:t>
            </a:fld>
            <a:endParaRPr lang="en-US" altLang="en-US" sz="800"/>
          </a:p>
        </p:txBody>
      </p:sp>
      <p:sp>
        <p:nvSpPr>
          <p:cNvPr id="4099" name="Rectangle 2">
            <a:extLst>
              <a:ext uri="{FF2B5EF4-FFF2-40B4-BE49-F238E27FC236}">
                <a16:creationId xmlns:a16="http://schemas.microsoft.com/office/drawing/2014/main" id="{F2724EA0-CABE-47D1-954E-AD8DE13BDA47}"/>
              </a:ext>
            </a:extLst>
          </p:cNvPr>
          <p:cNvSpPr>
            <a:spLocks noGrp="1" noChangeArrowheads="1"/>
          </p:cNvSpPr>
          <p:nvPr>
            <p:ph type="ctrTitle"/>
          </p:nvPr>
        </p:nvSpPr>
        <p:spPr>
          <a:xfrm>
            <a:off x="1690231" y="953270"/>
            <a:ext cx="8832496" cy="3550491"/>
          </a:xfrm>
        </p:spPr>
        <p:txBody>
          <a:bodyPr>
            <a:normAutofit/>
          </a:bodyPr>
          <a:lstStyle/>
          <a:p>
            <a:pPr defTabSz="914400" eaLnBrk="0" fontAlgn="base" hangingPunct="0">
              <a:lnSpc>
                <a:spcPct val="100000"/>
              </a:lnSpc>
              <a:spcAft>
                <a:spcPct val="0"/>
              </a:spcAft>
            </a:pPr>
            <a:br>
              <a:rPr lang="en-US" altLang="en-US" dirty="0"/>
            </a:br>
            <a:br>
              <a:rPr lang="en-US" altLang="en-US" sz="7301" b="1" dirty="0"/>
            </a:br>
            <a:endParaRPr lang="en-US" altLang="en-US" sz="3601" dirty="0"/>
          </a:p>
        </p:txBody>
      </p:sp>
      <p:pic>
        <p:nvPicPr>
          <p:cNvPr id="3" name="Picture 2"/>
          <p:cNvPicPr>
            <a:picLocks noChangeAspect="1"/>
          </p:cNvPicPr>
          <p:nvPr/>
        </p:nvPicPr>
        <p:blipFill>
          <a:blip r:embed="rId3"/>
          <a:stretch>
            <a:fillRect/>
          </a:stretch>
        </p:blipFill>
        <p:spPr>
          <a:xfrm>
            <a:off x="1271587" y="2514600"/>
            <a:ext cx="9648825" cy="1828800"/>
          </a:xfrm>
          <a:prstGeom prst="rect">
            <a:avLst/>
          </a:prstGeom>
        </p:spPr>
      </p:pic>
    </p:spTree>
    <p:extLst>
      <p:ext uri="{BB962C8B-B14F-4D97-AF65-F5344CB8AC3E}">
        <p14:creationId xmlns:p14="http://schemas.microsoft.com/office/powerpoint/2010/main" val="19931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398392" y="842212"/>
            <a:ext cx="7758521" cy="4191182"/>
          </a:xfrm>
          <a:prstGeom prst="rect">
            <a:avLst/>
          </a:prstGeom>
        </p:spPr>
      </p:pic>
    </p:spTree>
    <p:extLst>
      <p:ext uri="{BB962C8B-B14F-4D97-AF65-F5344CB8AC3E}">
        <p14:creationId xmlns:p14="http://schemas.microsoft.com/office/powerpoint/2010/main" val="4244784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431572" y="989259"/>
            <a:ext cx="7328855" cy="4027358"/>
          </a:xfrm>
          <a:prstGeom prst="rect">
            <a:avLst/>
          </a:prstGeom>
        </p:spPr>
      </p:pic>
      <p:sp>
        <p:nvSpPr>
          <p:cNvPr id="2" name="TextBox 1">
            <a:extLst>
              <a:ext uri="{FF2B5EF4-FFF2-40B4-BE49-F238E27FC236}">
                <a16:creationId xmlns:a16="http://schemas.microsoft.com/office/drawing/2014/main" id="{C564407B-00CF-FEFD-53E7-ED141649E505}"/>
              </a:ext>
            </a:extLst>
          </p:cNvPr>
          <p:cNvSpPr txBox="1"/>
          <p:nvPr/>
        </p:nvSpPr>
        <p:spPr>
          <a:xfrm>
            <a:off x="10177272" y="411744"/>
            <a:ext cx="3108960" cy="5293757"/>
          </a:xfrm>
          <a:prstGeom prst="rect">
            <a:avLst/>
          </a:prstGeom>
          <a:noFill/>
        </p:spPr>
        <p:txBody>
          <a:bodyPr wrap="square" rtlCol="0">
            <a:spAutoFit/>
          </a:bodyPr>
          <a:lstStyle/>
          <a:p>
            <a:r>
              <a:rPr lang="en-US" sz="1600" b="1" dirty="0"/>
              <a:t>Evaluation Metrics</a:t>
            </a:r>
          </a:p>
          <a:p>
            <a:r>
              <a:rPr lang="en-US" sz="1600" dirty="0"/>
              <a:t>To know if a model is "good," we use specific calculations:</a:t>
            </a:r>
          </a:p>
          <a:p>
            <a:r>
              <a:rPr lang="en-US" sz="1600" b="1" dirty="0"/>
              <a:t>Accuracy</a:t>
            </a:r>
            <a:r>
              <a:rPr lang="en-US" sz="1600" dirty="0"/>
              <a:t>: Total correct predictions divided by total predictions.</a:t>
            </a:r>
          </a:p>
          <a:p>
            <a:r>
              <a:rPr lang="en-US" sz="1600" b="1" dirty="0"/>
              <a:t>Precision</a:t>
            </a:r>
            <a:r>
              <a:rPr lang="en-US" sz="1600" dirty="0"/>
              <a:t>: Out of all the positive predictions the model made, how many were actually correct? (Focuses on avoiding False Positives).</a:t>
            </a:r>
          </a:p>
          <a:p>
            <a:r>
              <a:rPr lang="en-US" sz="1600" b="1" dirty="0"/>
              <a:t>Recall</a:t>
            </a:r>
            <a:r>
              <a:rPr lang="en-US" sz="1600" dirty="0"/>
              <a:t>: Out of all the actual positive cases that exist, how many did the model find? (Focuses on avoiding False Negatives).</a:t>
            </a:r>
          </a:p>
          <a:p>
            <a:r>
              <a:rPr lang="en-US" sz="1600" b="1" dirty="0"/>
              <a:t>F1-Score</a:t>
            </a:r>
            <a:r>
              <a:rPr lang="en-US" sz="1600" dirty="0"/>
              <a:t>: The harmonic mean of Precision and Recall; it provides a single score that balances both.</a:t>
            </a:r>
          </a:p>
          <a:p>
            <a:endParaRPr lang="en-US" sz="1600" dirty="0"/>
          </a:p>
        </p:txBody>
      </p:sp>
      <p:grpSp>
        <p:nvGrpSpPr>
          <p:cNvPr id="13" name="Group 12">
            <a:extLst>
              <a:ext uri="{FF2B5EF4-FFF2-40B4-BE49-F238E27FC236}">
                <a16:creationId xmlns:a16="http://schemas.microsoft.com/office/drawing/2014/main" id="{B52FE6AB-AF1A-FF82-4F95-852B348673EB}"/>
              </a:ext>
            </a:extLst>
          </p:cNvPr>
          <p:cNvGrpSpPr/>
          <p:nvPr/>
        </p:nvGrpSpPr>
        <p:grpSpPr>
          <a:xfrm>
            <a:off x="502632" y="484416"/>
            <a:ext cx="2074320" cy="753840"/>
            <a:chOff x="502632" y="484416"/>
            <a:chExt cx="2074320" cy="753840"/>
          </a:xfrm>
        </p:grpSpPr>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41EBEE7F-8A91-CC4E-28D3-2F6D273A52DB}"/>
                    </a:ext>
                  </a:extLst>
                </p14:cNvPr>
                <p14:cNvContentPartPr/>
                <p14:nvPr/>
              </p14:nvContentPartPr>
              <p14:xfrm>
                <a:off x="623232" y="594216"/>
                <a:ext cx="401400" cy="596160"/>
              </p14:xfrm>
            </p:contentPart>
          </mc:Choice>
          <mc:Fallback>
            <p:pic>
              <p:nvPicPr>
                <p:cNvPr id="3" name="Ink 2">
                  <a:extLst>
                    <a:ext uri="{FF2B5EF4-FFF2-40B4-BE49-F238E27FC236}">
                      <a16:creationId xmlns:a16="http://schemas.microsoft.com/office/drawing/2014/main" id="{41EBEE7F-8A91-CC4E-28D3-2F6D273A52DB}"/>
                    </a:ext>
                  </a:extLst>
                </p:cNvPr>
                <p:cNvPicPr/>
                <p:nvPr/>
              </p:nvPicPr>
              <p:blipFill>
                <a:blip r:embed="rId5"/>
                <a:stretch>
                  <a:fillRect/>
                </a:stretch>
              </p:blipFill>
              <p:spPr>
                <a:xfrm>
                  <a:off x="614232" y="585216"/>
                  <a:ext cx="419040" cy="6138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A7C9C343-B544-C03F-67A2-7E9D10DB7190}"/>
                    </a:ext>
                  </a:extLst>
                </p14:cNvPr>
                <p14:cNvContentPartPr/>
                <p14:nvPr/>
              </p14:nvContentPartPr>
              <p14:xfrm>
                <a:off x="566712" y="722376"/>
                <a:ext cx="446760" cy="336960"/>
              </p14:xfrm>
            </p:contentPart>
          </mc:Choice>
          <mc:Fallback>
            <p:pic>
              <p:nvPicPr>
                <p:cNvPr id="5" name="Ink 4">
                  <a:extLst>
                    <a:ext uri="{FF2B5EF4-FFF2-40B4-BE49-F238E27FC236}">
                      <a16:creationId xmlns:a16="http://schemas.microsoft.com/office/drawing/2014/main" id="{A7C9C343-B544-C03F-67A2-7E9D10DB7190}"/>
                    </a:ext>
                  </a:extLst>
                </p:cNvPr>
                <p:cNvPicPr/>
                <p:nvPr/>
              </p:nvPicPr>
              <p:blipFill>
                <a:blip r:embed="rId7"/>
                <a:stretch>
                  <a:fillRect/>
                </a:stretch>
              </p:blipFill>
              <p:spPr>
                <a:xfrm>
                  <a:off x="557712" y="713376"/>
                  <a:ext cx="464400" cy="354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7905050C-F03F-DFB2-630B-474293C6B4E9}"/>
                    </a:ext>
                  </a:extLst>
                </p14:cNvPr>
                <p14:cNvContentPartPr/>
                <p14:nvPr/>
              </p14:nvContentPartPr>
              <p14:xfrm>
                <a:off x="776952" y="603576"/>
                <a:ext cx="195840" cy="600840"/>
              </p14:xfrm>
            </p:contentPart>
          </mc:Choice>
          <mc:Fallback>
            <p:pic>
              <p:nvPicPr>
                <p:cNvPr id="7" name="Ink 6">
                  <a:extLst>
                    <a:ext uri="{FF2B5EF4-FFF2-40B4-BE49-F238E27FC236}">
                      <a16:creationId xmlns:a16="http://schemas.microsoft.com/office/drawing/2014/main" id="{7905050C-F03F-DFB2-630B-474293C6B4E9}"/>
                    </a:ext>
                  </a:extLst>
                </p:cNvPr>
                <p:cNvPicPr/>
                <p:nvPr/>
              </p:nvPicPr>
              <p:blipFill>
                <a:blip r:embed="rId9"/>
                <a:stretch>
                  <a:fillRect/>
                </a:stretch>
              </p:blipFill>
              <p:spPr>
                <a:xfrm>
                  <a:off x="768312" y="594576"/>
                  <a:ext cx="213480" cy="618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41604E34-4C15-8B62-CB30-5AE89A4B1123}"/>
                    </a:ext>
                  </a:extLst>
                </p14:cNvPr>
                <p14:cNvContentPartPr/>
                <p14:nvPr/>
              </p14:nvContentPartPr>
              <p14:xfrm>
                <a:off x="502632" y="950976"/>
                <a:ext cx="809640" cy="119520"/>
              </p14:xfrm>
            </p:contentPart>
          </mc:Choice>
          <mc:Fallback>
            <p:pic>
              <p:nvPicPr>
                <p:cNvPr id="8" name="Ink 7">
                  <a:extLst>
                    <a:ext uri="{FF2B5EF4-FFF2-40B4-BE49-F238E27FC236}">
                      <a16:creationId xmlns:a16="http://schemas.microsoft.com/office/drawing/2014/main" id="{41604E34-4C15-8B62-CB30-5AE89A4B1123}"/>
                    </a:ext>
                  </a:extLst>
                </p:cNvPr>
                <p:cNvPicPr/>
                <p:nvPr/>
              </p:nvPicPr>
              <p:blipFill>
                <a:blip r:embed="rId11"/>
                <a:stretch>
                  <a:fillRect/>
                </a:stretch>
              </p:blipFill>
              <p:spPr>
                <a:xfrm>
                  <a:off x="493992" y="941976"/>
                  <a:ext cx="827280" cy="1371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C9958E70-C499-6F15-C3A1-E6538A490887}"/>
                    </a:ext>
                  </a:extLst>
                </p14:cNvPr>
                <p14:cNvContentPartPr/>
                <p14:nvPr/>
              </p14:nvContentPartPr>
              <p14:xfrm>
                <a:off x="1775952" y="484416"/>
                <a:ext cx="437040" cy="587880"/>
              </p14:xfrm>
            </p:contentPart>
          </mc:Choice>
          <mc:Fallback>
            <p:pic>
              <p:nvPicPr>
                <p:cNvPr id="9" name="Ink 8">
                  <a:extLst>
                    <a:ext uri="{FF2B5EF4-FFF2-40B4-BE49-F238E27FC236}">
                      <a16:creationId xmlns:a16="http://schemas.microsoft.com/office/drawing/2014/main" id="{C9958E70-C499-6F15-C3A1-E6538A490887}"/>
                    </a:ext>
                  </a:extLst>
                </p:cNvPr>
                <p:cNvPicPr/>
                <p:nvPr/>
              </p:nvPicPr>
              <p:blipFill>
                <a:blip r:embed="rId13"/>
                <a:stretch>
                  <a:fillRect/>
                </a:stretch>
              </p:blipFill>
              <p:spPr>
                <a:xfrm>
                  <a:off x="1766952" y="475416"/>
                  <a:ext cx="454680" cy="6055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487ABE6D-527A-DFBA-4B2F-081E87DEB90B}"/>
                    </a:ext>
                  </a:extLst>
                </p14:cNvPr>
                <p14:cNvContentPartPr/>
                <p14:nvPr/>
              </p14:nvContentPartPr>
              <p14:xfrm>
                <a:off x="1792152" y="694656"/>
                <a:ext cx="784800" cy="543600"/>
              </p14:xfrm>
            </p:contentPart>
          </mc:Choice>
          <mc:Fallback>
            <p:pic>
              <p:nvPicPr>
                <p:cNvPr id="10" name="Ink 9">
                  <a:extLst>
                    <a:ext uri="{FF2B5EF4-FFF2-40B4-BE49-F238E27FC236}">
                      <a16:creationId xmlns:a16="http://schemas.microsoft.com/office/drawing/2014/main" id="{487ABE6D-527A-DFBA-4B2F-081E87DEB90B}"/>
                    </a:ext>
                  </a:extLst>
                </p:cNvPr>
                <p:cNvPicPr/>
                <p:nvPr/>
              </p:nvPicPr>
              <p:blipFill>
                <a:blip r:embed="rId15"/>
                <a:stretch>
                  <a:fillRect/>
                </a:stretch>
              </p:blipFill>
              <p:spPr>
                <a:xfrm>
                  <a:off x="1783512" y="686016"/>
                  <a:ext cx="802440" cy="5612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7CA7C1DC-A401-08C4-0292-C8020D9587ED}"/>
                    </a:ext>
                  </a:extLst>
                </p14:cNvPr>
                <p14:cNvContentPartPr/>
                <p14:nvPr/>
              </p14:nvContentPartPr>
              <p14:xfrm>
                <a:off x="1773792" y="512136"/>
                <a:ext cx="359640" cy="589320"/>
              </p14:xfrm>
            </p:contentPart>
          </mc:Choice>
          <mc:Fallback>
            <p:pic>
              <p:nvPicPr>
                <p:cNvPr id="11" name="Ink 10">
                  <a:extLst>
                    <a:ext uri="{FF2B5EF4-FFF2-40B4-BE49-F238E27FC236}">
                      <a16:creationId xmlns:a16="http://schemas.microsoft.com/office/drawing/2014/main" id="{7CA7C1DC-A401-08C4-0292-C8020D9587ED}"/>
                    </a:ext>
                  </a:extLst>
                </p:cNvPr>
                <p:cNvPicPr/>
                <p:nvPr/>
              </p:nvPicPr>
              <p:blipFill>
                <a:blip r:embed="rId17"/>
                <a:stretch>
                  <a:fillRect/>
                </a:stretch>
              </p:blipFill>
              <p:spPr>
                <a:xfrm>
                  <a:off x="1764792" y="503136"/>
                  <a:ext cx="377280" cy="6069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84C9D22F-AC83-B387-4760-1C472E6B94EF}"/>
                    </a:ext>
                  </a:extLst>
                </p14:cNvPr>
                <p14:cNvContentPartPr/>
                <p14:nvPr/>
              </p14:nvContentPartPr>
              <p14:xfrm>
                <a:off x="1682712" y="781056"/>
                <a:ext cx="624960" cy="179280"/>
              </p14:xfrm>
            </p:contentPart>
          </mc:Choice>
          <mc:Fallback>
            <p:pic>
              <p:nvPicPr>
                <p:cNvPr id="12" name="Ink 11">
                  <a:extLst>
                    <a:ext uri="{FF2B5EF4-FFF2-40B4-BE49-F238E27FC236}">
                      <a16:creationId xmlns:a16="http://schemas.microsoft.com/office/drawing/2014/main" id="{84C9D22F-AC83-B387-4760-1C472E6B94EF}"/>
                    </a:ext>
                  </a:extLst>
                </p:cNvPr>
                <p:cNvPicPr/>
                <p:nvPr/>
              </p:nvPicPr>
              <p:blipFill>
                <a:blip r:embed="rId19"/>
                <a:stretch>
                  <a:fillRect/>
                </a:stretch>
              </p:blipFill>
              <p:spPr>
                <a:xfrm>
                  <a:off x="1673712" y="772056"/>
                  <a:ext cx="642600" cy="196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D6BE0874-2106-9873-6E00-E59C0DB7DF6E}"/>
                  </a:ext>
                </a:extLst>
              </p14:cNvPr>
              <p14:cNvContentPartPr/>
              <p14:nvPr/>
            </p14:nvContentPartPr>
            <p14:xfrm>
              <a:off x="6262632" y="2512296"/>
              <a:ext cx="3713760" cy="2225520"/>
            </p14:xfrm>
          </p:contentPart>
        </mc:Choice>
        <mc:Fallback>
          <p:pic>
            <p:nvPicPr>
              <p:cNvPr id="14" name="Ink 13">
                <a:extLst>
                  <a:ext uri="{FF2B5EF4-FFF2-40B4-BE49-F238E27FC236}">
                    <a16:creationId xmlns:a16="http://schemas.microsoft.com/office/drawing/2014/main" id="{D6BE0874-2106-9873-6E00-E59C0DB7DF6E}"/>
                  </a:ext>
                </a:extLst>
              </p:cNvPr>
              <p:cNvPicPr/>
              <p:nvPr/>
            </p:nvPicPr>
            <p:blipFill>
              <a:blip r:embed="rId21"/>
              <a:stretch>
                <a:fillRect/>
              </a:stretch>
            </p:blipFill>
            <p:spPr>
              <a:xfrm>
                <a:off x="6253992" y="2503656"/>
                <a:ext cx="3731400" cy="2243160"/>
              </a:xfrm>
              <a:prstGeom prst="rect">
                <a:avLst/>
              </a:prstGeom>
            </p:spPr>
          </p:pic>
        </mc:Fallback>
      </mc:AlternateContent>
    </p:spTree>
    <p:extLst>
      <p:ext uri="{BB962C8B-B14F-4D97-AF65-F5344CB8AC3E}">
        <p14:creationId xmlns:p14="http://schemas.microsoft.com/office/powerpoint/2010/main" val="2914971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444752" y="1090970"/>
            <a:ext cx="9875520" cy="4523446"/>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E73594AE-912C-751B-4994-13AB0DAFD399}"/>
                  </a:ext>
                </a:extLst>
              </p14:cNvPr>
              <p14:cNvContentPartPr/>
              <p14:nvPr/>
            </p14:nvContentPartPr>
            <p14:xfrm>
              <a:off x="1343952" y="4643856"/>
              <a:ext cx="4435200" cy="1483920"/>
            </p14:xfrm>
          </p:contentPart>
        </mc:Choice>
        <mc:Fallback>
          <p:pic>
            <p:nvPicPr>
              <p:cNvPr id="2" name="Ink 1">
                <a:extLst>
                  <a:ext uri="{FF2B5EF4-FFF2-40B4-BE49-F238E27FC236}">
                    <a16:creationId xmlns:a16="http://schemas.microsoft.com/office/drawing/2014/main" id="{E73594AE-912C-751B-4994-13AB0DAFD399}"/>
                  </a:ext>
                </a:extLst>
              </p:cNvPr>
              <p:cNvPicPr/>
              <p:nvPr/>
            </p:nvPicPr>
            <p:blipFill>
              <a:blip r:embed="rId5"/>
              <a:stretch>
                <a:fillRect/>
              </a:stretch>
            </p:blipFill>
            <p:spPr>
              <a:xfrm>
                <a:off x="1335312" y="4634856"/>
                <a:ext cx="4452840" cy="1501560"/>
              </a:xfrm>
              <a:prstGeom prst="rect">
                <a:avLst/>
              </a:prstGeom>
            </p:spPr>
          </p:pic>
        </mc:Fallback>
      </mc:AlternateContent>
    </p:spTree>
    <p:extLst>
      <p:ext uri="{BB962C8B-B14F-4D97-AF65-F5344CB8AC3E}">
        <p14:creationId xmlns:p14="http://schemas.microsoft.com/office/powerpoint/2010/main" val="889165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p:cNvGrpSpPr/>
          <p:nvPr/>
        </p:nvGrpSpPr>
        <p:grpSpPr>
          <a:xfrm>
            <a:off x="1446942" y="1274367"/>
            <a:ext cx="9685295" cy="2668459"/>
            <a:chOff x="2378121" y="3722434"/>
            <a:chExt cx="7192599" cy="1981680"/>
          </a:xfrm>
        </p:grpSpPr>
        <p:grpSp>
          <p:nvGrpSpPr>
            <p:cNvPr id="10" name="Group 9"/>
            <p:cNvGrpSpPr/>
            <p:nvPr/>
          </p:nvGrpSpPr>
          <p:grpSpPr>
            <a:xfrm>
              <a:off x="2439081" y="4583866"/>
              <a:ext cx="7131639" cy="1120248"/>
              <a:chOff x="1589449" y="4765271"/>
              <a:chExt cx="8734425" cy="1323975"/>
            </a:xfrm>
          </p:grpSpPr>
          <p:pic>
            <p:nvPicPr>
              <p:cNvPr id="7" name="Picture 6"/>
              <p:cNvPicPr>
                <a:picLocks noChangeAspect="1"/>
              </p:cNvPicPr>
              <p:nvPr/>
            </p:nvPicPr>
            <p:blipFill>
              <a:blip r:embed="rId3"/>
              <a:stretch>
                <a:fillRect/>
              </a:stretch>
            </p:blipFill>
            <p:spPr>
              <a:xfrm>
                <a:off x="1589449" y="4765271"/>
                <a:ext cx="8620125" cy="657225"/>
              </a:xfrm>
              <a:prstGeom prst="rect">
                <a:avLst/>
              </a:prstGeom>
            </p:spPr>
          </p:pic>
          <p:pic>
            <p:nvPicPr>
              <p:cNvPr id="8" name="Picture 7"/>
              <p:cNvPicPr>
                <a:picLocks noChangeAspect="1"/>
              </p:cNvPicPr>
              <p:nvPr/>
            </p:nvPicPr>
            <p:blipFill>
              <a:blip r:embed="rId4"/>
              <a:stretch>
                <a:fillRect/>
              </a:stretch>
            </p:blipFill>
            <p:spPr>
              <a:xfrm>
                <a:off x="1589449" y="5422496"/>
                <a:ext cx="8734425" cy="666750"/>
              </a:xfrm>
              <a:prstGeom prst="rect">
                <a:avLst/>
              </a:prstGeom>
            </p:spPr>
          </p:pic>
        </p:grpSp>
        <p:pic>
          <p:nvPicPr>
            <p:cNvPr id="9" name="Picture 8"/>
            <p:cNvPicPr>
              <a:picLocks noChangeAspect="1"/>
            </p:cNvPicPr>
            <p:nvPr/>
          </p:nvPicPr>
          <p:blipFill>
            <a:blip r:embed="rId5"/>
            <a:stretch>
              <a:fillRect/>
            </a:stretch>
          </p:blipFill>
          <p:spPr>
            <a:xfrm>
              <a:off x="2378121" y="3722434"/>
              <a:ext cx="6913926" cy="752174"/>
            </a:xfrm>
            <a:prstGeom prst="rect">
              <a:avLst/>
            </a:prstGeom>
          </p:spPr>
        </p:pic>
      </p:grpSp>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BD50EF42-117A-1271-0009-EAC2AA3A50AC}"/>
                  </a:ext>
                </a:extLst>
              </p14:cNvPr>
              <p14:cNvContentPartPr/>
              <p14:nvPr/>
            </p14:nvContentPartPr>
            <p14:xfrm>
              <a:off x="1801512" y="2596896"/>
              <a:ext cx="941040" cy="19800"/>
            </p14:xfrm>
          </p:contentPart>
        </mc:Choice>
        <mc:Fallback xmlns="">
          <p:pic>
            <p:nvPicPr>
              <p:cNvPr id="2" name="Ink 1">
                <a:extLst>
                  <a:ext uri="{FF2B5EF4-FFF2-40B4-BE49-F238E27FC236}">
                    <a16:creationId xmlns:a16="http://schemas.microsoft.com/office/drawing/2014/main" id="{BD50EF42-117A-1271-0009-EAC2AA3A50AC}"/>
                  </a:ext>
                </a:extLst>
              </p:cNvPr>
              <p:cNvPicPr/>
              <p:nvPr/>
            </p:nvPicPr>
            <p:blipFill>
              <a:blip r:embed="rId7"/>
              <a:stretch>
                <a:fillRect/>
              </a:stretch>
            </p:blipFill>
            <p:spPr>
              <a:xfrm>
                <a:off x="1747512" y="2488896"/>
                <a:ext cx="10486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 name="Ink 2">
                <a:extLst>
                  <a:ext uri="{FF2B5EF4-FFF2-40B4-BE49-F238E27FC236}">
                    <a16:creationId xmlns:a16="http://schemas.microsoft.com/office/drawing/2014/main" id="{79C66EE6-E12C-538E-9996-715FFDECD36E}"/>
                  </a:ext>
                </a:extLst>
              </p14:cNvPr>
              <p14:cNvContentPartPr/>
              <p14:nvPr/>
            </p14:nvContentPartPr>
            <p14:xfrm>
              <a:off x="1773792" y="3346056"/>
              <a:ext cx="740160" cy="10080"/>
            </p14:xfrm>
          </p:contentPart>
        </mc:Choice>
        <mc:Fallback xmlns="">
          <p:pic>
            <p:nvPicPr>
              <p:cNvPr id="3" name="Ink 2">
                <a:extLst>
                  <a:ext uri="{FF2B5EF4-FFF2-40B4-BE49-F238E27FC236}">
                    <a16:creationId xmlns:a16="http://schemas.microsoft.com/office/drawing/2014/main" id="{79C66EE6-E12C-538E-9996-715FFDECD36E}"/>
                  </a:ext>
                </a:extLst>
              </p:cNvPr>
              <p:cNvPicPr/>
              <p:nvPr/>
            </p:nvPicPr>
            <p:blipFill>
              <a:blip r:embed="rId9"/>
              <a:stretch>
                <a:fillRect/>
              </a:stretch>
            </p:blipFill>
            <p:spPr>
              <a:xfrm>
                <a:off x="1719792" y="3238056"/>
                <a:ext cx="847800" cy="225720"/>
              </a:xfrm>
              <a:prstGeom prst="rect">
                <a:avLst/>
              </a:prstGeom>
            </p:spPr>
          </p:pic>
        </mc:Fallback>
      </mc:AlternateContent>
      <p:sp>
        <p:nvSpPr>
          <p:cNvPr id="4" name="TextBox 3">
            <a:extLst>
              <a:ext uri="{FF2B5EF4-FFF2-40B4-BE49-F238E27FC236}">
                <a16:creationId xmlns:a16="http://schemas.microsoft.com/office/drawing/2014/main" id="{31CE087C-D4B5-1AC7-3347-808E56E8E657}"/>
              </a:ext>
            </a:extLst>
          </p:cNvPr>
          <p:cNvSpPr txBox="1"/>
          <p:nvPr/>
        </p:nvSpPr>
        <p:spPr>
          <a:xfrm>
            <a:off x="1164460" y="161295"/>
            <a:ext cx="10470559" cy="738664"/>
          </a:xfrm>
          <a:prstGeom prst="rect">
            <a:avLst/>
          </a:prstGeom>
          <a:noFill/>
        </p:spPr>
        <p:txBody>
          <a:bodyPr wrap="none" rtlCol="0">
            <a:spAutoFit/>
          </a:bodyPr>
          <a:lstStyle/>
          <a:p>
            <a:r>
              <a:rPr lang="en-US" sz="1400" b="1" dirty="0">
                <a:highlight>
                  <a:srgbClr val="FFFF00"/>
                </a:highlight>
              </a:rPr>
              <a:t>Precision</a:t>
            </a:r>
            <a:r>
              <a:rPr lang="en-US" sz="1400" dirty="0">
                <a:highlight>
                  <a:srgbClr val="FFFF00"/>
                </a:highlight>
              </a:rPr>
              <a:t>: Out of all the positive predictions the model made, how many were actually correct? (Focuses on avoiding False Positives).</a:t>
            </a:r>
          </a:p>
          <a:p>
            <a:r>
              <a:rPr lang="en-US" sz="1400" b="1" dirty="0">
                <a:highlight>
                  <a:srgbClr val="FFFF00"/>
                </a:highlight>
              </a:rPr>
              <a:t>Recall</a:t>
            </a:r>
            <a:r>
              <a:rPr lang="en-US" sz="1400" dirty="0">
                <a:highlight>
                  <a:srgbClr val="FFFF00"/>
                </a:highlight>
              </a:rPr>
              <a:t>: Out of all the actual positive cases that exist, how many did the model find? (Focuses on avoiding False Negatives).</a:t>
            </a:r>
          </a:p>
          <a:p>
            <a:endParaRPr lang="en-US" sz="1400" dirty="0">
              <a:highlight>
                <a:srgbClr val="FFFF00"/>
              </a:highlight>
            </a:endParaRPr>
          </a:p>
        </p:txBody>
      </p:sp>
    </p:spTree>
    <p:extLst>
      <p:ext uri="{BB962C8B-B14F-4D97-AF65-F5344CB8AC3E}">
        <p14:creationId xmlns:p14="http://schemas.microsoft.com/office/powerpoint/2010/main" val="7422129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143886" y="735382"/>
            <a:ext cx="7620899" cy="4989955"/>
          </a:xfrm>
          <a:prstGeom prst="rect">
            <a:avLst/>
          </a:prstGeom>
        </p:spPr>
      </p:pic>
      <p:grpSp>
        <p:nvGrpSpPr>
          <p:cNvPr id="13" name="Group 12">
            <a:extLst>
              <a:ext uri="{FF2B5EF4-FFF2-40B4-BE49-F238E27FC236}">
                <a16:creationId xmlns:a16="http://schemas.microsoft.com/office/drawing/2014/main" id="{95047A20-3C6D-838F-A77C-7023671C9646}"/>
              </a:ext>
            </a:extLst>
          </p:cNvPr>
          <p:cNvGrpSpPr/>
          <p:nvPr/>
        </p:nvGrpSpPr>
        <p:grpSpPr>
          <a:xfrm>
            <a:off x="1559952" y="4132656"/>
            <a:ext cx="2932920" cy="1892880"/>
            <a:chOff x="1559952" y="4132656"/>
            <a:chExt cx="2932920" cy="189288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C0B10796-025B-7636-47FB-86CE786D7C1F}"/>
                    </a:ext>
                  </a:extLst>
                </p14:cNvPr>
                <p14:cNvContentPartPr/>
                <p14:nvPr/>
              </p14:nvContentPartPr>
              <p14:xfrm>
                <a:off x="1559952" y="4132656"/>
                <a:ext cx="2932920" cy="1254240"/>
              </p14:xfrm>
            </p:contentPart>
          </mc:Choice>
          <mc:Fallback xmlns="">
            <p:pic>
              <p:nvPicPr>
                <p:cNvPr id="3" name="Ink 2">
                  <a:extLst>
                    <a:ext uri="{FF2B5EF4-FFF2-40B4-BE49-F238E27FC236}">
                      <a16:creationId xmlns:a16="http://schemas.microsoft.com/office/drawing/2014/main" id="{C0B10796-025B-7636-47FB-86CE786D7C1F}"/>
                    </a:ext>
                  </a:extLst>
                </p:cNvPr>
                <p:cNvPicPr/>
                <p:nvPr/>
              </p:nvPicPr>
              <p:blipFill>
                <a:blip r:embed="rId5"/>
                <a:stretch>
                  <a:fillRect/>
                </a:stretch>
              </p:blipFill>
              <p:spPr>
                <a:xfrm>
                  <a:off x="1550952" y="4123656"/>
                  <a:ext cx="2950560" cy="1271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A376F597-5CA9-0DFD-A778-CB0AD1192FB6}"/>
                    </a:ext>
                  </a:extLst>
                </p14:cNvPr>
                <p14:cNvContentPartPr/>
                <p14:nvPr/>
              </p14:nvContentPartPr>
              <p14:xfrm>
                <a:off x="2057832" y="5221296"/>
                <a:ext cx="680040" cy="597960"/>
              </p14:xfrm>
            </p:contentPart>
          </mc:Choice>
          <mc:Fallback xmlns="">
            <p:pic>
              <p:nvPicPr>
                <p:cNvPr id="4" name="Ink 3">
                  <a:extLst>
                    <a:ext uri="{FF2B5EF4-FFF2-40B4-BE49-F238E27FC236}">
                      <a16:creationId xmlns:a16="http://schemas.microsoft.com/office/drawing/2014/main" id="{A376F597-5CA9-0DFD-A778-CB0AD1192FB6}"/>
                    </a:ext>
                  </a:extLst>
                </p:cNvPr>
                <p:cNvPicPr/>
                <p:nvPr/>
              </p:nvPicPr>
              <p:blipFill>
                <a:blip r:embed="rId7"/>
                <a:stretch>
                  <a:fillRect/>
                </a:stretch>
              </p:blipFill>
              <p:spPr>
                <a:xfrm>
                  <a:off x="2049192" y="5212296"/>
                  <a:ext cx="697680" cy="615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F0D142C7-AB96-8E27-D219-7C105F9DB183}"/>
                    </a:ext>
                  </a:extLst>
                </p14:cNvPr>
                <p14:cNvContentPartPr/>
                <p14:nvPr/>
              </p14:nvContentPartPr>
              <p14:xfrm>
                <a:off x="2615112" y="5660136"/>
                <a:ext cx="215640" cy="236880"/>
              </p14:xfrm>
            </p:contentPart>
          </mc:Choice>
          <mc:Fallback xmlns="">
            <p:pic>
              <p:nvPicPr>
                <p:cNvPr id="5" name="Ink 4">
                  <a:extLst>
                    <a:ext uri="{FF2B5EF4-FFF2-40B4-BE49-F238E27FC236}">
                      <a16:creationId xmlns:a16="http://schemas.microsoft.com/office/drawing/2014/main" id="{F0D142C7-AB96-8E27-D219-7C105F9DB183}"/>
                    </a:ext>
                  </a:extLst>
                </p:cNvPr>
                <p:cNvPicPr/>
                <p:nvPr/>
              </p:nvPicPr>
              <p:blipFill>
                <a:blip r:embed="rId9"/>
                <a:stretch>
                  <a:fillRect/>
                </a:stretch>
              </p:blipFill>
              <p:spPr>
                <a:xfrm>
                  <a:off x="2606472" y="5651136"/>
                  <a:ext cx="23328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86088228-8EB6-7321-F54D-D4AB6CF36639}"/>
                    </a:ext>
                  </a:extLst>
                </p14:cNvPr>
                <p14:cNvContentPartPr/>
                <p14:nvPr/>
              </p14:nvContentPartPr>
              <p14:xfrm>
                <a:off x="2916792" y="5559336"/>
                <a:ext cx="142560" cy="466200"/>
              </p14:xfrm>
            </p:contentPart>
          </mc:Choice>
          <mc:Fallback xmlns="">
            <p:pic>
              <p:nvPicPr>
                <p:cNvPr id="6" name="Ink 5">
                  <a:extLst>
                    <a:ext uri="{FF2B5EF4-FFF2-40B4-BE49-F238E27FC236}">
                      <a16:creationId xmlns:a16="http://schemas.microsoft.com/office/drawing/2014/main" id="{86088228-8EB6-7321-F54D-D4AB6CF36639}"/>
                    </a:ext>
                  </a:extLst>
                </p:cNvPr>
                <p:cNvPicPr/>
                <p:nvPr/>
              </p:nvPicPr>
              <p:blipFill>
                <a:blip r:embed="rId11"/>
                <a:stretch>
                  <a:fillRect/>
                </a:stretch>
              </p:blipFill>
              <p:spPr>
                <a:xfrm>
                  <a:off x="2907792" y="5550696"/>
                  <a:ext cx="160200" cy="4838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70745C1A-8F2D-E53C-F4EB-0BDF3C31786A}"/>
                    </a:ext>
                  </a:extLst>
                </p14:cNvPr>
                <p14:cNvContentPartPr/>
                <p14:nvPr/>
              </p14:nvContentPartPr>
              <p14:xfrm>
                <a:off x="2953512" y="5489856"/>
                <a:ext cx="419760" cy="404640"/>
              </p14:xfrm>
            </p:contentPart>
          </mc:Choice>
          <mc:Fallback xmlns="">
            <p:pic>
              <p:nvPicPr>
                <p:cNvPr id="8" name="Ink 7">
                  <a:extLst>
                    <a:ext uri="{FF2B5EF4-FFF2-40B4-BE49-F238E27FC236}">
                      <a16:creationId xmlns:a16="http://schemas.microsoft.com/office/drawing/2014/main" id="{70745C1A-8F2D-E53C-F4EB-0BDF3C31786A}"/>
                    </a:ext>
                  </a:extLst>
                </p:cNvPr>
                <p:cNvPicPr/>
                <p:nvPr/>
              </p:nvPicPr>
              <p:blipFill>
                <a:blip r:embed="rId13"/>
                <a:stretch>
                  <a:fillRect/>
                </a:stretch>
              </p:blipFill>
              <p:spPr>
                <a:xfrm>
                  <a:off x="2944512" y="5481216"/>
                  <a:ext cx="43740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940AF2F7-F510-0101-45B7-72F3547780C7}"/>
                    </a:ext>
                  </a:extLst>
                </p14:cNvPr>
                <p14:cNvContentPartPr/>
                <p14:nvPr/>
              </p14:nvContentPartPr>
              <p14:xfrm>
                <a:off x="3410352" y="5633856"/>
                <a:ext cx="282960" cy="318960"/>
              </p14:xfrm>
            </p:contentPart>
          </mc:Choice>
          <mc:Fallback xmlns="">
            <p:pic>
              <p:nvPicPr>
                <p:cNvPr id="9" name="Ink 8">
                  <a:extLst>
                    <a:ext uri="{FF2B5EF4-FFF2-40B4-BE49-F238E27FC236}">
                      <a16:creationId xmlns:a16="http://schemas.microsoft.com/office/drawing/2014/main" id="{940AF2F7-F510-0101-45B7-72F3547780C7}"/>
                    </a:ext>
                  </a:extLst>
                </p:cNvPr>
                <p:cNvPicPr/>
                <p:nvPr/>
              </p:nvPicPr>
              <p:blipFill>
                <a:blip r:embed="rId15"/>
                <a:stretch>
                  <a:fillRect/>
                </a:stretch>
              </p:blipFill>
              <p:spPr>
                <a:xfrm>
                  <a:off x="3401352" y="5625216"/>
                  <a:ext cx="30060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F5DEA896-CE8C-02F5-5BE7-2A312865BF52}"/>
                    </a:ext>
                  </a:extLst>
                </p14:cNvPr>
                <p14:cNvContentPartPr/>
                <p14:nvPr/>
              </p14:nvContentPartPr>
              <p14:xfrm>
                <a:off x="3375072" y="5513616"/>
                <a:ext cx="81000" cy="109800"/>
              </p14:xfrm>
            </p:contentPart>
          </mc:Choice>
          <mc:Fallback xmlns="">
            <p:pic>
              <p:nvPicPr>
                <p:cNvPr id="10" name="Ink 9">
                  <a:extLst>
                    <a:ext uri="{FF2B5EF4-FFF2-40B4-BE49-F238E27FC236}">
                      <a16:creationId xmlns:a16="http://schemas.microsoft.com/office/drawing/2014/main" id="{F5DEA896-CE8C-02F5-5BE7-2A312865BF52}"/>
                    </a:ext>
                  </a:extLst>
                </p:cNvPr>
                <p:cNvPicPr/>
                <p:nvPr/>
              </p:nvPicPr>
              <p:blipFill>
                <a:blip r:embed="rId17"/>
                <a:stretch>
                  <a:fillRect/>
                </a:stretch>
              </p:blipFill>
              <p:spPr>
                <a:xfrm>
                  <a:off x="3366432" y="5504976"/>
                  <a:ext cx="9864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32D2F725-8695-D84C-40E1-051D0C428522}"/>
                    </a:ext>
                  </a:extLst>
                </p14:cNvPr>
                <p14:cNvContentPartPr/>
                <p14:nvPr/>
              </p14:nvContentPartPr>
              <p14:xfrm>
                <a:off x="3648312" y="5358096"/>
                <a:ext cx="434880" cy="560160"/>
              </p14:xfrm>
            </p:contentPart>
          </mc:Choice>
          <mc:Fallback xmlns="">
            <p:pic>
              <p:nvPicPr>
                <p:cNvPr id="12" name="Ink 11">
                  <a:extLst>
                    <a:ext uri="{FF2B5EF4-FFF2-40B4-BE49-F238E27FC236}">
                      <a16:creationId xmlns:a16="http://schemas.microsoft.com/office/drawing/2014/main" id="{32D2F725-8695-D84C-40E1-051D0C428522}"/>
                    </a:ext>
                  </a:extLst>
                </p:cNvPr>
                <p:cNvPicPr/>
                <p:nvPr/>
              </p:nvPicPr>
              <p:blipFill>
                <a:blip r:embed="rId19"/>
                <a:stretch>
                  <a:fillRect/>
                </a:stretch>
              </p:blipFill>
              <p:spPr>
                <a:xfrm>
                  <a:off x="3639312" y="5349456"/>
                  <a:ext cx="452520" cy="577800"/>
                </a:xfrm>
                <a:prstGeom prst="rect">
                  <a:avLst/>
                </a:prstGeom>
              </p:spPr>
            </p:pic>
          </mc:Fallback>
        </mc:AlternateContent>
      </p:grpSp>
    </p:spTree>
    <p:extLst>
      <p:ext uri="{BB962C8B-B14F-4D97-AF65-F5344CB8AC3E}">
        <p14:creationId xmlns:p14="http://schemas.microsoft.com/office/powerpoint/2010/main" val="1128353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44939" y="1261678"/>
            <a:ext cx="9819472" cy="5016758"/>
          </a:xfrm>
          <a:prstGeom prst="rect">
            <a:avLst/>
          </a:prstGeom>
        </p:spPr>
        <p:txBody>
          <a:bodyPr wrap="square">
            <a:spAutoFit/>
          </a:bodyPr>
          <a:lstStyle/>
          <a:p>
            <a:r>
              <a:rPr lang="en-GB" sz="2000" b="1" dirty="0">
                <a:latin typeface="Söhne"/>
              </a:rPr>
              <a:t>Precision</a:t>
            </a:r>
            <a:r>
              <a:rPr lang="en-GB" sz="2000" dirty="0">
                <a:latin typeface="Söhne"/>
              </a:rPr>
              <a:t> is biased toward false positives (FP).</a:t>
            </a:r>
          </a:p>
          <a:p>
            <a:pPr marL="285750" indent="-285750">
              <a:buFont typeface="Arial" panose="020B0604020202020204" pitchFamily="34" charset="0"/>
              <a:buChar char="•"/>
            </a:pPr>
            <a:r>
              <a:rPr lang="en-GB" sz="2000" dirty="0">
                <a:latin typeface="Söhne"/>
              </a:rPr>
              <a:t>High precision = very few false positives.</a:t>
            </a:r>
          </a:p>
          <a:p>
            <a:pPr marL="285750" indent="-285750">
              <a:buFont typeface="Arial" panose="020B0604020202020204" pitchFamily="34" charset="0"/>
              <a:buChar char="•"/>
            </a:pPr>
            <a:r>
              <a:rPr lang="en-GB" sz="2000" dirty="0">
                <a:latin typeface="Söhne"/>
              </a:rPr>
              <a:t>If your model predicts “positive,” you can trust it more.</a:t>
            </a:r>
          </a:p>
          <a:p>
            <a:pPr marL="285750" indent="-285750">
              <a:buFont typeface="Arial" panose="020B0604020202020204" pitchFamily="34" charset="0"/>
              <a:buChar char="•"/>
            </a:pPr>
            <a:r>
              <a:rPr lang="en-GB" sz="2000" dirty="0">
                <a:latin typeface="Söhne"/>
              </a:rPr>
              <a:t>Example: In spam detection → high precision means very few legitimate emails are wrongly flagged as spam.</a:t>
            </a:r>
          </a:p>
          <a:p>
            <a:pPr marL="285750" indent="-285750">
              <a:buFont typeface="Arial" panose="020B0604020202020204" pitchFamily="34" charset="0"/>
              <a:buChar char="•"/>
            </a:pPr>
            <a:endParaRPr lang="en-GB" sz="2000" dirty="0"/>
          </a:p>
          <a:p>
            <a:r>
              <a:rPr lang="en-GB" sz="2000" b="1" dirty="0">
                <a:latin typeface="Söhne"/>
              </a:rPr>
              <a:t>Recall</a:t>
            </a:r>
            <a:r>
              <a:rPr lang="en-GB" sz="2000" dirty="0">
                <a:latin typeface="Söhne"/>
              </a:rPr>
              <a:t> is biased toward false negatives (FN).</a:t>
            </a:r>
          </a:p>
          <a:p>
            <a:pPr marL="285750" indent="-285750">
              <a:buFont typeface="Arial" panose="020B0604020202020204" pitchFamily="34" charset="0"/>
              <a:buChar char="•"/>
            </a:pPr>
            <a:r>
              <a:rPr lang="en-GB" sz="2000" dirty="0">
                <a:latin typeface="Söhne"/>
              </a:rPr>
              <a:t>High recall = very few false negatives.</a:t>
            </a:r>
          </a:p>
          <a:p>
            <a:pPr marL="285750" indent="-285750">
              <a:buFont typeface="Arial" panose="020B0604020202020204" pitchFamily="34" charset="0"/>
              <a:buChar char="•"/>
            </a:pPr>
            <a:r>
              <a:rPr lang="en-GB" sz="2000" dirty="0">
                <a:latin typeface="Söhne"/>
              </a:rPr>
              <a:t>If something is positive, the model rarely misses it.</a:t>
            </a:r>
          </a:p>
          <a:p>
            <a:pPr marL="285750" indent="-285750">
              <a:buFont typeface="Arial" panose="020B0604020202020204" pitchFamily="34" charset="0"/>
              <a:buChar char="•"/>
            </a:pPr>
            <a:r>
              <a:rPr lang="en-GB" sz="2000" dirty="0">
                <a:latin typeface="Söhne"/>
              </a:rPr>
              <a:t>Example: In disease detection → high recall means you catch most sick patients, even if you sometimes wrongly classify healthy people.</a:t>
            </a:r>
          </a:p>
          <a:p>
            <a:pPr marL="285750" indent="-285750">
              <a:buFont typeface="Arial" panose="020B0604020202020204" pitchFamily="34" charset="0"/>
              <a:buChar char="•"/>
            </a:pPr>
            <a:endParaRPr lang="en-GB" sz="2000" dirty="0">
              <a:latin typeface="Söhne"/>
            </a:endParaRPr>
          </a:p>
          <a:p>
            <a:r>
              <a:rPr lang="en-GB" sz="2000" dirty="0">
                <a:latin typeface="Söhne"/>
              </a:rPr>
              <a:t>If the model makes a lot of false positives, using </a:t>
            </a:r>
            <a:r>
              <a:rPr lang="en-GB" sz="2000" b="1" dirty="0">
                <a:latin typeface="Söhne"/>
              </a:rPr>
              <a:t>F1-score</a:t>
            </a:r>
            <a:r>
              <a:rPr lang="en-GB" sz="2000" dirty="0">
                <a:latin typeface="Söhne"/>
              </a:rPr>
              <a:t> can be useful in evaluating its performance. F1-score combines both precision and recall into a single metric, providing a balanced measure of the model's accuracy that accounts for both false positives and false negatives.</a:t>
            </a:r>
          </a:p>
        </p:txBody>
      </p:sp>
      <p:pic>
        <p:nvPicPr>
          <p:cNvPr id="3" name="Picture 2">
            <a:extLst>
              <a:ext uri="{FF2B5EF4-FFF2-40B4-BE49-F238E27FC236}">
                <a16:creationId xmlns:a16="http://schemas.microsoft.com/office/drawing/2014/main" id="{161D41BA-5714-E3BF-C144-5D53F766BB89}"/>
              </a:ext>
            </a:extLst>
          </p:cNvPr>
          <p:cNvPicPr>
            <a:picLocks noChangeAspect="1"/>
          </p:cNvPicPr>
          <p:nvPr/>
        </p:nvPicPr>
        <p:blipFill>
          <a:blip r:embed="rId3"/>
          <a:stretch>
            <a:fillRect/>
          </a:stretch>
        </p:blipFill>
        <p:spPr>
          <a:xfrm>
            <a:off x="1144939" y="334800"/>
            <a:ext cx="8519789" cy="926878"/>
          </a:xfrm>
          <a:prstGeom prst="rect">
            <a:avLst/>
          </a:prstGeom>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B1CDC95A-FBE3-C71E-4DA5-DAB485124488}"/>
                  </a:ext>
                </a:extLst>
              </p14:cNvPr>
              <p14:cNvContentPartPr/>
              <p14:nvPr/>
            </p14:nvContentPartPr>
            <p14:xfrm>
              <a:off x="1209312" y="1334736"/>
              <a:ext cx="4799160" cy="293400"/>
            </p14:xfrm>
          </p:contentPart>
        </mc:Choice>
        <mc:Fallback>
          <p:pic>
            <p:nvPicPr>
              <p:cNvPr id="2" name="Ink 1">
                <a:extLst>
                  <a:ext uri="{FF2B5EF4-FFF2-40B4-BE49-F238E27FC236}">
                    <a16:creationId xmlns:a16="http://schemas.microsoft.com/office/drawing/2014/main" id="{B1CDC95A-FBE3-C71E-4DA5-DAB485124488}"/>
                  </a:ext>
                </a:extLst>
              </p:cNvPr>
              <p:cNvPicPr/>
              <p:nvPr/>
            </p:nvPicPr>
            <p:blipFill>
              <a:blip r:embed="rId5"/>
              <a:stretch>
                <a:fillRect/>
              </a:stretch>
            </p:blipFill>
            <p:spPr>
              <a:xfrm>
                <a:off x="1155672" y="1226736"/>
                <a:ext cx="4906800" cy="5090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D14A3675-6A87-7586-9206-AFBAF89C3FC3}"/>
                  </a:ext>
                </a:extLst>
              </p14:cNvPr>
              <p14:cNvContentPartPr/>
              <p14:nvPr/>
            </p14:nvContentPartPr>
            <p14:xfrm>
              <a:off x="1234152" y="3227256"/>
              <a:ext cx="4497840" cy="111240"/>
            </p14:xfrm>
          </p:contentPart>
        </mc:Choice>
        <mc:Fallback>
          <p:pic>
            <p:nvPicPr>
              <p:cNvPr id="5" name="Ink 4">
                <a:extLst>
                  <a:ext uri="{FF2B5EF4-FFF2-40B4-BE49-F238E27FC236}">
                    <a16:creationId xmlns:a16="http://schemas.microsoft.com/office/drawing/2014/main" id="{D14A3675-6A87-7586-9206-AFBAF89C3FC3}"/>
                  </a:ext>
                </a:extLst>
              </p:cNvPr>
              <p:cNvPicPr/>
              <p:nvPr/>
            </p:nvPicPr>
            <p:blipFill>
              <a:blip r:embed="rId7"/>
              <a:stretch>
                <a:fillRect/>
              </a:stretch>
            </p:blipFill>
            <p:spPr>
              <a:xfrm>
                <a:off x="1180152" y="3119256"/>
                <a:ext cx="4605480" cy="3268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59B480E9-129F-B568-2C03-F986BBCF543E}"/>
                  </a:ext>
                </a:extLst>
              </p14:cNvPr>
              <p14:cNvContentPartPr/>
              <p14:nvPr/>
            </p14:nvContentPartPr>
            <p14:xfrm>
              <a:off x="2523672" y="1398816"/>
              <a:ext cx="2057400" cy="83160"/>
            </p14:xfrm>
          </p:contentPart>
        </mc:Choice>
        <mc:Fallback>
          <p:pic>
            <p:nvPicPr>
              <p:cNvPr id="7" name="Ink 6">
                <a:extLst>
                  <a:ext uri="{FF2B5EF4-FFF2-40B4-BE49-F238E27FC236}">
                    <a16:creationId xmlns:a16="http://schemas.microsoft.com/office/drawing/2014/main" id="{59B480E9-129F-B568-2C03-F986BBCF543E}"/>
                  </a:ext>
                </a:extLst>
              </p:cNvPr>
              <p:cNvPicPr/>
              <p:nvPr/>
            </p:nvPicPr>
            <p:blipFill>
              <a:blip r:embed="rId9"/>
              <a:stretch>
                <a:fillRect/>
              </a:stretch>
            </p:blipFill>
            <p:spPr>
              <a:xfrm>
                <a:off x="2469672" y="1290816"/>
                <a:ext cx="216504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DC28DCFC-3ADB-421F-BD78-FD8BFFB7A671}"/>
                  </a:ext>
                </a:extLst>
              </p14:cNvPr>
              <p14:cNvContentPartPr/>
              <p14:nvPr/>
            </p14:nvContentPartPr>
            <p14:xfrm>
              <a:off x="4452912" y="923256"/>
              <a:ext cx="360" cy="360"/>
            </p14:xfrm>
          </p:contentPart>
        </mc:Choice>
        <mc:Fallback>
          <p:pic>
            <p:nvPicPr>
              <p:cNvPr id="8" name="Ink 7">
                <a:extLst>
                  <a:ext uri="{FF2B5EF4-FFF2-40B4-BE49-F238E27FC236}">
                    <a16:creationId xmlns:a16="http://schemas.microsoft.com/office/drawing/2014/main" id="{DC28DCFC-3ADB-421F-BD78-FD8BFFB7A671}"/>
                  </a:ext>
                </a:extLst>
              </p:cNvPr>
              <p:cNvPicPr/>
              <p:nvPr/>
            </p:nvPicPr>
            <p:blipFill>
              <a:blip r:embed="rId11"/>
              <a:stretch>
                <a:fillRect/>
              </a:stretch>
            </p:blipFill>
            <p:spPr>
              <a:xfrm>
                <a:off x="4399272" y="81525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42EF46D0-BC04-EB02-ACC2-422858F690DB}"/>
                  </a:ext>
                </a:extLst>
              </p14:cNvPr>
              <p14:cNvContentPartPr/>
              <p14:nvPr/>
            </p14:nvContentPartPr>
            <p14:xfrm>
              <a:off x="237312" y="329256"/>
              <a:ext cx="360" cy="360"/>
            </p14:xfrm>
          </p:contentPart>
        </mc:Choice>
        <mc:Fallback>
          <p:pic>
            <p:nvPicPr>
              <p:cNvPr id="9" name="Ink 8">
                <a:extLst>
                  <a:ext uri="{FF2B5EF4-FFF2-40B4-BE49-F238E27FC236}">
                    <a16:creationId xmlns:a16="http://schemas.microsoft.com/office/drawing/2014/main" id="{42EF46D0-BC04-EB02-ACC2-422858F690DB}"/>
                  </a:ext>
                </a:extLst>
              </p:cNvPr>
              <p:cNvPicPr/>
              <p:nvPr/>
            </p:nvPicPr>
            <p:blipFill>
              <a:blip r:embed="rId11"/>
              <a:stretch>
                <a:fillRect/>
              </a:stretch>
            </p:blipFill>
            <p:spPr>
              <a:xfrm>
                <a:off x="183672" y="22125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9691AD63-56A6-DFD2-CB6B-A44184875EA0}"/>
                  </a:ext>
                </a:extLst>
              </p14:cNvPr>
              <p14:cNvContentPartPr/>
              <p14:nvPr/>
            </p14:nvContentPartPr>
            <p14:xfrm>
              <a:off x="-9288" y="758736"/>
              <a:ext cx="360" cy="360"/>
            </p14:xfrm>
          </p:contentPart>
        </mc:Choice>
        <mc:Fallback>
          <p:pic>
            <p:nvPicPr>
              <p:cNvPr id="10" name="Ink 9">
                <a:extLst>
                  <a:ext uri="{FF2B5EF4-FFF2-40B4-BE49-F238E27FC236}">
                    <a16:creationId xmlns:a16="http://schemas.microsoft.com/office/drawing/2014/main" id="{9691AD63-56A6-DFD2-CB6B-A44184875EA0}"/>
                  </a:ext>
                </a:extLst>
              </p:cNvPr>
              <p:cNvPicPr/>
              <p:nvPr/>
            </p:nvPicPr>
            <p:blipFill>
              <a:blip r:embed="rId11"/>
              <a:stretch>
                <a:fillRect/>
              </a:stretch>
            </p:blipFill>
            <p:spPr>
              <a:xfrm>
                <a:off x="-62928" y="65073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88E92C8F-D3FD-6554-7CCA-C6DD53F75118}"/>
                  </a:ext>
                </a:extLst>
              </p14:cNvPr>
              <p14:cNvContentPartPr/>
              <p14:nvPr/>
            </p14:nvContentPartPr>
            <p14:xfrm>
              <a:off x="-9288" y="1426536"/>
              <a:ext cx="360" cy="360"/>
            </p14:xfrm>
          </p:contentPart>
        </mc:Choice>
        <mc:Fallback>
          <p:pic>
            <p:nvPicPr>
              <p:cNvPr id="11" name="Ink 10">
                <a:extLst>
                  <a:ext uri="{FF2B5EF4-FFF2-40B4-BE49-F238E27FC236}">
                    <a16:creationId xmlns:a16="http://schemas.microsoft.com/office/drawing/2014/main" id="{88E92C8F-D3FD-6554-7CCA-C6DD53F75118}"/>
                  </a:ext>
                </a:extLst>
              </p:cNvPr>
              <p:cNvPicPr/>
              <p:nvPr/>
            </p:nvPicPr>
            <p:blipFill>
              <a:blip r:embed="rId11"/>
              <a:stretch>
                <a:fillRect/>
              </a:stretch>
            </p:blipFill>
            <p:spPr>
              <a:xfrm>
                <a:off x="-62928" y="131853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8AFDD72A-E039-17A1-1251-BC409B516498}"/>
                  </a:ext>
                </a:extLst>
              </p14:cNvPr>
              <p14:cNvContentPartPr/>
              <p14:nvPr/>
            </p14:nvContentPartPr>
            <p14:xfrm>
              <a:off x="9072" y="2505096"/>
              <a:ext cx="360" cy="360"/>
            </p14:xfrm>
          </p:contentPart>
        </mc:Choice>
        <mc:Fallback>
          <p:pic>
            <p:nvPicPr>
              <p:cNvPr id="12" name="Ink 11">
                <a:extLst>
                  <a:ext uri="{FF2B5EF4-FFF2-40B4-BE49-F238E27FC236}">
                    <a16:creationId xmlns:a16="http://schemas.microsoft.com/office/drawing/2014/main" id="{8AFDD72A-E039-17A1-1251-BC409B516498}"/>
                  </a:ext>
                </a:extLst>
              </p:cNvPr>
              <p:cNvPicPr/>
              <p:nvPr/>
            </p:nvPicPr>
            <p:blipFill>
              <a:blip r:embed="rId11"/>
              <a:stretch>
                <a:fillRect/>
              </a:stretch>
            </p:blipFill>
            <p:spPr>
              <a:xfrm>
                <a:off x="-44928" y="239745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6EDD6FFF-DAC0-642F-D5A7-F53A291508F8}"/>
                  </a:ext>
                </a:extLst>
              </p14:cNvPr>
              <p14:cNvContentPartPr/>
              <p14:nvPr/>
            </p14:nvContentPartPr>
            <p14:xfrm>
              <a:off x="-27648" y="3776256"/>
              <a:ext cx="360" cy="360"/>
            </p14:xfrm>
          </p:contentPart>
        </mc:Choice>
        <mc:Fallback>
          <p:pic>
            <p:nvPicPr>
              <p:cNvPr id="13" name="Ink 12">
                <a:extLst>
                  <a:ext uri="{FF2B5EF4-FFF2-40B4-BE49-F238E27FC236}">
                    <a16:creationId xmlns:a16="http://schemas.microsoft.com/office/drawing/2014/main" id="{6EDD6FFF-DAC0-642F-D5A7-F53A291508F8}"/>
                  </a:ext>
                </a:extLst>
              </p:cNvPr>
              <p:cNvPicPr/>
              <p:nvPr/>
            </p:nvPicPr>
            <p:blipFill>
              <a:blip r:embed="rId11"/>
              <a:stretch>
                <a:fillRect/>
              </a:stretch>
            </p:blipFill>
            <p:spPr>
              <a:xfrm>
                <a:off x="-81648" y="366825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4" name="Ink 13">
                <a:extLst>
                  <a:ext uri="{FF2B5EF4-FFF2-40B4-BE49-F238E27FC236}">
                    <a16:creationId xmlns:a16="http://schemas.microsoft.com/office/drawing/2014/main" id="{BE56CBBD-17F8-23E0-4843-1B55C04925A8}"/>
                  </a:ext>
                </a:extLst>
              </p14:cNvPr>
              <p14:cNvContentPartPr/>
              <p14:nvPr/>
            </p14:nvContentPartPr>
            <p14:xfrm>
              <a:off x="72" y="4544136"/>
              <a:ext cx="360" cy="360"/>
            </p14:xfrm>
          </p:contentPart>
        </mc:Choice>
        <mc:Fallback>
          <p:pic>
            <p:nvPicPr>
              <p:cNvPr id="14" name="Ink 13">
                <a:extLst>
                  <a:ext uri="{FF2B5EF4-FFF2-40B4-BE49-F238E27FC236}">
                    <a16:creationId xmlns:a16="http://schemas.microsoft.com/office/drawing/2014/main" id="{BE56CBBD-17F8-23E0-4843-1B55C04925A8}"/>
                  </a:ext>
                </a:extLst>
              </p:cNvPr>
              <p:cNvPicPr/>
              <p:nvPr/>
            </p:nvPicPr>
            <p:blipFill>
              <a:blip r:embed="rId11"/>
              <a:stretch>
                <a:fillRect/>
              </a:stretch>
            </p:blipFill>
            <p:spPr>
              <a:xfrm>
                <a:off x="-53928" y="443649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4C6DED26-C77D-2551-4817-AC857EBB75FB}"/>
                  </a:ext>
                </a:extLst>
              </p14:cNvPr>
              <p14:cNvContentPartPr/>
              <p14:nvPr/>
            </p14:nvContentPartPr>
            <p14:xfrm>
              <a:off x="18072" y="5586696"/>
              <a:ext cx="360" cy="360"/>
            </p14:xfrm>
          </p:contentPart>
        </mc:Choice>
        <mc:Fallback>
          <p:pic>
            <p:nvPicPr>
              <p:cNvPr id="15" name="Ink 14">
                <a:extLst>
                  <a:ext uri="{FF2B5EF4-FFF2-40B4-BE49-F238E27FC236}">
                    <a16:creationId xmlns:a16="http://schemas.microsoft.com/office/drawing/2014/main" id="{4C6DED26-C77D-2551-4817-AC857EBB75FB}"/>
                  </a:ext>
                </a:extLst>
              </p:cNvPr>
              <p:cNvPicPr/>
              <p:nvPr/>
            </p:nvPicPr>
            <p:blipFill>
              <a:blip r:embed="rId11"/>
              <a:stretch>
                <a:fillRect/>
              </a:stretch>
            </p:blipFill>
            <p:spPr>
              <a:xfrm>
                <a:off x="-35928" y="547869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6" name="Ink 15">
                <a:extLst>
                  <a:ext uri="{FF2B5EF4-FFF2-40B4-BE49-F238E27FC236}">
                    <a16:creationId xmlns:a16="http://schemas.microsoft.com/office/drawing/2014/main" id="{D7C9146A-4723-DF8B-95BC-C70E379AA62C}"/>
                  </a:ext>
                </a:extLst>
              </p14:cNvPr>
              <p14:cNvContentPartPr/>
              <p14:nvPr/>
            </p14:nvContentPartPr>
            <p14:xfrm>
              <a:off x="-9288" y="6208776"/>
              <a:ext cx="360" cy="360"/>
            </p14:xfrm>
          </p:contentPart>
        </mc:Choice>
        <mc:Fallback>
          <p:pic>
            <p:nvPicPr>
              <p:cNvPr id="16" name="Ink 15">
                <a:extLst>
                  <a:ext uri="{FF2B5EF4-FFF2-40B4-BE49-F238E27FC236}">
                    <a16:creationId xmlns:a16="http://schemas.microsoft.com/office/drawing/2014/main" id="{D7C9146A-4723-DF8B-95BC-C70E379AA62C}"/>
                  </a:ext>
                </a:extLst>
              </p:cNvPr>
              <p:cNvPicPr/>
              <p:nvPr/>
            </p:nvPicPr>
            <p:blipFill>
              <a:blip r:embed="rId11"/>
              <a:stretch>
                <a:fillRect/>
              </a:stretch>
            </p:blipFill>
            <p:spPr>
              <a:xfrm>
                <a:off x="-62928" y="6100776"/>
                <a:ext cx="108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7" name="Ink 16">
                <a:extLst>
                  <a:ext uri="{FF2B5EF4-FFF2-40B4-BE49-F238E27FC236}">
                    <a16:creationId xmlns:a16="http://schemas.microsoft.com/office/drawing/2014/main" id="{FB0559D5-1BD6-DD03-DF14-C860D770D877}"/>
                  </a:ext>
                </a:extLst>
              </p14:cNvPr>
              <p14:cNvContentPartPr/>
              <p14:nvPr/>
            </p14:nvContentPartPr>
            <p14:xfrm>
              <a:off x="-18288" y="6793776"/>
              <a:ext cx="360" cy="360"/>
            </p14:xfrm>
          </p:contentPart>
        </mc:Choice>
        <mc:Fallback>
          <p:pic>
            <p:nvPicPr>
              <p:cNvPr id="17" name="Ink 16">
                <a:extLst>
                  <a:ext uri="{FF2B5EF4-FFF2-40B4-BE49-F238E27FC236}">
                    <a16:creationId xmlns:a16="http://schemas.microsoft.com/office/drawing/2014/main" id="{FB0559D5-1BD6-DD03-DF14-C860D770D877}"/>
                  </a:ext>
                </a:extLst>
              </p:cNvPr>
              <p:cNvPicPr/>
              <p:nvPr/>
            </p:nvPicPr>
            <p:blipFill>
              <a:blip r:embed="rId11"/>
              <a:stretch>
                <a:fillRect/>
              </a:stretch>
            </p:blipFill>
            <p:spPr>
              <a:xfrm>
                <a:off x="-71928" y="6685776"/>
                <a:ext cx="108000" cy="216000"/>
              </a:xfrm>
              <a:prstGeom prst="rect">
                <a:avLst/>
              </a:prstGeom>
            </p:spPr>
          </p:pic>
        </mc:Fallback>
      </mc:AlternateContent>
    </p:spTree>
    <p:extLst>
      <p:ext uri="{BB962C8B-B14F-4D97-AF65-F5344CB8AC3E}">
        <p14:creationId xmlns:p14="http://schemas.microsoft.com/office/powerpoint/2010/main" val="284020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099457" y="834661"/>
            <a:ext cx="9890760" cy="5168327"/>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3C0E52F-D47A-C5BF-4D5B-4C487F9574C4}"/>
                  </a:ext>
                </a:extLst>
              </p14:cNvPr>
              <p14:cNvContentPartPr/>
              <p14:nvPr/>
            </p14:nvContentPartPr>
            <p14:xfrm>
              <a:off x="1728072" y="4478616"/>
              <a:ext cx="2161440" cy="48600"/>
            </p14:xfrm>
          </p:contentPart>
        </mc:Choice>
        <mc:Fallback xmlns="">
          <p:pic>
            <p:nvPicPr>
              <p:cNvPr id="2" name="Ink 1">
                <a:extLst>
                  <a:ext uri="{FF2B5EF4-FFF2-40B4-BE49-F238E27FC236}">
                    <a16:creationId xmlns:a16="http://schemas.microsoft.com/office/drawing/2014/main" id="{D3C0E52F-D47A-C5BF-4D5B-4C487F9574C4}"/>
                  </a:ext>
                </a:extLst>
              </p:cNvPr>
              <p:cNvPicPr/>
              <p:nvPr/>
            </p:nvPicPr>
            <p:blipFill>
              <a:blip r:embed="rId5"/>
              <a:stretch>
                <a:fillRect/>
              </a:stretch>
            </p:blipFill>
            <p:spPr>
              <a:xfrm>
                <a:off x="1674072" y="4370616"/>
                <a:ext cx="2269080" cy="264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0E738CEB-272B-1B99-B098-F0B5EAE1E0CF}"/>
                  </a:ext>
                </a:extLst>
              </p14:cNvPr>
              <p14:cNvContentPartPr/>
              <p14:nvPr/>
            </p14:nvContentPartPr>
            <p14:xfrm>
              <a:off x="1725192" y="3157056"/>
              <a:ext cx="2165400" cy="218160"/>
            </p14:xfrm>
          </p:contentPart>
        </mc:Choice>
        <mc:Fallback xmlns="">
          <p:pic>
            <p:nvPicPr>
              <p:cNvPr id="4" name="Ink 3">
                <a:extLst>
                  <a:ext uri="{FF2B5EF4-FFF2-40B4-BE49-F238E27FC236}">
                    <a16:creationId xmlns:a16="http://schemas.microsoft.com/office/drawing/2014/main" id="{0E738CEB-272B-1B99-B098-F0B5EAE1E0CF}"/>
                  </a:ext>
                </a:extLst>
              </p:cNvPr>
              <p:cNvPicPr/>
              <p:nvPr/>
            </p:nvPicPr>
            <p:blipFill>
              <a:blip r:embed="rId7"/>
              <a:stretch>
                <a:fillRect/>
              </a:stretch>
            </p:blipFill>
            <p:spPr>
              <a:xfrm>
                <a:off x="1671192" y="3049056"/>
                <a:ext cx="2273040" cy="433800"/>
              </a:xfrm>
              <a:prstGeom prst="rect">
                <a:avLst/>
              </a:prstGeom>
            </p:spPr>
          </p:pic>
        </mc:Fallback>
      </mc:AlternateContent>
    </p:spTree>
    <p:extLst>
      <p:ext uri="{BB962C8B-B14F-4D97-AF65-F5344CB8AC3E}">
        <p14:creationId xmlns:p14="http://schemas.microsoft.com/office/powerpoint/2010/main" val="16360457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772678" y="1230493"/>
            <a:ext cx="7455788" cy="4177530"/>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0D853FD-DB6F-F93A-2857-0C9E9C1575DD}"/>
                  </a:ext>
                </a:extLst>
              </p14:cNvPr>
              <p14:cNvContentPartPr/>
              <p14:nvPr/>
            </p14:nvContentPartPr>
            <p14:xfrm>
              <a:off x="2599272" y="1334016"/>
              <a:ext cx="6167880" cy="385920"/>
            </p14:xfrm>
          </p:contentPart>
        </mc:Choice>
        <mc:Fallback xmlns="">
          <p:pic>
            <p:nvPicPr>
              <p:cNvPr id="3" name="Ink 2">
                <a:extLst>
                  <a:ext uri="{FF2B5EF4-FFF2-40B4-BE49-F238E27FC236}">
                    <a16:creationId xmlns:a16="http://schemas.microsoft.com/office/drawing/2014/main" id="{70D853FD-DB6F-F93A-2857-0C9E9C1575DD}"/>
                  </a:ext>
                </a:extLst>
              </p:cNvPr>
              <p:cNvPicPr/>
              <p:nvPr/>
            </p:nvPicPr>
            <p:blipFill>
              <a:blip r:embed="rId5"/>
              <a:stretch>
                <a:fillRect/>
              </a:stretch>
            </p:blipFill>
            <p:spPr>
              <a:xfrm>
                <a:off x="2545632" y="1226376"/>
                <a:ext cx="6275520" cy="601560"/>
              </a:xfrm>
              <a:prstGeom prst="rect">
                <a:avLst/>
              </a:prstGeom>
            </p:spPr>
          </p:pic>
        </mc:Fallback>
      </mc:AlternateContent>
    </p:spTree>
    <p:extLst>
      <p:ext uri="{BB962C8B-B14F-4D97-AF65-F5344CB8AC3E}">
        <p14:creationId xmlns:p14="http://schemas.microsoft.com/office/powerpoint/2010/main" val="40986808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061040" y="814848"/>
            <a:ext cx="8069920" cy="4545715"/>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0DE24F68-A5DF-C404-C41E-7A19DC5F41F6}"/>
                  </a:ext>
                </a:extLst>
              </p14:cNvPr>
              <p14:cNvContentPartPr/>
              <p14:nvPr/>
            </p14:nvContentPartPr>
            <p14:xfrm>
              <a:off x="3044592" y="976896"/>
              <a:ext cx="5107680" cy="102600"/>
            </p14:xfrm>
          </p:contentPart>
        </mc:Choice>
        <mc:Fallback xmlns="">
          <p:pic>
            <p:nvPicPr>
              <p:cNvPr id="3" name="Ink 2">
                <a:extLst>
                  <a:ext uri="{FF2B5EF4-FFF2-40B4-BE49-F238E27FC236}">
                    <a16:creationId xmlns:a16="http://schemas.microsoft.com/office/drawing/2014/main" id="{0DE24F68-A5DF-C404-C41E-7A19DC5F41F6}"/>
                  </a:ext>
                </a:extLst>
              </p:cNvPr>
              <p:cNvPicPr/>
              <p:nvPr/>
            </p:nvPicPr>
            <p:blipFill>
              <a:blip r:embed="rId5"/>
              <a:stretch>
                <a:fillRect/>
              </a:stretch>
            </p:blipFill>
            <p:spPr>
              <a:xfrm>
                <a:off x="2990952" y="869256"/>
                <a:ext cx="5215320" cy="318240"/>
              </a:xfrm>
              <a:prstGeom prst="rect">
                <a:avLst/>
              </a:prstGeom>
            </p:spPr>
          </p:pic>
        </mc:Fallback>
      </mc:AlternateContent>
    </p:spTree>
    <p:extLst>
      <p:ext uri="{BB962C8B-B14F-4D97-AF65-F5344CB8AC3E}">
        <p14:creationId xmlns:p14="http://schemas.microsoft.com/office/powerpoint/2010/main" val="1598727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752328" y="1211224"/>
            <a:ext cx="8687343" cy="3855726"/>
          </a:xfrm>
          <a:prstGeom prst="rect">
            <a:avLst/>
          </a:prstGeom>
        </p:spPr>
      </p:pic>
    </p:spTree>
    <p:extLst>
      <p:ext uri="{BB962C8B-B14F-4D97-AF65-F5344CB8AC3E}">
        <p14:creationId xmlns:p14="http://schemas.microsoft.com/office/powerpoint/2010/main" val="2076657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748314" y="1205393"/>
            <a:ext cx="8326566" cy="3525998"/>
          </a:xfrm>
          <a:prstGeom prst="rect">
            <a:avLst/>
          </a:prstGeom>
        </p:spPr>
      </p:pic>
    </p:spTree>
    <p:extLst>
      <p:ext uri="{BB962C8B-B14F-4D97-AF65-F5344CB8AC3E}">
        <p14:creationId xmlns:p14="http://schemas.microsoft.com/office/powerpoint/2010/main" val="3106229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2088748" y="681722"/>
            <a:ext cx="8536579" cy="4082302"/>
            <a:chOff x="2843758" y="3450090"/>
            <a:chExt cx="6143871" cy="2898322"/>
          </a:xfrm>
        </p:grpSpPr>
        <p:pic>
          <p:nvPicPr>
            <p:cNvPr id="5" name="Picture 4"/>
            <p:cNvPicPr>
              <a:picLocks noChangeAspect="1"/>
            </p:cNvPicPr>
            <p:nvPr/>
          </p:nvPicPr>
          <p:blipFill>
            <a:blip r:embed="rId3"/>
            <a:stretch>
              <a:fillRect/>
            </a:stretch>
          </p:blipFill>
          <p:spPr>
            <a:xfrm>
              <a:off x="2843758" y="3587932"/>
              <a:ext cx="6143871" cy="2760480"/>
            </a:xfrm>
            <a:prstGeom prst="rect">
              <a:avLst/>
            </a:prstGeom>
          </p:spPr>
        </p:pic>
        <p:pic>
          <p:nvPicPr>
            <p:cNvPr id="6" name="Picture 5"/>
            <p:cNvPicPr>
              <a:picLocks noChangeAspect="1"/>
            </p:cNvPicPr>
            <p:nvPr/>
          </p:nvPicPr>
          <p:blipFill rotWithShape="1">
            <a:blip r:embed="rId4"/>
            <a:srcRect b="17159"/>
            <a:stretch/>
          </p:blipFill>
          <p:spPr>
            <a:xfrm>
              <a:off x="2843758" y="3450090"/>
              <a:ext cx="5391150" cy="686481"/>
            </a:xfrm>
            <a:prstGeom prst="rect">
              <a:avLst/>
            </a:prstGeom>
          </p:spPr>
        </p:pic>
      </p:gr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72FF6A0A-129B-6802-5E53-AA0A1C645723}"/>
                  </a:ext>
                </a:extLst>
              </p14:cNvPr>
              <p14:cNvContentPartPr/>
              <p14:nvPr/>
            </p14:nvContentPartPr>
            <p14:xfrm>
              <a:off x="2569392" y="4094856"/>
              <a:ext cx="3583440" cy="93960"/>
            </p14:xfrm>
          </p:contentPart>
        </mc:Choice>
        <mc:Fallback xmlns="">
          <p:pic>
            <p:nvPicPr>
              <p:cNvPr id="2" name="Ink 1">
                <a:extLst>
                  <a:ext uri="{FF2B5EF4-FFF2-40B4-BE49-F238E27FC236}">
                    <a16:creationId xmlns:a16="http://schemas.microsoft.com/office/drawing/2014/main" id="{72FF6A0A-129B-6802-5E53-AA0A1C645723}"/>
                  </a:ext>
                </a:extLst>
              </p:cNvPr>
              <p:cNvPicPr/>
              <p:nvPr/>
            </p:nvPicPr>
            <p:blipFill>
              <a:blip r:embed="rId6"/>
              <a:stretch>
                <a:fillRect/>
              </a:stretch>
            </p:blipFill>
            <p:spPr>
              <a:xfrm>
                <a:off x="2515752" y="3986856"/>
                <a:ext cx="3691080" cy="309600"/>
              </a:xfrm>
              <a:prstGeom prst="rect">
                <a:avLst/>
              </a:prstGeom>
            </p:spPr>
          </p:pic>
        </mc:Fallback>
      </mc:AlternateContent>
    </p:spTree>
    <p:extLst>
      <p:ext uri="{BB962C8B-B14F-4D97-AF65-F5344CB8AC3E}">
        <p14:creationId xmlns:p14="http://schemas.microsoft.com/office/powerpoint/2010/main" val="3173088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2032701" y="1560447"/>
            <a:ext cx="8126597" cy="2858454"/>
          </a:xfrm>
          <a:prstGeom prst="rect">
            <a:avLst/>
          </a:prstGeom>
        </p:spPr>
      </p:pic>
    </p:spTree>
    <p:extLst>
      <p:ext uri="{BB962C8B-B14F-4D97-AF65-F5344CB8AC3E}">
        <p14:creationId xmlns:p14="http://schemas.microsoft.com/office/powerpoint/2010/main" val="2213718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635612" y="1018104"/>
            <a:ext cx="9126884" cy="4392795"/>
          </a:xfrm>
          <a:prstGeom prst="rect">
            <a:avLst/>
          </a:prstGeom>
        </p:spPr>
      </p:pic>
    </p:spTree>
    <p:extLst>
      <p:ext uri="{BB962C8B-B14F-4D97-AF65-F5344CB8AC3E}">
        <p14:creationId xmlns:p14="http://schemas.microsoft.com/office/powerpoint/2010/main" val="42656360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495913" y="1874482"/>
            <a:ext cx="8990326" cy="2514638"/>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9F86A65-CE91-7BD7-CDB7-856B29F8AED7}"/>
                  </a:ext>
                </a:extLst>
              </p14:cNvPr>
              <p14:cNvContentPartPr/>
              <p14:nvPr/>
            </p14:nvContentPartPr>
            <p14:xfrm>
              <a:off x="1828512" y="2475936"/>
              <a:ext cx="6271920" cy="168480"/>
            </p14:xfrm>
          </p:contentPart>
        </mc:Choice>
        <mc:Fallback xmlns="">
          <p:pic>
            <p:nvPicPr>
              <p:cNvPr id="3" name="Ink 2">
                <a:extLst>
                  <a:ext uri="{FF2B5EF4-FFF2-40B4-BE49-F238E27FC236}">
                    <a16:creationId xmlns:a16="http://schemas.microsoft.com/office/drawing/2014/main" id="{49F86A65-CE91-7BD7-CDB7-856B29F8AED7}"/>
                  </a:ext>
                </a:extLst>
              </p:cNvPr>
              <p:cNvPicPr/>
              <p:nvPr/>
            </p:nvPicPr>
            <p:blipFill>
              <a:blip r:embed="rId5"/>
              <a:stretch>
                <a:fillRect/>
              </a:stretch>
            </p:blipFill>
            <p:spPr>
              <a:xfrm>
                <a:off x="1774872" y="2368296"/>
                <a:ext cx="6379560" cy="384120"/>
              </a:xfrm>
              <a:prstGeom prst="rect">
                <a:avLst/>
              </a:prstGeom>
            </p:spPr>
          </p:pic>
        </mc:Fallback>
      </mc:AlternateContent>
    </p:spTree>
    <p:extLst>
      <p:ext uri="{BB962C8B-B14F-4D97-AF65-F5344CB8AC3E}">
        <p14:creationId xmlns:p14="http://schemas.microsoft.com/office/powerpoint/2010/main" val="3995776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640765" y="664407"/>
            <a:ext cx="9155865" cy="5144433"/>
          </a:xfrm>
          <a:prstGeom prst="rect">
            <a:avLst/>
          </a:prstGeom>
        </p:spPr>
      </p:pic>
    </p:spTree>
    <p:extLst>
      <p:ext uri="{BB962C8B-B14F-4D97-AF65-F5344CB8AC3E}">
        <p14:creationId xmlns:p14="http://schemas.microsoft.com/office/powerpoint/2010/main" val="4283167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729881" y="1025745"/>
            <a:ext cx="8514350" cy="3638533"/>
          </a:xfrm>
          <a:prstGeom prst="rect">
            <a:avLst/>
          </a:prstGeom>
        </p:spPr>
      </p:pic>
    </p:spTree>
    <p:extLst>
      <p:ext uri="{BB962C8B-B14F-4D97-AF65-F5344CB8AC3E}">
        <p14:creationId xmlns:p14="http://schemas.microsoft.com/office/powerpoint/2010/main" val="17699026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894855" y="768514"/>
            <a:ext cx="8270112" cy="4701108"/>
          </a:xfrm>
          <a:prstGeom prst="rect">
            <a:avLst/>
          </a:prstGeom>
        </p:spPr>
      </p:pic>
    </p:spTree>
    <p:extLst>
      <p:ext uri="{BB962C8B-B14F-4D97-AF65-F5344CB8AC3E}">
        <p14:creationId xmlns:p14="http://schemas.microsoft.com/office/powerpoint/2010/main" val="10253732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1459308" y="775619"/>
            <a:ext cx="9806888" cy="4375221"/>
            <a:chOff x="1114881" y="268765"/>
            <a:chExt cx="8220790" cy="3667603"/>
          </a:xfrm>
        </p:grpSpPr>
        <p:grpSp>
          <p:nvGrpSpPr>
            <p:cNvPr id="9" name="Group 8"/>
            <p:cNvGrpSpPr/>
            <p:nvPr/>
          </p:nvGrpSpPr>
          <p:grpSpPr>
            <a:xfrm>
              <a:off x="1114881" y="268765"/>
              <a:ext cx="8220790" cy="3667603"/>
              <a:chOff x="2208575" y="358412"/>
              <a:chExt cx="8220790" cy="3667603"/>
            </a:xfrm>
          </p:grpSpPr>
          <p:grpSp>
            <p:nvGrpSpPr>
              <p:cNvPr id="8" name="Group 7"/>
              <p:cNvGrpSpPr/>
              <p:nvPr/>
            </p:nvGrpSpPr>
            <p:grpSpPr>
              <a:xfrm>
                <a:off x="2208575" y="358412"/>
                <a:ext cx="7032916" cy="3667603"/>
                <a:chOff x="2208575" y="358412"/>
                <a:chExt cx="7032916" cy="3667603"/>
              </a:xfrm>
            </p:grpSpPr>
            <p:pic>
              <p:nvPicPr>
                <p:cNvPr id="2" name="Picture 1"/>
                <p:cNvPicPr>
                  <a:picLocks noChangeAspect="1"/>
                </p:cNvPicPr>
                <p:nvPr/>
              </p:nvPicPr>
              <p:blipFill>
                <a:blip r:embed="rId3"/>
                <a:stretch>
                  <a:fillRect/>
                </a:stretch>
              </p:blipFill>
              <p:spPr>
                <a:xfrm>
                  <a:off x="2208575" y="358412"/>
                  <a:ext cx="6848339" cy="3607540"/>
                </a:xfrm>
                <a:prstGeom prst="rect">
                  <a:avLst/>
                </a:prstGeom>
              </p:spPr>
            </p:pic>
            <p:pic>
              <p:nvPicPr>
                <p:cNvPr id="7" name="Picture 6"/>
                <p:cNvPicPr>
                  <a:picLocks noChangeAspect="1"/>
                </p:cNvPicPr>
                <p:nvPr/>
              </p:nvPicPr>
              <p:blipFill>
                <a:blip r:embed="rId4"/>
                <a:stretch>
                  <a:fillRect/>
                </a:stretch>
              </p:blipFill>
              <p:spPr>
                <a:xfrm>
                  <a:off x="6231591" y="1197090"/>
                  <a:ext cx="3009900" cy="2828925"/>
                </a:xfrm>
                <a:prstGeom prst="rect">
                  <a:avLst/>
                </a:prstGeom>
              </p:spPr>
            </p:pic>
          </p:grpSp>
          <p:pic>
            <p:nvPicPr>
              <p:cNvPr id="6" name="Picture 5"/>
              <p:cNvPicPr>
                <a:picLocks noChangeAspect="1"/>
              </p:cNvPicPr>
              <p:nvPr/>
            </p:nvPicPr>
            <p:blipFill>
              <a:blip r:embed="rId5"/>
              <a:stretch>
                <a:fillRect/>
              </a:stretch>
            </p:blipFill>
            <p:spPr>
              <a:xfrm>
                <a:off x="8010079" y="1374218"/>
                <a:ext cx="2419286" cy="2292348"/>
              </a:xfrm>
              <a:prstGeom prst="rect">
                <a:avLst/>
              </a:prstGeom>
            </p:spPr>
          </p:pic>
        </p:grpSp>
        <p:pic>
          <p:nvPicPr>
            <p:cNvPr id="4" name="Picture 3"/>
            <p:cNvPicPr>
              <a:picLocks noChangeAspect="1"/>
            </p:cNvPicPr>
            <p:nvPr/>
          </p:nvPicPr>
          <p:blipFill>
            <a:blip r:embed="rId6"/>
            <a:stretch>
              <a:fillRect/>
            </a:stretch>
          </p:blipFill>
          <p:spPr>
            <a:xfrm>
              <a:off x="1114881" y="2664823"/>
              <a:ext cx="6137564" cy="993768"/>
            </a:xfrm>
            <a:prstGeom prst="rect">
              <a:avLst/>
            </a:prstGeom>
          </p:spPr>
        </p:pic>
      </p:grpSp>
    </p:spTree>
    <p:extLst>
      <p:ext uri="{BB962C8B-B14F-4D97-AF65-F5344CB8AC3E}">
        <p14:creationId xmlns:p14="http://schemas.microsoft.com/office/powerpoint/2010/main" val="18307358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368884" y="879658"/>
            <a:ext cx="8906368" cy="4606742"/>
          </a:xfrm>
          <a:prstGeom prst="rect">
            <a:avLst/>
          </a:prstGeom>
        </p:spPr>
      </p:pic>
    </p:spTree>
    <p:extLst>
      <p:ext uri="{BB962C8B-B14F-4D97-AF65-F5344CB8AC3E}">
        <p14:creationId xmlns:p14="http://schemas.microsoft.com/office/powerpoint/2010/main" val="754720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214437" y="790575"/>
            <a:ext cx="9763125" cy="5276850"/>
          </a:xfrm>
          <a:prstGeom prst="rect">
            <a:avLst/>
          </a:prstGeom>
        </p:spPr>
      </p:pic>
    </p:spTree>
    <p:extLst>
      <p:ext uri="{BB962C8B-B14F-4D97-AF65-F5344CB8AC3E}">
        <p14:creationId xmlns:p14="http://schemas.microsoft.com/office/powerpoint/2010/main" val="25243555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584077" y="1529336"/>
            <a:ext cx="8681066" cy="2765828"/>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B29BF3B-6C20-3A15-CB5B-22F212013D1A}"/>
                  </a:ext>
                </a:extLst>
              </p14:cNvPr>
              <p14:cNvContentPartPr/>
              <p14:nvPr/>
            </p14:nvContentPartPr>
            <p14:xfrm>
              <a:off x="1856232" y="2038896"/>
              <a:ext cx="910440" cy="74880"/>
            </p14:xfrm>
          </p:contentPart>
        </mc:Choice>
        <mc:Fallback xmlns="">
          <p:pic>
            <p:nvPicPr>
              <p:cNvPr id="2" name="Ink 1">
                <a:extLst>
                  <a:ext uri="{FF2B5EF4-FFF2-40B4-BE49-F238E27FC236}">
                    <a16:creationId xmlns:a16="http://schemas.microsoft.com/office/drawing/2014/main" id="{BB29BF3B-6C20-3A15-CB5B-22F212013D1A}"/>
                  </a:ext>
                </a:extLst>
              </p:cNvPr>
              <p:cNvPicPr/>
              <p:nvPr/>
            </p:nvPicPr>
            <p:blipFill>
              <a:blip r:embed="rId5"/>
              <a:stretch>
                <a:fillRect/>
              </a:stretch>
            </p:blipFill>
            <p:spPr>
              <a:xfrm>
                <a:off x="1802232" y="1931256"/>
                <a:ext cx="1018080" cy="290520"/>
              </a:xfrm>
              <a:prstGeom prst="rect">
                <a:avLst/>
              </a:prstGeom>
            </p:spPr>
          </p:pic>
        </mc:Fallback>
      </mc:AlternateContent>
    </p:spTree>
    <p:extLst>
      <p:ext uri="{BB962C8B-B14F-4D97-AF65-F5344CB8AC3E}">
        <p14:creationId xmlns:p14="http://schemas.microsoft.com/office/powerpoint/2010/main" val="37415860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894468" y="1374221"/>
            <a:ext cx="7006252" cy="2560358"/>
          </a:xfrm>
          <a:prstGeom prst="rect">
            <a:avLst/>
          </a:prstGeom>
        </p:spPr>
      </p:pic>
    </p:spTree>
    <p:extLst>
      <p:ext uri="{BB962C8B-B14F-4D97-AF65-F5344CB8AC3E}">
        <p14:creationId xmlns:p14="http://schemas.microsoft.com/office/powerpoint/2010/main" val="38279241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784633" y="1018184"/>
            <a:ext cx="8494372" cy="3897765"/>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61E45F8-5F4A-8DCE-3E00-1F4605D3A4C1}"/>
                  </a:ext>
                </a:extLst>
              </p14:cNvPr>
              <p14:cNvContentPartPr/>
              <p14:nvPr/>
            </p14:nvContentPartPr>
            <p14:xfrm>
              <a:off x="2249352" y="3711816"/>
              <a:ext cx="3045600" cy="202320"/>
            </p14:xfrm>
          </p:contentPart>
        </mc:Choice>
        <mc:Fallback xmlns="">
          <p:pic>
            <p:nvPicPr>
              <p:cNvPr id="3" name="Ink 2">
                <a:extLst>
                  <a:ext uri="{FF2B5EF4-FFF2-40B4-BE49-F238E27FC236}">
                    <a16:creationId xmlns:a16="http://schemas.microsoft.com/office/drawing/2014/main" id="{761E45F8-5F4A-8DCE-3E00-1F4605D3A4C1}"/>
                  </a:ext>
                </a:extLst>
              </p:cNvPr>
              <p:cNvPicPr/>
              <p:nvPr/>
            </p:nvPicPr>
            <p:blipFill>
              <a:blip r:embed="rId5"/>
              <a:stretch>
                <a:fillRect/>
              </a:stretch>
            </p:blipFill>
            <p:spPr>
              <a:xfrm>
                <a:off x="2195352" y="3604176"/>
                <a:ext cx="3153240" cy="4179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691F3C1E-A546-E838-E34A-CE6BCE514205}"/>
                  </a:ext>
                </a:extLst>
              </p14:cNvPr>
              <p14:cNvContentPartPr/>
              <p14:nvPr/>
            </p14:nvContentPartPr>
            <p14:xfrm>
              <a:off x="5074632" y="4132656"/>
              <a:ext cx="3282840" cy="102240"/>
            </p14:xfrm>
          </p:contentPart>
        </mc:Choice>
        <mc:Fallback xmlns="">
          <p:pic>
            <p:nvPicPr>
              <p:cNvPr id="4" name="Ink 3">
                <a:extLst>
                  <a:ext uri="{FF2B5EF4-FFF2-40B4-BE49-F238E27FC236}">
                    <a16:creationId xmlns:a16="http://schemas.microsoft.com/office/drawing/2014/main" id="{691F3C1E-A546-E838-E34A-CE6BCE514205}"/>
                  </a:ext>
                </a:extLst>
              </p:cNvPr>
              <p:cNvPicPr/>
              <p:nvPr/>
            </p:nvPicPr>
            <p:blipFill>
              <a:blip r:embed="rId7"/>
              <a:stretch>
                <a:fillRect/>
              </a:stretch>
            </p:blipFill>
            <p:spPr>
              <a:xfrm>
                <a:off x="5020632" y="4024656"/>
                <a:ext cx="3390480" cy="317880"/>
              </a:xfrm>
              <a:prstGeom prst="rect">
                <a:avLst/>
              </a:prstGeom>
            </p:spPr>
          </p:pic>
        </mc:Fallback>
      </mc:AlternateContent>
    </p:spTree>
    <p:extLst>
      <p:ext uri="{BB962C8B-B14F-4D97-AF65-F5344CB8AC3E}">
        <p14:creationId xmlns:p14="http://schemas.microsoft.com/office/powerpoint/2010/main" val="27933331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0E6541-4E84-87D8-49EA-32F5489FDB33}"/>
              </a:ext>
            </a:extLst>
          </p:cNvPr>
          <p:cNvSpPr txBox="1"/>
          <p:nvPr/>
        </p:nvSpPr>
        <p:spPr>
          <a:xfrm>
            <a:off x="1868997" y="1350194"/>
            <a:ext cx="8454006" cy="3754874"/>
          </a:xfrm>
          <a:prstGeom prst="rect">
            <a:avLst/>
          </a:prstGeom>
          <a:noFill/>
        </p:spPr>
        <p:txBody>
          <a:bodyPr wrap="square">
            <a:spAutoFit/>
          </a:bodyPr>
          <a:lstStyle/>
          <a:p>
            <a:r>
              <a:rPr lang="en-GB" sz="2000" b="1" dirty="0"/>
              <a:t>Typical approach:</a:t>
            </a:r>
            <a:endParaRPr lang="en-GB" sz="2000" dirty="0"/>
          </a:p>
          <a:p>
            <a:pPr marL="285750" indent="-285750">
              <a:buFont typeface="Arial" panose="020B0604020202020204" pitchFamily="34" charset="0"/>
              <a:buChar char="•"/>
            </a:pPr>
            <a:r>
              <a:rPr lang="en-GB" sz="2000" dirty="0"/>
              <a:t>Use 10-fold cross-validation to get stable performance estimates for each model.</a:t>
            </a:r>
          </a:p>
          <a:p>
            <a:pPr marL="285750" indent="-285750">
              <a:buFont typeface="Arial" panose="020B0604020202020204" pitchFamily="34" charset="0"/>
              <a:buChar char="•"/>
            </a:pPr>
            <a:r>
              <a:rPr lang="en-GB" sz="2000" dirty="0"/>
              <a:t>Then, apply a Student’s t-test to check if the difference in their performances is statistically significant.</a:t>
            </a:r>
          </a:p>
          <a:p>
            <a:pPr>
              <a:buFont typeface="Arial" panose="020B0604020202020204" pitchFamily="34" charset="0"/>
              <a:buChar char="•"/>
            </a:pPr>
            <a:endParaRPr lang="en-GB" sz="2000" dirty="0"/>
          </a:p>
          <a:p>
            <a:r>
              <a:rPr lang="en-GB" sz="2000" b="1" dirty="0"/>
              <a:t>Bottom Line</a:t>
            </a:r>
          </a:p>
          <a:p>
            <a:pPr marL="285750" indent="-285750">
              <a:buFont typeface="Arial" panose="020B0604020202020204" pitchFamily="34" charset="0"/>
              <a:buChar char="•"/>
            </a:pPr>
            <a:r>
              <a:rPr lang="en-GB" sz="2000" dirty="0"/>
              <a:t>M1 looks better (85% vs. 75%), but since it’s tested on only 30 cases, we cannot trust it yet.</a:t>
            </a:r>
          </a:p>
          <a:p>
            <a:pPr marL="285750" indent="-285750">
              <a:buFont typeface="Arial" panose="020B0604020202020204" pitchFamily="34" charset="0"/>
              <a:buChar char="•"/>
            </a:pPr>
            <a:r>
              <a:rPr lang="en-GB" sz="2000" dirty="0"/>
              <a:t>We should use cross-validation + statistical significance test (t-test) to decide which model is actually better.</a:t>
            </a:r>
          </a:p>
          <a:p>
            <a:pPr>
              <a:buFont typeface="Arial" panose="020B0604020202020204" pitchFamily="34" charset="0"/>
              <a:buChar char="•"/>
            </a:pPr>
            <a:endParaRPr lang="en-GB" sz="2000"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D18F519-A917-AC38-B495-57875FAF16AF}"/>
                  </a:ext>
                </a:extLst>
              </p14:cNvPr>
              <p14:cNvContentPartPr/>
              <p14:nvPr/>
            </p14:nvContentPartPr>
            <p14:xfrm>
              <a:off x="2258352" y="3711816"/>
              <a:ext cx="7891200" cy="148320"/>
            </p14:xfrm>
          </p:contentPart>
        </mc:Choice>
        <mc:Fallback xmlns="">
          <p:pic>
            <p:nvPicPr>
              <p:cNvPr id="2" name="Ink 1">
                <a:extLst>
                  <a:ext uri="{FF2B5EF4-FFF2-40B4-BE49-F238E27FC236}">
                    <a16:creationId xmlns:a16="http://schemas.microsoft.com/office/drawing/2014/main" id="{7D18F519-A917-AC38-B495-57875FAF16AF}"/>
                  </a:ext>
                </a:extLst>
              </p:cNvPr>
              <p:cNvPicPr/>
              <p:nvPr/>
            </p:nvPicPr>
            <p:blipFill>
              <a:blip r:embed="rId4"/>
              <a:stretch>
                <a:fillRect/>
              </a:stretch>
            </p:blipFill>
            <p:spPr>
              <a:xfrm>
                <a:off x="2204712" y="3604176"/>
                <a:ext cx="7998840" cy="363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B5A4D700-B270-553A-8CD5-19FBEB464B1A}"/>
                  </a:ext>
                </a:extLst>
              </p14:cNvPr>
              <p14:cNvContentPartPr/>
              <p14:nvPr/>
            </p14:nvContentPartPr>
            <p14:xfrm>
              <a:off x="2322432" y="3959496"/>
              <a:ext cx="1773360" cy="128520"/>
            </p14:xfrm>
          </p:contentPart>
        </mc:Choice>
        <mc:Fallback xmlns="">
          <p:pic>
            <p:nvPicPr>
              <p:cNvPr id="3" name="Ink 2">
                <a:extLst>
                  <a:ext uri="{FF2B5EF4-FFF2-40B4-BE49-F238E27FC236}">
                    <a16:creationId xmlns:a16="http://schemas.microsoft.com/office/drawing/2014/main" id="{B5A4D700-B270-553A-8CD5-19FBEB464B1A}"/>
                  </a:ext>
                </a:extLst>
              </p:cNvPr>
              <p:cNvPicPr/>
              <p:nvPr/>
            </p:nvPicPr>
            <p:blipFill>
              <a:blip r:embed="rId6"/>
              <a:stretch>
                <a:fillRect/>
              </a:stretch>
            </p:blipFill>
            <p:spPr>
              <a:xfrm>
                <a:off x="2268432" y="3851496"/>
                <a:ext cx="1881000" cy="344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E28CE721-9409-EF01-FE35-592453C11EAD}"/>
                  </a:ext>
                </a:extLst>
              </p14:cNvPr>
              <p14:cNvContentPartPr/>
              <p14:nvPr/>
            </p14:nvContentPartPr>
            <p14:xfrm>
              <a:off x="3675672" y="4351536"/>
              <a:ext cx="5028120" cy="65880"/>
            </p14:xfrm>
          </p:contentPart>
        </mc:Choice>
        <mc:Fallback xmlns="">
          <p:pic>
            <p:nvPicPr>
              <p:cNvPr id="5" name="Ink 4">
                <a:extLst>
                  <a:ext uri="{FF2B5EF4-FFF2-40B4-BE49-F238E27FC236}">
                    <a16:creationId xmlns:a16="http://schemas.microsoft.com/office/drawing/2014/main" id="{E28CE721-9409-EF01-FE35-592453C11EAD}"/>
                  </a:ext>
                </a:extLst>
              </p:cNvPr>
              <p:cNvPicPr/>
              <p:nvPr/>
            </p:nvPicPr>
            <p:blipFill>
              <a:blip r:embed="rId8"/>
              <a:stretch>
                <a:fillRect/>
              </a:stretch>
            </p:blipFill>
            <p:spPr>
              <a:xfrm>
                <a:off x="3622032" y="4243896"/>
                <a:ext cx="5135760" cy="281520"/>
              </a:xfrm>
              <a:prstGeom prst="rect">
                <a:avLst/>
              </a:prstGeom>
            </p:spPr>
          </p:pic>
        </mc:Fallback>
      </mc:AlternateContent>
    </p:spTree>
    <p:extLst>
      <p:ext uri="{BB962C8B-B14F-4D97-AF65-F5344CB8AC3E}">
        <p14:creationId xmlns:p14="http://schemas.microsoft.com/office/powerpoint/2010/main" val="3954941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0E6541-4E84-87D8-49EA-32F5489FDB33}"/>
              </a:ext>
            </a:extLst>
          </p:cNvPr>
          <p:cNvSpPr txBox="1"/>
          <p:nvPr/>
        </p:nvSpPr>
        <p:spPr>
          <a:xfrm>
            <a:off x="2275513" y="1928114"/>
            <a:ext cx="7472494" cy="3200876"/>
          </a:xfrm>
          <a:prstGeom prst="rect">
            <a:avLst/>
          </a:prstGeom>
          <a:noFill/>
        </p:spPr>
        <p:txBody>
          <a:bodyPr wrap="square">
            <a:spAutoFit/>
          </a:bodyPr>
          <a:lstStyle/>
          <a:p>
            <a:r>
              <a:rPr lang="en-US" b="1" dirty="0"/>
              <a:t>Bias:</a:t>
            </a:r>
            <a:r>
              <a:rPr lang="en-US" dirty="0"/>
              <a:t> </a:t>
            </a:r>
            <a:r>
              <a:rPr lang="en-GB" dirty="0"/>
              <a:t>The amount by which the expected model prediction differs from the true value of the target OR how far our predictions from real values.</a:t>
            </a:r>
          </a:p>
          <a:p>
            <a:pPr marL="742950" lvl="1" indent="-285750">
              <a:buFont typeface="Arial" panose="020B0604020202020204" pitchFamily="34" charset="0"/>
              <a:buChar char="•"/>
            </a:pPr>
            <a:r>
              <a:rPr lang="en-US" dirty="0"/>
              <a:t>High bias → model is too simple, underfits (misses important patterns).</a:t>
            </a:r>
          </a:p>
          <a:p>
            <a:pPr marL="742950" lvl="1" indent="-285750">
              <a:buFont typeface="Arial" panose="020B0604020202020204" pitchFamily="34" charset="0"/>
              <a:buChar char="•"/>
            </a:pPr>
            <a:endParaRPr lang="en-US" sz="1200" dirty="0"/>
          </a:p>
          <a:p>
            <a:r>
              <a:rPr lang="en-US" b="1" dirty="0"/>
              <a:t>Variance:</a:t>
            </a:r>
            <a:r>
              <a:rPr lang="en-US" dirty="0"/>
              <a:t> </a:t>
            </a:r>
            <a:r>
              <a:rPr lang="en-GB" dirty="0"/>
              <a:t>Variance is the variation in the predicted value across different datasets.</a:t>
            </a:r>
          </a:p>
          <a:p>
            <a:pPr marL="742950" lvl="1" indent="-285750">
              <a:buFont typeface="Arial" panose="020B0604020202020204" pitchFamily="34" charset="0"/>
              <a:buChar char="•"/>
            </a:pPr>
            <a:r>
              <a:rPr lang="en-US" dirty="0"/>
              <a:t>High variance → model is too complex, overfits (captures noise).</a:t>
            </a:r>
          </a:p>
          <a:p>
            <a:endParaRPr lang="en-US" sz="1200" b="1" dirty="0"/>
          </a:p>
          <a:p>
            <a:r>
              <a:rPr lang="en-US" b="1" dirty="0"/>
              <a:t>Bias–Variance Tradeoff: </a:t>
            </a:r>
            <a:r>
              <a:rPr lang="en-US" dirty="0"/>
              <a:t>We want a balance- not too simple (high bias), not too complex (high variance).</a:t>
            </a:r>
          </a:p>
          <a:p>
            <a:pPr>
              <a:buFont typeface="Arial" panose="020B0604020202020204" pitchFamily="34" charset="0"/>
              <a:buChar char="•"/>
            </a:pPr>
            <a:endParaRPr lang="en-GB" sz="1600" dirty="0"/>
          </a:p>
        </p:txBody>
      </p:sp>
      <p:pic>
        <p:nvPicPr>
          <p:cNvPr id="7" name="Picture 6">
            <a:extLst>
              <a:ext uri="{FF2B5EF4-FFF2-40B4-BE49-F238E27FC236}">
                <a16:creationId xmlns:a16="http://schemas.microsoft.com/office/drawing/2014/main" id="{C2930748-4B28-5EEC-F81C-70BFB1651712}"/>
              </a:ext>
            </a:extLst>
          </p:cNvPr>
          <p:cNvPicPr>
            <a:picLocks noChangeAspect="1"/>
          </p:cNvPicPr>
          <p:nvPr/>
        </p:nvPicPr>
        <p:blipFill>
          <a:blip r:embed="rId3"/>
          <a:stretch>
            <a:fillRect/>
          </a:stretch>
        </p:blipFill>
        <p:spPr>
          <a:xfrm>
            <a:off x="2069460" y="611182"/>
            <a:ext cx="8153048" cy="1082040"/>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CCF720B-C18C-2647-C8AD-18975EC8825A}"/>
                  </a:ext>
                </a:extLst>
              </p14:cNvPr>
              <p14:cNvContentPartPr/>
              <p14:nvPr/>
            </p14:nvContentPartPr>
            <p14:xfrm>
              <a:off x="5093352" y="2339856"/>
              <a:ext cx="3848760" cy="111240"/>
            </p14:xfrm>
          </p:contentPart>
        </mc:Choice>
        <mc:Fallback xmlns="">
          <p:pic>
            <p:nvPicPr>
              <p:cNvPr id="2" name="Ink 1">
                <a:extLst>
                  <a:ext uri="{FF2B5EF4-FFF2-40B4-BE49-F238E27FC236}">
                    <a16:creationId xmlns:a16="http://schemas.microsoft.com/office/drawing/2014/main" id="{ACCF720B-C18C-2647-C8AD-18975EC8825A}"/>
                  </a:ext>
                </a:extLst>
              </p:cNvPr>
              <p:cNvPicPr/>
              <p:nvPr/>
            </p:nvPicPr>
            <p:blipFill>
              <a:blip r:embed="rId5"/>
              <a:stretch>
                <a:fillRect/>
              </a:stretch>
            </p:blipFill>
            <p:spPr>
              <a:xfrm>
                <a:off x="5039352" y="2231856"/>
                <a:ext cx="395640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A1AEB634-C1B2-1ED2-569B-4A007F5DE114}"/>
                  </a:ext>
                </a:extLst>
              </p14:cNvPr>
              <p14:cNvContentPartPr/>
              <p14:nvPr/>
            </p14:nvContentPartPr>
            <p14:xfrm>
              <a:off x="3163752" y="2706696"/>
              <a:ext cx="6040080" cy="83520"/>
            </p14:xfrm>
          </p:contentPart>
        </mc:Choice>
        <mc:Fallback xmlns="">
          <p:pic>
            <p:nvPicPr>
              <p:cNvPr id="3" name="Ink 2">
                <a:extLst>
                  <a:ext uri="{FF2B5EF4-FFF2-40B4-BE49-F238E27FC236}">
                    <a16:creationId xmlns:a16="http://schemas.microsoft.com/office/drawing/2014/main" id="{A1AEB634-C1B2-1ED2-569B-4A007F5DE114}"/>
                  </a:ext>
                </a:extLst>
              </p:cNvPr>
              <p:cNvPicPr/>
              <p:nvPr/>
            </p:nvPicPr>
            <p:blipFill>
              <a:blip r:embed="rId7"/>
              <a:stretch>
                <a:fillRect/>
              </a:stretch>
            </p:blipFill>
            <p:spPr>
              <a:xfrm>
                <a:off x="3110112" y="2598696"/>
                <a:ext cx="614772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AA83CD6A-73D4-98F7-A704-3580EAC3772B}"/>
                  </a:ext>
                </a:extLst>
              </p14:cNvPr>
              <p14:cNvContentPartPr/>
              <p14:nvPr/>
            </p14:nvContentPartPr>
            <p14:xfrm>
              <a:off x="3191112" y="2915496"/>
              <a:ext cx="849960" cy="38160"/>
            </p14:xfrm>
          </p:contentPart>
        </mc:Choice>
        <mc:Fallback xmlns="">
          <p:pic>
            <p:nvPicPr>
              <p:cNvPr id="5" name="Ink 4">
                <a:extLst>
                  <a:ext uri="{FF2B5EF4-FFF2-40B4-BE49-F238E27FC236}">
                    <a16:creationId xmlns:a16="http://schemas.microsoft.com/office/drawing/2014/main" id="{AA83CD6A-73D4-98F7-A704-3580EAC3772B}"/>
                  </a:ext>
                </a:extLst>
              </p:cNvPr>
              <p:cNvPicPr/>
              <p:nvPr/>
            </p:nvPicPr>
            <p:blipFill>
              <a:blip r:embed="rId9"/>
              <a:stretch>
                <a:fillRect/>
              </a:stretch>
            </p:blipFill>
            <p:spPr>
              <a:xfrm>
                <a:off x="3137112" y="2807496"/>
                <a:ext cx="95760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D8004128-C8C5-E0A8-018F-AE8EB3CD2B68}"/>
                  </a:ext>
                </a:extLst>
              </p14:cNvPr>
              <p14:cNvContentPartPr/>
              <p14:nvPr/>
            </p14:nvContentPartPr>
            <p14:xfrm>
              <a:off x="3364632" y="3318696"/>
              <a:ext cx="6203160" cy="129600"/>
            </p14:xfrm>
          </p:contentPart>
        </mc:Choice>
        <mc:Fallback xmlns="">
          <p:pic>
            <p:nvPicPr>
              <p:cNvPr id="6" name="Ink 5">
                <a:extLst>
                  <a:ext uri="{FF2B5EF4-FFF2-40B4-BE49-F238E27FC236}">
                    <a16:creationId xmlns:a16="http://schemas.microsoft.com/office/drawing/2014/main" id="{D8004128-C8C5-E0A8-018F-AE8EB3CD2B68}"/>
                  </a:ext>
                </a:extLst>
              </p:cNvPr>
              <p:cNvPicPr/>
              <p:nvPr/>
            </p:nvPicPr>
            <p:blipFill>
              <a:blip r:embed="rId11"/>
              <a:stretch>
                <a:fillRect/>
              </a:stretch>
            </p:blipFill>
            <p:spPr>
              <a:xfrm>
                <a:off x="3310992" y="3211056"/>
                <a:ext cx="6310800" cy="345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4E23B0AD-E153-32EF-DB8E-F5CBA1D22798}"/>
                  </a:ext>
                </a:extLst>
              </p14:cNvPr>
              <p14:cNvContentPartPr/>
              <p14:nvPr/>
            </p14:nvContentPartPr>
            <p14:xfrm>
              <a:off x="2422872" y="3693456"/>
              <a:ext cx="901080" cy="10080"/>
            </p14:xfrm>
          </p:contentPart>
        </mc:Choice>
        <mc:Fallback xmlns="">
          <p:pic>
            <p:nvPicPr>
              <p:cNvPr id="8" name="Ink 7">
                <a:extLst>
                  <a:ext uri="{FF2B5EF4-FFF2-40B4-BE49-F238E27FC236}">
                    <a16:creationId xmlns:a16="http://schemas.microsoft.com/office/drawing/2014/main" id="{4E23B0AD-E153-32EF-DB8E-F5CBA1D22798}"/>
                  </a:ext>
                </a:extLst>
              </p:cNvPr>
              <p:cNvPicPr/>
              <p:nvPr/>
            </p:nvPicPr>
            <p:blipFill>
              <a:blip r:embed="rId13"/>
              <a:stretch>
                <a:fillRect/>
              </a:stretch>
            </p:blipFill>
            <p:spPr>
              <a:xfrm>
                <a:off x="2369232" y="3585456"/>
                <a:ext cx="1008720" cy="225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1D9EFCD1-0209-120F-BB23-6B0DFDAD6669}"/>
                  </a:ext>
                </a:extLst>
              </p14:cNvPr>
              <p14:cNvContentPartPr/>
              <p14:nvPr/>
            </p14:nvContentPartPr>
            <p14:xfrm>
              <a:off x="3109032" y="3858336"/>
              <a:ext cx="6176520" cy="230400"/>
            </p14:xfrm>
          </p:contentPart>
        </mc:Choice>
        <mc:Fallback xmlns="">
          <p:pic>
            <p:nvPicPr>
              <p:cNvPr id="9" name="Ink 8">
                <a:extLst>
                  <a:ext uri="{FF2B5EF4-FFF2-40B4-BE49-F238E27FC236}">
                    <a16:creationId xmlns:a16="http://schemas.microsoft.com/office/drawing/2014/main" id="{1D9EFCD1-0209-120F-BB23-6B0DFDAD6669}"/>
                  </a:ext>
                </a:extLst>
              </p:cNvPr>
              <p:cNvPicPr/>
              <p:nvPr/>
            </p:nvPicPr>
            <p:blipFill>
              <a:blip r:embed="rId15"/>
              <a:stretch>
                <a:fillRect/>
              </a:stretch>
            </p:blipFill>
            <p:spPr>
              <a:xfrm>
                <a:off x="3055032" y="3750336"/>
                <a:ext cx="6284160" cy="446040"/>
              </a:xfrm>
              <a:prstGeom prst="rect">
                <a:avLst/>
              </a:prstGeom>
            </p:spPr>
          </p:pic>
        </mc:Fallback>
      </mc:AlternateContent>
      <p:sp>
        <p:nvSpPr>
          <p:cNvPr id="10" name="TextBox 9">
            <a:extLst>
              <a:ext uri="{FF2B5EF4-FFF2-40B4-BE49-F238E27FC236}">
                <a16:creationId xmlns:a16="http://schemas.microsoft.com/office/drawing/2014/main" id="{1721BAEB-D200-0948-6470-5880033ED8FE}"/>
              </a:ext>
            </a:extLst>
          </p:cNvPr>
          <p:cNvSpPr txBox="1"/>
          <p:nvPr/>
        </p:nvSpPr>
        <p:spPr>
          <a:xfrm>
            <a:off x="2203658" y="5539030"/>
            <a:ext cx="9628148" cy="800219"/>
          </a:xfrm>
          <a:prstGeom prst="rect">
            <a:avLst/>
          </a:prstGeom>
          <a:noFill/>
        </p:spPr>
        <p:txBody>
          <a:bodyPr wrap="square" rtlCol="0">
            <a:spAutoFit/>
          </a:bodyPr>
          <a:lstStyle/>
          <a:p>
            <a:r>
              <a:rPr lang="en-US" dirty="0">
                <a:highlight>
                  <a:srgbClr val="FFFF00"/>
                </a:highlight>
              </a:rPr>
              <a:t>Underfitting means that the model is too simple and does not cover all real patterns in the data.</a:t>
            </a:r>
          </a:p>
          <a:p>
            <a:endParaRPr lang="en-US" sz="2800" dirty="0">
              <a:highlight>
                <a:srgbClr val="FFFF00"/>
              </a:highlight>
            </a:endParaRPr>
          </a:p>
        </p:txBody>
      </p:sp>
      <p:sp>
        <p:nvSpPr>
          <p:cNvPr id="11" name="TextBox 10">
            <a:extLst>
              <a:ext uri="{FF2B5EF4-FFF2-40B4-BE49-F238E27FC236}">
                <a16:creationId xmlns:a16="http://schemas.microsoft.com/office/drawing/2014/main" id="{2ED736C0-E90D-18F4-6297-8CD43D0BCFB3}"/>
              </a:ext>
            </a:extLst>
          </p:cNvPr>
          <p:cNvSpPr txBox="1"/>
          <p:nvPr/>
        </p:nvSpPr>
        <p:spPr>
          <a:xfrm>
            <a:off x="2203658" y="5949070"/>
            <a:ext cx="9628148" cy="1138773"/>
          </a:xfrm>
          <a:prstGeom prst="rect">
            <a:avLst/>
          </a:prstGeom>
          <a:noFill/>
        </p:spPr>
        <p:txBody>
          <a:bodyPr wrap="square" rtlCol="0">
            <a:spAutoFit/>
          </a:bodyPr>
          <a:lstStyle/>
          <a:p>
            <a:pPr fontAlgn="base"/>
            <a:r>
              <a:rPr lang="en-US" dirty="0">
                <a:highlight>
                  <a:srgbClr val="FFFF00"/>
                </a:highlight>
              </a:rPr>
              <a:t>Overfitting means that the model learns not just the underlying pattern, but also noise or random quirks in the training data. model memorizes training data</a:t>
            </a:r>
          </a:p>
          <a:p>
            <a:endParaRPr lang="en-US" sz="3200" dirty="0"/>
          </a:p>
        </p:txBody>
      </p:sp>
      <p:sp>
        <p:nvSpPr>
          <p:cNvPr id="12" name="TextBox 11">
            <a:extLst>
              <a:ext uri="{FF2B5EF4-FFF2-40B4-BE49-F238E27FC236}">
                <a16:creationId xmlns:a16="http://schemas.microsoft.com/office/drawing/2014/main" id="{B964C320-32C2-B56A-A453-F27245E11B67}"/>
              </a:ext>
            </a:extLst>
          </p:cNvPr>
          <p:cNvSpPr txBox="1"/>
          <p:nvPr/>
        </p:nvSpPr>
        <p:spPr>
          <a:xfrm>
            <a:off x="-1508616" y="971721"/>
            <a:ext cx="3367369" cy="5367528"/>
          </a:xfrm>
          <a:prstGeom prst="rect">
            <a:avLst/>
          </a:prstGeom>
          <a:noFill/>
        </p:spPr>
        <p:txBody>
          <a:bodyPr wrap="square" rtlCol="0">
            <a:spAutoFit/>
          </a:bodyPr>
          <a:lstStyle/>
          <a:p>
            <a:r>
              <a:rPr lang="en-US" b="1" dirty="0"/>
              <a:t>Generalization, Overfitting, and Underfitting</a:t>
            </a:r>
          </a:p>
          <a:p>
            <a:r>
              <a:rPr lang="en-US" b="1" dirty="0"/>
              <a:t>Generalization</a:t>
            </a:r>
            <a:r>
              <a:rPr lang="en-US" dirty="0"/>
              <a:t>: The model's ability to perform well on new, unseen data.</a:t>
            </a:r>
          </a:p>
          <a:p>
            <a:r>
              <a:rPr lang="en-US" b="1" dirty="0"/>
              <a:t>Overfitting</a:t>
            </a:r>
            <a:r>
              <a:rPr lang="en-US" dirty="0"/>
              <a:t>: The model is too complex and learns the "noise" in the training data. It performs perfectly on training data but fails on new data (High Variance).</a:t>
            </a:r>
          </a:p>
          <a:p>
            <a:r>
              <a:rPr lang="en-US" b="1" dirty="0"/>
              <a:t>Underfitting</a:t>
            </a:r>
            <a:r>
              <a:rPr lang="en-US" dirty="0"/>
              <a:t>: The model is too simple and fails to find the pattern even in the training data (High Bias).</a:t>
            </a:r>
          </a:p>
          <a:p>
            <a:r>
              <a:rPr lang="en-US" b="1" dirty="0"/>
              <a:t>The Tradeoff</a:t>
            </a:r>
            <a:r>
              <a:rPr lang="en-US" dirty="0"/>
              <a:t>: The goal is to find the "sweet spot" where both Bias and Variance are low.</a:t>
            </a:r>
          </a:p>
          <a:p>
            <a:endParaRPr lang="en-US" dirty="0"/>
          </a:p>
        </p:txBody>
      </p:sp>
    </p:spTree>
    <p:extLst>
      <p:ext uri="{BB962C8B-B14F-4D97-AF65-F5344CB8AC3E}">
        <p14:creationId xmlns:p14="http://schemas.microsoft.com/office/powerpoint/2010/main" val="24414751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930748-4B28-5EEC-F81C-70BFB1651712}"/>
              </a:ext>
            </a:extLst>
          </p:cNvPr>
          <p:cNvPicPr>
            <a:picLocks noChangeAspect="1"/>
          </p:cNvPicPr>
          <p:nvPr/>
        </p:nvPicPr>
        <p:blipFill>
          <a:blip r:embed="rId3"/>
          <a:stretch>
            <a:fillRect/>
          </a:stretch>
        </p:blipFill>
        <p:spPr>
          <a:xfrm>
            <a:off x="2069460" y="611182"/>
            <a:ext cx="8153048" cy="1082040"/>
          </a:xfrm>
          <a:prstGeom prst="rect">
            <a:avLst/>
          </a:prstGeom>
        </p:spPr>
      </p:pic>
      <p:pic>
        <p:nvPicPr>
          <p:cNvPr id="3" name="Picture 2">
            <a:extLst>
              <a:ext uri="{FF2B5EF4-FFF2-40B4-BE49-F238E27FC236}">
                <a16:creationId xmlns:a16="http://schemas.microsoft.com/office/drawing/2014/main" id="{D45AB2C4-20A2-C4E5-A4C1-8D26744ECACF}"/>
              </a:ext>
            </a:extLst>
          </p:cNvPr>
          <p:cNvPicPr>
            <a:picLocks noChangeAspect="1"/>
          </p:cNvPicPr>
          <p:nvPr/>
        </p:nvPicPr>
        <p:blipFill>
          <a:blip r:embed="rId4"/>
          <a:stretch>
            <a:fillRect/>
          </a:stretch>
        </p:blipFill>
        <p:spPr>
          <a:xfrm>
            <a:off x="2625371" y="1886882"/>
            <a:ext cx="7180273" cy="3800853"/>
          </a:xfrm>
          <a:prstGeom prst="rect">
            <a:avLst/>
          </a:prstGeom>
        </p:spPr>
      </p:pic>
    </p:spTree>
    <p:extLst>
      <p:ext uri="{BB962C8B-B14F-4D97-AF65-F5344CB8AC3E}">
        <p14:creationId xmlns:p14="http://schemas.microsoft.com/office/powerpoint/2010/main" val="11071034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930748-4B28-5EEC-F81C-70BFB1651712}"/>
              </a:ext>
            </a:extLst>
          </p:cNvPr>
          <p:cNvPicPr>
            <a:picLocks noChangeAspect="1"/>
          </p:cNvPicPr>
          <p:nvPr/>
        </p:nvPicPr>
        <p:blipFill>
          <a:blip r:embed="rId3"/>
          <a:stretch>
            <a:fillRect/>
          </a:stretch>
        </p:blipFill>
        <p:spPr>
          <a:xfrm>
            <a:off x="2069460" y="611182"/>
            <a:ext cx="8153048" cy="1082040"/>
          </a:xfrm>
          <a:prstGeom prst="rect">
            <a:avLst/>
          </a:prstGeom>
        </p:spPr>
      </p:pic>
      <p:pic>
        <p:nvPicPr>
          <p:cNvPr id="5" name="Picture 4" descr="A diagram of a model&#10;&#10;AI-generated content may be incorrect.">
            <a:extLst>
              <a:ext uri="{FF2B5EF4-FFF2-40B4-BE49-F238E27FC236}">
                <a16:creationId xmlns:a16="http://schemas.microsoft.com/office/drawing/2014/main" id="{34F6E998-78BD-E354-A76C-EB4C77E790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2983" y="1771805"/>
            <a:ext cx="6107186" cy="4535630"/>
          </a:xfrm>
          <a:prstGeom prst="rect">
            <a:avLst/>
          </a:prstGeom>
        </p:spPr>
      </p:pic>
    </p:spTree>
    <p:extLst>
      <p:ext uri="{BB962C8B-B14F-4D97-AF65-F5344CB8AC3E}">
        <p14:creationId xmlns:p14="http://schemas.microsoft.com/office/powerpoint/2010/main" val="17711216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090AE-5A38-A1BB-FE0D-AD5B7DA3BF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99A06A-8C49-095E-553E-0A3D9DCD829B}"/>
              </a:ext>
            </a:extLst>
          </p:cNvPr>
          <p:cNvSpPr txBox="1"/>
          <p:nvPr/>
        </p:nvSpPr>
        <p:spPr>
          <a:xfrm>
            <a:off x="1362456" y="658368"/>
            <a:ext cx="8796528" cy="5970865"/>
          </a:xfrm>
          <a:prstGeom prst="rect">
            <a:avLst/>
          </a:prstGeom>
          <a:noFill/>
        </p:spPr>
        <p:txBody>
          <a:bodyPr wrap="square" rtlCol="0">
            <a:spAutoFit/>
          </a:bodyPr>
          <a:lstStyle/>
          <a:p>
            <a:r>
              <a:rPr lang="en-US" dirty="0"/>
              <a:t>From Ai:</a:t>
            </a:r>
            <a:br>
              <a:rPr lang="en-US" dirty="0"/>
            </a:br>
            <a:endParaRPr lang="en-US" dirty="0"/>
          </a:p>
          <a:p>
            <a:r>
              <a:rPr lang="en-US" sz="1600" b="1" dirty="0"/>
              <a:t>Practice Questions &amp; Answers</a:t>
            </a:r>
          </a:p>
          <a:p>
            <a:r>
              <a:rPr lang="en-US" sz="1600" b="1" dirty="0"/>
              <a:t>Q1: What is the main difference between Classification and Regression?</a:t>
            </a:r>
            <a:r>
              <a:rPr lang="en-US" sz="1600" dirty="0"/>
              <a:t> </a:t>
            </a:r>
            <a:r>
              <a:rPr lang="en-US" sz="1600" b="1" dirty="0"/>
              <a:t>A:</a:t>
            </a:r>
            <a:r>
              <a:rPr lang="en-US" sz="1600" dirty="0"/>
              <a:t> Classification predicts a discrete label or category (like "Red" or "Blue"), while Regression predicts a continuous numerical value (like "75.5").</a:t>
            </a:r>
          </a:p>
          <a:p>
            <a:r>
              <a:rPr lang="en-US" sz="1600" b="1" dirty="0"/>
              <a:t>Q2: If a model has 100% accuracy on training data but only 50% accuracy on test data, what is happening?</a:t>
            </a:r>
            <a:r>
              <a:rPr lang="en-US" sz="1600" dirty="0"/>
              <a:t> </a:t>
            </a:r>
            <a:r>
              <a:rPr lang="en-US" sz="1600" b="1" dirty="0"/>
              <a:t>A:</a:t>
            </a:r>
            <a:r>
              <a:rPr lang="en-US" sz="1600" dirty="0"/>
              <a:t> The model is </a:t>
            </a:r>
            <a:r>
              <a:rPr lang="en-US" sz="1600" b="1" dirty="0"/>
              <a:t>Overfitting</a:t>
            </a:r>
            <a:r>
              <a:rPr lang="en-US" sz="1600" dirty="0"/>
              <a:t>. It has memorized the training data specifically but cannot generalize to new, unseen information.</a:t>
            </a:r>
          </a:p>
          <a:p>
            <a:r>
              <a:rPr lang="en-US" sz="1600" b="1" dirty="0"/>
              <a:t>Q3: When should you use the F1-Score instead of Accuracy?</a:t>
            </a:r>
            <a:r>
              <a:rPr lang="en-US" sz="1600" dirty="0"/>
              <a:t> </a:t>
            </a:r>
            <a:r>
              <a:rPr lang="en-US" sz="1600" b="1" dirty="0"/>
              <a:t>A:</a:t>
            </a:r>
            <a:r>
              <a:rPr lang="en-US" sz="1600" dirty="0"/>
              <a:t> You should use the F1-Score when you have an imbalanced dataset (e.g., a medical test where 99% of people are healthy and only 1% are sick) or when you need a balance between Precision and Recall.</a:t>
            </a:r>
          </a:p>
          <a:p>
            <a:r>
              <a:rPr lang="en-US" sz="1600" b="1" dirty="0"/>
              <a:t>Q4: Explain the purpose of "10-fold Cross-Validation."</a:t>
            </a:r>
            <a:r>
              <a:rPr lang="en-US" sz="1600" dirty="0"/>
              <a:t> </a:t>
            </a:r>
            <a:r>
              <a:rPr lang="en-US" sz="1600" b="1" dirty="0"/>
              <a:t>A:</a:t>
            </a:r>
            <a:r>
              <a:rPr lang="en-US" sz="1600" dirty="0"/>
              <a:t> It is a technique used to get a stable estimate of a model's performance. The data is split into 10 parts; the model is trained on 9 and tested on 1. This repeats 10 times so every piece of data is used for testing once.</a:t>
            </a:r>
          </a:p>
          <a:p>
            <a:r>
              <a:rPr lang="en-US" sz="1600" b="1" dirty="0"/>
              <a:t>Q5: Define "Bias" and "Variance" in the context of ML.</a:t>
            </a:r>
            <a:r>
              <a:rPr lang="en-US" sz="1600" dirty="0"/>
              <a:t> </a:t>
            </a:r>
            <a:r>
              <a:rPr lang="en-US" sz="1600" b="1" dirty="0"/>
              <a:t>A:</a:t>
            </a:r>
            <a:r>
              <a:rPr lang="en-US" sz="1600" dirty="0"/>
              <a:t> </a:t>
            </a:r>
            <a:r>
              <a:rPr lang="en-US" sz="1600" b="1" dirty="0"/>
              <a:t>Bias</a:t>
            </a:r>
            <a:r>
              <a:rPr lang="en-US" sz="1600" dirty="0"/>
              <a:t> is the error caused by a model being too simple (leading to underfitting). </a:t>
            </a:r>
            <a:r>
              <a:rPr lang="en-US" sz="1600" b="1" dirty="0"/>
              <a:t>Variance</a:t>
            </a:r>
            <a:r>
              <a:rPr lang="en-US" sz="1600" dirty="0"/>
              <a:t> is the error caused by a model being too sensitive to small fluctuations in the training set (leading to overfitting).</a:t>
            </a:r>
          </a:p>
          <a:p>
            <a:endParaRPr lang="en-US" dirty="0"/>
          </a:p>
          <a:p>
            <a:endParaRPr lang="en-US" dirty="0"/>
          </a:p>
          <a:p>
            <a:endParaRPr lang="en-US" dirty="0"/>
          </a:p>
          <a:p>
            <a:endParaRPr lang="en-US" dirty="0"/>
          </a:p>
          <a:p>
            <a:r>
              <a:rPr lang="en-US" dirty="0">
                <a:highlight>
                  <a:srgbClr val="C0C0C0"/>
                </a:highlight>
              </a:rPr>
              <a:t>Gemini </a:t>
            </a:r>
            <a:r>
              <a:rPr lang="en-US" dirty="0" err="1">
                <a:highlight>
                  <a:srgbClr val="C0C0C0"/>
                </a:highlight>
              </a:rPr>
              <a:t>te</a:t>
            </a:r>
            <a:r>
              <a:rPr lang="en-US" dirty="0">
                <a:highlight>
                  <a:srgbClr val="C0C0C0"/>
                </a:highlight>
              </a:rPr>
              <a:t> </a:t>
            </a:r>
            <a:r>
              <a:rPr lang="en-US" dirty="0" err="1">
                <a:highlight>
                  <a:srgbClr val="C0C0C0"/>
                </a:highlight>
              </a:rPr>
              <a:t>qstn</a:t>
            </a:r>
            <a:r>
              <a:rPr lang="en-US" dirty="0">
                <a:highlight>
                  <a:srgbClr val="C0C0C0"/>
                </a:highlight>
              </a:rPr>
              <a:t> ach brief gula</a:t>
            </a:r>
          </a:p>
        </p:txBody>
      </p:sp>
    </p:spTree>
    <p:extLst>
      <p:ext uri="{BB962C8B-B14F-4D97-AF65-F5344CB8AC3E}">
        <p14:creationId xmlns:p14="http://schemas.microsoft.com/office/powerpoint/2010/main" val="1172937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2583</TotalTime>
  <Words>1538</Words>
  <Application>Microsoft Office PowerPoint</Application>
  <PresentationFormat>Widescreen</PresentationFormat>
  <Paragraphs>126</Paragraphs>
  <Slides>47</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Aptos</vt:lpstr>
      <vt:lpstr>Aptos Display</vt:lpstr>
      <vt:lpstr>Arial</vt:lpstr>
      <vt:lpstr>Arial</vt:lpstr>
      <vt:lpstr>Courier New</vt:lpstr>
      <vt:lpstr>Söhne</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Kamrul Hasan Tuhin</dc:creator>
  <cp:lastModifiedBy>Md. Ehasan Mahmud</cp:lastModifiedBy>
  <cp:revision>32</cp:revision>
  <dcterms:created xsi:type="dcterms:W3CDTF">2025-08-20T18:52:33Z</dcterms:created>
  <dcterms:modified xsi:type="dcterms:W3CDTF">2026-05-10T16:58:50Z</dcterms:modified>
</cp:coreProperties>
</file>
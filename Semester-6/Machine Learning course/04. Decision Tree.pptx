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9.xml" ContentType="application/vnd.openxmlformats-officedocument.presentationml.notesSlide+xml"/>
  <Override PartName="/ppt/ink/ink6.xml" ContentType="application/inkml+xml"/>
  <Override PartName="/ppt/notesSlides/notesSlide10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notesSlides/notesSlide15.xml" ContentType="application/vnd.openxmlformats-officedocument.presentationml.notesSlide+xml"/>
  <Override PartName="/ppt/ink/ink17.xml" ContentType="application/inkml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ink/ink23.xml" ContentType="application/inkml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463" r:id="rId2"/>
    <p:sldId id="464" r:id="rId3"/>
    <p:sldId id="465" r:id="rId4"/>
    <p:sldId id="466" r:id="rId5"/>
    <p:sldId id="470" r:id="rId6"/>
    <p:sldId id="467" r:id="rId7"/>
    <p:sldId id="471" r:id="rId8"/>
    <p:sldId id="468" r:id="rId9"/>
    <p:sldId id="472" r:id="rId10"/>
    <p:sldId id="473" r:id="rId11"/>
    <p:sldId id="469" r:id="rId12"/>
    <p:sldId id="474" r:id="rId13"/>
    <p:sldId id="475" r:id="rId14"/>
    <p:sldId id="476" r:id="rId15"/>
    <p:sldId id="477" r:id="rId16"/>
    <p:sldId id="478" r:id="rId17"/>
    <p:sldId id="479" r:id="rId18"/>
    <p:sldId id="480" r:id="rId19"/>
    <p:sldId id="481" r:id="rId20"/>
    <p:sldId id="491" r:id="rId21"/>
    <p:sldId id="482" r:id="rId22"/>
    <p:sldId id="492" r:id="rId23"/>
    <p:sldId id="493" r:id="rId24"/>
    <p:sldId id="483" r:id="rId25"/>
    <p:sldId id="494" r:id="rId26"/>
    <p:sldId id="484" r:id="rId27"/>
    <p:sldId id="495" r:id="rId28"/>
    <p:sldId id="485" r:id="rId29"/>
    <p:sldId id="496" r:id="rId30"/>
    <p:sldId id="486" r:id="rId31"/>
    <p:sldId id="497" r:id="rId32"/>
    <p:sldId id="487" r:id="rId33"/>
    <p:sldId id="488" r:id="rId34"/>
    <p:sldId id="489" r:id="rId35"/>
    <p:sldId id="498" r:id="rId36"/>
    <p:sldId id="490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48" autoAdjust="0"/>
    <p:restoredTop sz="94660"/>
  </p:normalViewPr>
  <p:slideViewPr>
    <p:cSldViewPr snapToGrid="0">
      <p:cViewPr varScale="1">
        <p:scale>
          <a:sx n="84" d="100"/>
          <a:sy n="84" d="100"/>
        </p:scale>
        <p:origin x="90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9T07:41:55.95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27,'0'-1,"1"0,-1 0,0 0,1 0,-1 0,1 0,-1 1,1-1,-1 0,1 0,-1 1,1-1,0 0,0 0,-1 1,1-1,0 1,0-1,0 1,-1-1,1 1,0 0,0-1,0 1,0 0,0 0,2-1,31-3,-28 3,19-1,1 0,-1 2,1 1,-1 1,1 1,-1 2,0 0,0 1,40 17,-16-2,1-2,1-2,55 10,70-1,113 19,-253-39,64 18,-20-2,252 57,-217-48,-72-18,0-2,82 9,86 6,-128-14,127 4,-70-15,132-4,-86-22,-121 13,74-2,-104 11,0-2,46-12,-46 8,1 2,50-3,345 9,-199 3,1212-2,-1311 4,0 6,210 43,-29 28,-90-43,-71-14,-52-11,0-6,160-7,-104-2,-144 2,183 0,236-30,-148-17,-188 23,28-6,139-4,-139 21,239-58,-105 15,-183 43,-1-3,143-51,-136 30,-41 17,50-17,-69 32,0 0,37-2,5-2,46-8,167-5,116 22,-175 2,-167-2,552 24,-156 53,-113-6,-174-41,183 11,-327-40,207 10,-195-7,-5 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9T07:42:05.11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52,'936'0,"-908"1,52 10,11 1,359-9,-232-5,-162 2,0 2,60 11,104 37,-69-28,-103-17,0 2,62 17,-19-2,181 23,-94-21,-52 7,1 0,-72-26,0-1,82-7,-30 0,299 4,-392-3,-1 1,1-2,-1 0,0 0,0-1,13-6,36-11,99-32,-54 15,124-28,-207 58,42-19,-51 19,1 1,-1 1,1 0,0 2,1 0,26-4,218 7,-117 4,696-3,-819 2,-1 0,0 1,0 2,32 10,19 4,-24-8,1-3,95 5,61 0,4-1,336-13,-512-1,55-9,-51 5,41-1,-38 5,38-9,-38 5,40-1,549 6,-302 2,-289-2,54-11,-53 6,52-1,-75 6,0-1,0-1,0 0,0-1,18-7,-15 5,0 0,1 1,21-2,45 2,86 6,-48 2,-64-2,-20 0,1-2,78-10,-117 11,65-14,0 2,125-4,438 17,-611 1,1 0,-1 1,0 0,0 2,17 6,-16-4,1-2,0 0,36 4,265-8,-150-3,607 2,-724 3,0 2,63 15,14 1,-46-8,120 33,-175-39,1-1,-1-1,43 0,96-7,-56 0,2055 2,-2126-2,-1-2,68-16,-67 10,1 3,56-3,709 9,-375 3,-171-2,-235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9T07:42:13.20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0,'555'0,"-522"2,54 9,-51-5,39 1,557-5,-306-4,-206 0,131 4,-91 23,-113-15,0-3,55 2,44 4,6-1,-137-12,7 0,1 0,-1 1,1 2,-1 0,34 10,-22-4,-1-1,1-1,1-2,37 1,143-7,-85-2,679 3,-782-2,54-9,10-1,358 9,-230 6,-171-4,0-2,55-9,-57 6,91 0,-87 6,69-9,223-48,-280 50,0 2,107 6,-57 2,-61-3,331 15,-363-13,19 3,0 0,41 14,21 6,2-5,141 11,-240-31,348 7,-203-9,522 2,-635-2,54-9,24-2,516 12,-305 3,1292-2,-1602 0,0-1,0 0,0 0,1-2,-2 1,1-2,0 0,22-10,-13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9T07:42:26.19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1 105,'67'-1,"-27"-1,0 2,0 2,0 1,70 16,-65-5,1-2,0-2,1-1,0-3,55 0,-67-7,0 1,1 2,58 11,114 24,-73-4,-95-21,80 13,32 1,-102-15,1-3,83 4,-29-11,138-4,-221-1,-1-1,0 0,0-1,-1-2,33-16,20-6,9-4,-57 22,1 1,0 2,0 0,1 2,50-7,31 1,47-1,1104 15,-1055 12,8 1,885-15,-1057 2,56 11,30 2,547-13,-325-3,1156 2,-1492-1,0-1,0 0,1 0,-1-1,0-1,14-6,-10 3,1 2,23-6,-34 11,360-56,-235 34,-74 11,78-6,-24 4,-72 7,43-1,593 5,-326 4,758-2,-1082 2,1 1,-1 0,49 15,-46-10,0-1,51 4,26 2,19 0,-91-10,1 1,-1 2,-1 2,58 20,-45-13,68 14,72-4,-14-1,-90-11,-44-8,1 1,-1 3,39 13,-52-14,0-1,1-1,0-1,50 3,104-9,-70-2,-31 4,-27 1,1-3,83-11,-47 1,1 4,144 8,-92 1,640-2,-733-2,50-9,47-2,798 12,-415 3,-473-5,-1-3,1-1,68-20,-32 1,-46 12,56-10,-14 12,102 0,91 13,-99 1,2951-2,-3098-2,-1-1,0-2,42-12,36-5,-55 13,96-8,-120 13,-1 0,1-2,-1-1,30-12,-30 9,1 1,0 2,53-6,-61 12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9T07:43:23.46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0 206,'41'0,"21"-1,1 3,76 12,217 38,-294-45,-1-2,109-6,-58-2,2670 3,-2600 14,3 0,2781-16,-1728 3,-1158-5,154-28,-59 5,2-8,-39 5,-94 22,-7 1,54-3,-53 7,46-10,-33 5,8-3,-27 4,49-2,29-4,-71 7,41-1,-15 5,73-11,-119 11,-1-2,0 0,0-1,25-10,-26 8,1 1,0 1,0 0,0 2,1 0,18-1,116 5,-73 1,-56-2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9T07:43:48.10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283 639,'0'1,"0"-1,0 1,1 0,-1 0,1 0,-1 0,1 0,-1 0,1-1,-1 1,1 0,0 0,0-1,-1 1,1 0,0-1,0 1,0-1,-1 1,1-1,0 0,0 1,0-1,0 0,0 1,0-1,2 0,31 5,-29-5,316 5,-176-7,-119 2,0 0,0-2,0 0,-1-2,29-8,8-5,2 2,121-11,-95 17,122-6,-169 15,-9-1,1 1,0 2,0 1,57 14,-3 4,145 16,-134-23,-10-6,166-5,-125-5,-41 2,32 2,-1-5,153-25,25-9,-93 14,13-15,-128 19,1 5,162-5,-221 17,0-1,-1-1,46-12,-44 8,2 1,59-3,354 11,-401 2,1 2,-1 2,57 16,-47-9,91 9,-57-16,159 32,-162-21,155 13,93-23,764-9,-1066 0,0-3,58-12,2-2,461-40,-266 54,-25 3,-62-25,-92-1,-10 1,-44 16,109-4,61 15,-87 1,385-2,-509 0,1 1,0 1,-1 1,1 1,-1 0,0 1,0 0,20 11,8 8,60 42,-101-64,25 15,1-2,1-1,0-1,56 16,-82-28,0 0,0 1,0-1,-1 1,1 0,-1 0,1 1,-1-1,0 1,0-1,0 1,0 0,-1 0,1 1,-1-1,0 0,3 7,-4-8,0 0,-1 0,1 0,-1 1,0-1,1 0,-1 0,0 1,-1-1,1 0,0 0,0 0,-1 1,0-1,1 0,-1 0,0 0,0 0,0 0,0 0,0 0,-1 0,1-1,0 1,-1 0,0-1,1 1,-1-1,0 0,0 1,1-1,-1 0,-3 1,-11 6,1-1,-1 0,0-1,-1-1,1-1,-1 0,0-1,-20 1,-144-4,88-3,-15 2,-139 3,212 0,0 1,0 3,0 0,1 2,0 2,-49 21,57-20,1 0,-1-2,-1-1,0-1,0-1,0-1,-1-2,-40 1,-75-8,-103 5,154 11,51-6,-54 1,-87-9,-129 4,282 2,0 1,-38 11,40-9,0 0,-53 4,-220 28,209-23,-168 8,-1713-26,1947 0,1-1,-1-2,1 0,-45-16,-16-3,39 15,-51-1,57 7,1-2,-51-13,48 9,-1 1,-84-3,5 1,9 0,-167 8,134 4,3-4,-156 5,254 2,-54 14,52-9,-47 4,-1-1,53-7,-50 3,37-6,-93 20,65-2,56-12,-1-2,-45 5,-218-9,149-5,-353 2,458 2,0 1,-70 18,70-13,-1-1,-60 3,-416-9,221-3,226 1,1-3,0-3,-88-20,-132-25,149 31,116 17,1 0,-1-2,1 0,1-1,-34-17,42 17,0 0,0 0,1-1,0 0,0-1,1 0,0-1,0 0,1 0,-8-15,7 10,1-1,1 0,0 0,1-1,1 0,-4-23,5 10,1-1,2-55,1 74,1 1,1-1,0 1,0-1,1 1,0 0,1 0,1 0,0 1,0-1,1 1,0 0,1 1,0-1,0 1,1 1,0-1,11-8,-5 6,0 1,0 0,0 1,1 1,1 0,-1 1,1 1,1 0,16-3,-2 2,-1 2,1 1,1 2,33 1,-52 0,-1 0,1-1,-1-1,0 1,0-2,16-6,-10 3,-1 2,19-4,21 3,0 2,93 6,-38 1,1671-3,-1751-2,-1-2,1 0,38-12,-35 8,1 1,43-3,128-15,-134 13,88-2,331 15,-442 1,65 12,-45-5,81 16,-90-3,-47-17,0 1,0-2,22 6,24-5,0-1,81-7,-27 1,-54 2,86-2,-121 0,-1-1,0-1,0-1,23-9,-20 6,1 2,0 1,52-3,13-2,-85 9,254-34,-160 24,90-4,2160 17,-1357-3,-977 0,-1-1,1-1,-1-1,1-1,-1 0,26-12,-22 8,0 1,0 2,38-8,9 9,114 6,-62 2,347-3,-444 2,-1 0,0 2,0 1,0 0,24 11,42 9,-50-19,0-1,44 0,-15-2,97 21,-37-4,-120-19,0-1,0 1,0 0,0 1,0-1,0 1,-1 1,1-1,0 1,-1 0,0 1,0 0,0 0,-1 0,1 0,-1 1,0 0,0 0,0 0,-1 1,0 0,0 0,6 12,0 7,-1 0,-2 0,0 1,-2-1,0 2,0 34,5 20,-5-43,-2 1,-1 0,-4 47,2-81,-1 0,0 0,0 1,0-1,0 0,-1 0,0 0,0 0,0-1,-1 1,0-1,1 1,-2-1,1 0,0 0,-1 0,0 0,0-1,0 0,0 0,-8 5,-5 0,0-1,0-1,-1 0,-34 6,27-7,-35 13,12-2,-78 15,-8 3,67-14,0-3,-104 11,-92 11,151-33,85-6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9T08:01:20.37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24 281,'112'1,"124"-3,-216-1,0-1,-1-1,1 0,-1-2,-1 0,1-1,-1-1,20-13,33-15,-41 23,1 1,0 1,1 1,1 2,40-5,10 2,119 0,-38 11,131 4,-235 2,-1 3,0 3,69 21,-79-20,75 8,-19-4,-58-7,22 5,0-3,123 4,-172-16,1 1,-1 1,0 2,1-1,35 12,-26-6,-1-1,1-1,49 2,91-5,-110-4,-18 3,55 9,29 2,-10-1,2 1,317-13,-206-1,-181 3,51 9,45 2,323-14,-425-1,-1-3,70-16,-77 14,30-9,-35 9,0 0,53-4,337 10,-203 3,-83-4,144 5,-126 20,-50-6,-70-11,0 0,0 3,52 20,-55-20,1-1,0-1,1-2,0 0,-1-2,1-2,45-3,-41 3,67 11,-1 0,12 0,21 2,119 5,117-11,-217-10,-40 3,127-3,-85-23,-111 16,1 2,56-3,-54 9,81-13,-57 6,0 3,109 6,-62 1,638-2,-736-1,0-1,0 0,-1-1,1-1,0-1,-1-1,0 0,-1-2,1 0,27-17,-42 23,-1 1,0-1,1 1,-1-1,0 0,0 0,0 0,0 0,-1 0,1 0,0-1,-1 1,0 0,2-4,-3 4,0 1,0 0,0-1,0 1,0 0,0 0,-1-1,1 1,0 0,-1 0,1-1,-1 1,0 0,1 0,-1 0,0 0,1 0,-1 0,0 0,0 0,0 0,0 0,0 0,0 0,0 1,-1-1,1 1,0-1,0 0,0 1,-1 0,1-1,-2 1,-20-9,-2 2,-34-7,34 9,0-1,-37-13,33 5,-1 3,-1 0,-60-12,-29 10,-199 2,-1836 11,2096-3,-97-17,16 1,-351 8,315 13,157-4,-1 0,0-1,1-1,-32-10,28 7,0 0,-38-4,-231 8,151 5,-494-2,621 2,-1-1,1 2,0 0,0 0,-24 10,21-7,1 0,-1-2,-27 5,-185-7,166-5,-1 3,-88 12,65 4,41-6,0-3,-55 3,-27 2,-7 1,-835-14,904-4,1-2,0-3,-117-33,112 24,-2 3,-120-12,26 18,-209-5,-872 15,1190 3,-68 11,64-5,8-1,1 2,0 3,-69 26,74-24,25-9,0 2,-25 11,42-16,0-1,0 1,0 0,1 1,-1-1,1 1,0 0,0 0,0 0,0 0,1 1,0 0,0-1,-3 7,5-10,1 1,-1 0,0 0,0 0,1 0,-1-1,1 1,0 0,0 0,-1 0,1 0,0 0,1 0,-1 0,0 0,1 0,-1 0,1 0,-1 0,1 0,0-1,1 3,0-1,0-1,0 0,0 0,1 0,-1 0,1-1,-1 1,1-1,-1 1,1-1,0 0,0 0,3 1,9 1,1 0,-1-2,1 1,21-2,1197-5,-1107 5,-88-2,0-2,69-16,-65 10,78-6,-4 3,-71 7,50-1,-65 7,-4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9T08:05:36.65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0 205,'91'-2,"175"-28,224-36,-406 55,-22 2,93-1,310 11,-452-2,0-1,1 0,-1-1,0 0,0-1,13-6,-11 5,0-1,1 2,31-5,209-3,419-5,-442 19,4482-2,-4692 2,-1 0,0 2,0 0,28 10,-26-7,0-1,0-1,33 3,321-7,-178-3,3615 2,-3788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9T08:05:39.51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0 257,'0'-2,"1"0,-1 0,0 0,1 1,0-1,-1 0,1 0,0 1,0-1,0 0,0 1,0-1,0 1,1-1,-1 1,0 0,1-1,-1 1,1 0,0 0,-1 0,1 0,0 0,-1 0,1 1,0-1,2 0,8-2,0 0,-1 0,15 0,-14 2,104-20,-57 10,90-7,-115 15,-1-2,49-13,13-3,47-3,229-9,-301 30,98-19,-97 11,99-3,454 16,-597-2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9T08:05:51.48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1 130,'9'-6,"0"0,0 1,1 0,0 0,0 1,0 0,0 1,1 0,18-2,-14 2,284-46,-202 42,111 8,-74 1,-31-1,114-3,-127-10,-54 6,41-1,570 6,-313 3,885-2,-1192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9T08:19:46.8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0,'5'1,"1"-1,-1 2,1-1,-1 0,8 4,21 5,43 2,85 10,-125-17,0 1,64 22,-13-4,-43-17,-1-2,1-1,1-3,55-5,6 1,-3 4,110 14,-136-7,0-3,131-9,-185 0,0 0,0-2,-1 0,0-2,0-1,34-17,-23 10,-20 11,0 0,1 0,0 1,0 1,0 1,22-1,97 6,-50 0,-3-2,87 13,-61-4,179-8,-140-4,199 2,-331-1,1-1,-1 0,0-1,1-1,23-10,-21 8,1 0,-1 1,23-3,4 5,52 4,-61-1,-11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9T08:19:50.33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0,'54'24,"-7"-13,2-2,72 4,-22-3,25 0,162-9,-130-3,711 2,-851 1,-1 1,1 1,-1 1,0 0,0 1,26 12,-18-8,40 12,-21-14,43 3,5 0,-41-4,76-2,-102-4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2T14:24:38.83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278 285,'3'-5,"1"1,-1 0,1 0,-1 0,1 1,0-1,0 1,1 0,-1 0,1 0,-1 1,1 0,9-4,3 0,2 0,26-4,-9 5,0 2,69 3,-68 2,-1-2,67-9,-36 0,0 4,101 3,-99 3,-47 1,0 0,0 2,0 1,30 10,19 4,-52-15,133 23,131 16,-161-22,-42-10,49 10,-53-3,1-4,0-3,125 2,1509-16,-903 5,-764 0,46 8,19 1,4-8,-33-1,142 20,-107 1,100 18,-159-34,109 1,-132-7,0 2,-1 1,53 13,-49-9,0-1,63 4,226-11,208 8,889 9,-956-19,-407-2,-1-2,1-3,80-22,74-13,-60 33,10-2,-94 4,96-16,-90 1,-4 0,-66 23,0 0,-1-1,1 1,-1-1,1-1,-1 1,0 0,5-4,-9 5,1 1,-1 0,1-1,-1 1,0 0,1-1,-1 1,0-1,1 1,-1 0,0-1,0 1,1-1,-1 1,0-1,0 1,0-1,0 1,0-1,0 1,0-1,0 1,0-1,0 1,0-1,0 1,0-1,0 1,0-2,-2 1,1 0,0 0,0-1,-1 1,1 0,0 1,-1-1,1 0,-1 0,1 0,-1 1,1-1,-1 1,-3-1,-23-4,0 1,-1 2,1 0,-55 6,13-2,-770-2,774-3,-111-20,111 13,-115-6,-1338 18,1496-4,0-1,1-1,-1-1,1 0,-27-12,-47-12,-44 9,70 11,-120-15,73-3,81 17,0 2,0 1,-62-3,-990 10,440 2,-347-2,813-13,4 0,-1339 14,1497 1,0 0,0 1,1 2,-33 10,-19 4,23-8,0-3,-95 4,60-12,-451-16,-34 4,362 14,200-2,0 0,-1 1,1 0,-1 0,1 1,0 0,0 0,0 0,0 1,0 0,1 0,-1 1,-7 5,10-7,1 0,0 0,0 0,0 0,1 0,-1 1,1-1,-1 1,1-1,0 1,-1-1,1 1,0 0,1-1,-1 1,1 0,-1 0,1 0,0-1,0 1,0 0,0 0,0 0,1 0,-1-1,1 1,0 0,0 0,0-1,0 1,0-1,1 1,1 2,17 24,44 50,-44-56,-11-13,0-1,1 0,0-1,0 0,1 0,0-1,0-1,1 0,0 0,0-1,0 0,0-1,1-1,19 3,12-1,0-3,87-5,-27 0,-69 3,24 0,0-2,76-11,-17-1,-8 2,-40 4,-1 3,110 6,-58 1,315-2,-410 2,0 1,0 1,48 13,-48-9,0-2,1-1,44 3,367-11,154 5,-371 9,116 3,294-13,-368-2,-65 14,-12 0,1101-12,-621-3,-102 2,-504 4,0 2,100 23,-99-16,0-2,95 3,724-14,-369-1,-496 0,-1-1,1-1,-1 0,0 0,24-11,27-6,-34 13,29-7,110-39,-102 25,17-6,86-48,-71 35,-72 35,-1 0,-1-2,28-18,-52 31,1-1,-1 0,0 0,1 0,-1 0,0 0,0-1,0 1,0-1,-1 1,1-1,-1 0,0 1,1-1,-1 0,0 0,-1 0,1 0,0 0,-1 0,0 0,0-3,0 1,-1 1,0 0,0-1,-1 1,1 0,-1 0,0 0,0 0,0 1,-1-1,1 1,-1-1,0 1,0 0,-5-4,-9-8,0 1,-1 1,0 1,-1 0,-1 2,0 0,0 1,-1 1,0 1,-1 1,1 1,-1 0,0 2,0 1,-29 0,-455 7,463-3,-52 9,50-4,-48-1,-1716-5,842-3,942 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2T14:26:41.7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0 128,'0'0,"1"-1,-1 0,0 0,1 1,-1-1,1 0,-1 0,1 1,-1-1,1 1,-1-1,1 0,0 1,-1-1,1 1,0-1,0 1,-1 0,1-1,0 1,0 0,0-1,-1 1,3 0,23-6,-23 6,46-5,0 2,64 4,-38 0,-31 1,49 9,35 2,-70-15,-1-2,1-3,81-20,-132 25,31-4,47-2,20-3,-35 3,-1 3,106 7,-55 0,1045-2,-1144 2,0 0,-1 2,1 0,0 2,33 13,-25-9,49 12,38-6,0-5,152-5,600-6,-835-2,0-1,33-8,1 0,136-15,-123 15,-40 5,43-2,-61 6,-1-1,0-1,0-1,-1-1,28-11,-26 8,1 2,0 0,1 1,26-2,239 5,-148 5,1031-2,-1137 2,0 2,0 1,36 10,-32-6,75 7,18-3,48 0,-64-14,429 16,-12-3,-338-14,931 2,-1094-1,55-11,-52 7,42-3,25 10,-69 1,0-2,0-2,0-1,56-11,-79 11,-1-2,0 1,0-1,9-6,5-4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9T08:21:04.68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29,'2'-2,"1"0,0 0,1 0,-1 0,0 0,0 0,1 1,-1 0,1 0,-1 0,1 0,4 0,48-4,-42 5,386-3,-203 5,1494-2,-1644 2,0 2,69 15,-29 4,-53-13,53 9,285 27,-21-40,-203-8,-93 2,-1-2,0 3,0 3,78 14,-61-1,1-2,1-4,117 4,-106-13,0 4,159 31,-159-17,-46-10,1-1,0-2,66 3,-11-11,-39-1,0 3,72 9,-19 2,1-5,124-8,-84-1,239 2,-369-1,-1-2,1 0,-1-1,0 0,0-2,29-13,-20 9,49-14,52 3,152-5,-265 25,486-6,-293 9,4807-2,-4961-2,62-11,-55 5,330-22,2728 32,-1750-3,-896 38,-129-3,557-25,-524-12,-109-12,306 3,-363 14,1055-2,-1251 0,0-1,0-1,20-4,7-5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9T08:21:07.32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53,'36'-2,"-1"-1,48-12,-3 1,70 0,232 9,-221 7,3499 0,-1986-3,-1645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9T08:21:18.92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30,'0'-2,"1"1,-1 0,1 0,-1 0,1 0,-1 0,1 0,0 0,0 0,-1 0,1 0,0 0,0 0,0 1,0-1,0 0,0 1,0-1,0 0,0 1,1 0,-1-1,0 1,0 0,0-1,1 1,1 0,40-5,-39 5,387-3,-198 5,1400-2,-1544 3,-1 3,0 1,-1 3,55 18,93 17,-145-38,140 24,-155-24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2T14:43:38.63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2,'2672'0,"-2443"13,-5 0,1501-13,-765-1,-931 3,1 1,-1 2,-1 0,46 16,45 9,-20-14,1-4,130-3,-67-8,165-8,-268-1,71-20,-84 16,0 3,0 1,60-2,-74 8,-1-2,63-14,-62 10,0 1,58-3,397 10,-214 2,-249-2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2T14:43:40.2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0,'1807'0,"-1756"0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9T08:24:09.3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28,'0'-1,"0"-1,1 1,-1 0,1 0,0 0,-1 0,1 0,0 0,0 0,-1 0,1 1,0-1,0 0,0 0,0 1,0-1,0 0,0 1,1-1,-1 1,0-1,0 1,0 0,0 0,1-1,-1 1,2 0,39-5,-38 5,368-3,-191 6,6246-3,-6401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9T08:24:12.40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0 155,'1'-3,"0"0,0 1,1 0,-1-1,0 1,1 0,0-1,-1 1,1 0,0 0,0 1,0-1,1 0,-1 1,0-1,0 1,1-1,3 0,-3 0,14-7,2 1,-1 1,1 0,31-6,84-10,-113 20,186-20,290 4,-319 17,163 6,-141 20,-123-11,83 1,85-15,-123-3,0 6,134 19,71 31,-188-29,2-5,211-1,2822-20,-1836 4,-1304-3,0-1,67-16,23-4,332 16,-258 9,237-2,-412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9T08:24:15.08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0 281,'274'-5,"337"-48,-211 0,166-25,-111 39,1 37,-250 4,-158-5,-1-1,64-15,-58 9,72-5,138 14,-127 2,-66 3,113 19,-17-1,-155-21,1 1,-1 0,15 5,6 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9T08:24:59.33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1,'0'1,"1"0,-1-1,0 1,1 0,-1 0,1 0,0 0,-1-1,1 1,-1 0,1-1,0 1,0 0,-1-1,1 1,0-1,0 1,0-1,0 1,0-1,-1 0,1 0,0 1,0-1,0 0,0 0,2 0,34 4,-29-4,581 9,-367-12,5134 3,-5204 13,-1 0,953-14,-1075 3,-1 1,0 2,0 0,29 11,-1-1,232 43,-157-34,-85-14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9T08:25:21.73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0 156,'28'-2,"-1"-1,0-1,0-1,31-11,54-10,465-22,6 47,-277 4,3760-3,-4021-3,0-1,66-15,-62 9,89-6,494 15,-295 3,4256-2,-4562 2,56 9,-53-5,45 1,658-5,-355-5,1230 3,-1497 6,195 34,-70-6,-125-21,696 50,-551-52,37 0,1152-11,-1123-13,-27 0,1546 12,-894 3,-911-4,-1-2,69-16,-3 0,-75 17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9T08:25:23.28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1 112,'15'0,"1"-2,28-6,14-2,392-37,469 9,2 39,-379 1,2087-2,-2576-4,-27-2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9T08:26:29.17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30 0,'19812'0'0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9T08:26:37.29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62,'1021'0,"-854"13,-6 0,34-1,17 1,604-14,-648 14,1 0,-30-11,152-6,-257 0,0-2,0-1,37-13,-41 10,1 1,0 2,1 1,32-1,393 6,-205 4,1340-3,-1543-3,65-11,-38 4,-2-1,-36 5,53-3,428 10,-459-6,-33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8DA6AF-1951-4BC7-9DBD-BC41F57B1B57}" type="datetimeFigureOut">
              <a:rPr lang="en-US" smtClean="0"/>
              <a:t>11-May-26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ABA1E1-AF86-4FE2-828B-9B6571C47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285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1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0663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2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32450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84487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4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80552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5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08720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6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56177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7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87006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8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96340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9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68916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10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13911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11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67364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12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73958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13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88242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14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52304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15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72761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16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79853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17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91669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18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92066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19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27127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20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0786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21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94998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22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83710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23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31984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24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54916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25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89962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26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53617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27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104336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28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39250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29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06810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30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426785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31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597462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32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41510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33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113911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34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315824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35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099514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36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2130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7C30E-4107-1BFF-8261-61E5899BB2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A18E17-08D6-E0AF-4176-A38BEA5EFE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DCA33-FFB7-3DD1-B25D-3BE64323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D2CF7-29BC-43A3-B8F2-DB45A87F7F0E}" type="datetimeFigureOut">
              <a:rPr lang="en-US" smtClean="0"/>
              <a:t>11-May-26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2D2A8-BFCA-B28A-0E8C-7C0E935AB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8AA20-A50A-D3E6-7301-67FA4B12A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A35F3-F3B8-4B5D-8C52-58FBFB24F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679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32AE0-9062-18E7-9B9D-1AB34F48C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4A94F-EED0-68C6-BA1F-B6121E24D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534E5-4DFE-CE93-0C05-2155E9AA2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D2CF7-29BC-43A3-B8F2-DB45A87F7F0E}" type="datetimeFigureOut">
              <a:rPr lang="en-US" smtClean="0"/>
              <a:t>11-May-26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2792-C5A6-A8FF-A2BF-D822AFBC9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D45402-8106-6CB1-650E-741FC4EE5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A35F3-F3B8-4B5D-8C52-58FBFB24F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949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F92-6BBC-B54E-D8F7-B7FBF58CE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35719-CA99-EE91-EF3E-F77956EB52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9533D-5AF7-FCAB-4445-0EC441C39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D2CF7-29BC-43A3-B8F2-DB45A87F7F0E}" type="datetimeFigureOut">
              <a:rPr lang="en-US" smtClean="0"/>
              <a:t>11-May-26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6C4DA-EE89-1D2B-BEAC-691EF809A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CA3A4-45BE-E35E-6B4A-C35E50B29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A35F3-F3B8-4B5D-8C52-58FBFB24F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986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3E4D2-B034-355F-9A0B-9A1E21D15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8C29C-9755-0819-3435-EC983CB078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0D9D23-4432-F8D8-565B-08CF470175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068FBA-EA94-DC5D-A358-D3D81F700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D2CF7-29BC-43A3-B8F2-DB45A87F7F0E}" type="datetimeFigureOut">
              <a:rPr lang="en-US" smtClean="0"/>
              <a:t>11-May-26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44DA88-EBC8-DE25-B660-F9E0FBBEA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BB8E94-F70F-4FA8-7EAE-BFA52CB62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A35F3-F3B8-4B5D-8C52-58FBFB24F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564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23849-53CF-5309-5888-65FD2A1CE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EE1DA1-8D12-F274-B1C2-15F427DE0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0165A8-0D76-CC4E-DC0A-B6C017133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99C51F-0EDC-27B0-FCA2-17170939B6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40E38C-4230-07A0-C8C6-F0F8B403F1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65BF10-2883-C722-F92C-11A5D0A90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D2CF7-29BC-43A3-B8F2-DB45A87F7F0E}" type="datetimeFigureOut">
              <a:rPr lang="en-US" smtClean="0"/>
              <a:t>11-May-26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E1FA52-F4EF-D601-F927-907C42ED6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3ED08D-3BEC-051D-BD38-9B85EA234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A35F3-F3B8-4B5D-8C52-58FBFB24F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124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C2E91-27FA-82E7-D97A-F5BE6A836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73305C-57A0-50CD-6B6D-303282040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D2CF7-29BC-43A3-B8F2-DB45A87F7F0E}" type="datetimeFigureOut">
              <a:rPr lang="en-US" smtClean="0"/>
              <a:t>11-May-26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E12DDC-13AF-FE7A-D93E-33195B3A9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58A82B-8A4D-868B-AA76-ED59E6D90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A35F3-F3B8-4B5D-8C52-58FBFB24F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337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8ACEE5-732E-5478-F191-2B0E48E9A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D2CF7-29BC-43A3-B8F2-DB45A87F7F0E}" type="datetimeFigureOut">
              <a:rPr lang="en-US" smtClean="0"/>
              <a:t>11-May-26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BD3366-EB99-E585-013D-6EC03213B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0B81D-DF60-EEB3-4F7E-8795104F6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A35F3-F3B8-4B5D-8C52-58FBFB24F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160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CC3B6-5B6F-83AF-EB02-C61F7329F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B988F-71D2-CC36-52A8-A56850BE2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F94E0B-B71E-061C-6E7E-D3130B7991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B1ACFA-DC8A-BE1E-DA5C-064C8740D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D2CF7-29BC-43A3-B8F2-DB45A87F7F0E}" type="datetimeFigureOut">
              <a:rPr lang="en-US" smtClean="0"/>
              <a:t>11-May-26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7D889E-EBB7-51A6-B8EE-623BA35AF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62924C-EAD0-DC5A-BF40-8443AE3A1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A35F3-F3B8-4B5D-8C52-58FBFB24F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895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54F33-BC96-311A-093F-6A1ECC5BF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55AA4B-F6A3-95A7-D155-C16F7DDDCA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3E67EA-CE70-B617-B7DC-097E0A12BA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55917-1EBB-DC89-DFC1-80BE81D95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D2CF7-29BC-43A3-B8F2-DB45A87F7F0E}" type="datetimeFigureOut">
              <a:rPr lang="en-US" smtClean="0"/>
              <a:t>11-May-26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81ABC8-B0D2-1586-5664-58E2B027A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81FA1C-9B29-9FD6-7AF3-FF27462B0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A35F3-F3B8-4B5D-8C52-58FBFB24F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575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73AE8-655D-1512-5E0F-7F4634275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2CEDD3-6B9F-20A0-4796-99B73B84AD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D012D-3B2F-8CCD-CE72-3CB525734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D2CF7-29BC-43A3-B8F2-DB45A87F7F0E}" type="datetimeFigureOut">
              <a:rPr lang="en-US" smtClean="0"/>
              <a:t>11-May-26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3DB34-CA72-D6A5-C817-201BB875C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2DB35-59EB-498E-B9DB-BAC3DFFB6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A35F3-F3B8-4B5D-8C52-58FBFB24F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859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5B7183-22B8-F110-2ECC-F9CE2E5694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E841EB-017A-AD39-0EB5-CF7ECC31FD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4DA51C-1FC9-636F-4C64-84C26AC5F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D2CF7-29BC-43A3-B8F2-DB45A87F7F0E}" type="datetimeFigureOut">
              <a:rPr lang="en-US" smtClean="0"/>
              <a:t>11-May-26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FCB6E-046E-3447-B5B7-382A25D29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95BC2-9D25-97DB-05B4-DCAF76712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A35F3-F3B8-4B5D-8C52-58FBFB24F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193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849656-2345-1C2A-70B9-A3DB7BF94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20257F-25A3-8E62-C664-BE5C24D11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91950-9F21-978E-1BA4-D0B14610AE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8D2CF7-29BC-43A3-B8F2-DB45A87F7F0E}" type="datetimeFigureOut">
              <a:rPr lang="en-US" smtClean="0"/>
              <a:t>11-May-26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DF274-5EA5-5CFC-21B8-18E750DDC5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C7D18-EF69-D907-5DB5-4249870DDF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1A35F3-F3B8-4B5D-8C52-58FBFB24F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476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12" Type="http://schemas.openxmlformats.org/officeDocument/2006/relationships/customXml" Target="../ink/ink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openxmlformats.org/officeDocument/2006/relationships/image" Target="../media/image14.png"/><Relationship Id="rId5" Type="http://schemas.openxmlformats.org/officeDocument/2006/relationships/image" Target="../media/image11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customXml" Target="../ink/ink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8.png"/><Relationship Id="rId7" Type="http://schemas.openxmlformats.org/officeDocument/2006/relationships/customXml" Target="../ink/ink8.xml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customXml" Target="../ink/ink10.xml"/><Relationship Id="rId5" Type="http://schemas.openxmlformats.org/officeDocument/2006/relationships/customXml" Target="../ink/ink7.xml"/><Relationship Id="rId10" Type="http://schemas.openxmlformats.org/officeDocument/2006/relationships/image" Target="../media/image22.png"/><Relationship Id="rId4" Type="http://schemas.openxmlformats.org/officeDocument/2006/relationships/image" Target="../media/image19.png"/><Relationship Id="rId9" Type="http://schemas.openxmlformats.org/officeDocument/2006/relationships/customXml" Target="../ink/ink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2.xml"/><Relationship Id="rId5" Type="http://schemas.openxmlformats.org/officeDocument/2006/relationships/image" Target="../media/image26.png"/><Relationship Id="rId4" Type="http://schemas.openxmlformats.org/officeDocument/2006/relationships/customXml" Target="../ink/ink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image" Target="../media/image29.png"/><Relationship Id="rId7" Type="http://schemas.openxmlformats.org/officeDocument/2006/relationships/customXml" Target="../ink/ink14.xml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0.png"/><Relationship Id="rId11" Type="http://schemas.openxmlformats.org/officeDocument/2006/relationships/customXml" Target="../ink/ink16.xml"/><Relationship Id="rId5" Type="http://schemas.openxmlformats.org/officeDocument/2006/relationships/customXml" Target="../ink/ink13.xml"/><Relationship Id="rId10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customXml" Target="../ink/ink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customXml" Target="../ink/ink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.xml"/><Relationship Id="rId13" Type="http://schemas.openxmlformats.org/officeDocument/2006/relationships/image" Target="../media/image40.png"/><Relationship Id="rId3" Type="http://schemas.openxmlformats.org/officeDocument/2006/relationships/image" Target="../media/image37.png"/><Relationship Id="rId7" Type="http://schemas.openxmlformats.org/officeDocument/2006/relationships/image" Target="../media/image260.png"/><Relationship Id="rId12" Type="http://schemas.openxmlformats.org/officeDocument/2006/relationships/customXml" Target="../ink/ink2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9.xml"/><Relationship Id="rId11" Type="http://schemas.openxmlformats.org/officeDocument/2006/relationships/image" Target="../media/image39.png"/><Relationship Id="rId5" Type="http://schemas.openxmlformats.org/officeDocument/2006/relationships/image" Target="../media/image250.png"/><Relationship Id="rId10" Type="http://schemas.openxmlformats.org/officeDocument/2006/relationships/customXml" Target="../ink/ink21.xml"/><Relationship Id="rId4" Type="http://schemas.openxmlformats.org/officeDocument/2006/relationships/customXml" Target="../ink/ink18.xml"/><Relationship Id="rId9" Type="http://schemas.openxmlformats.org/officeDocument/2006/relationships/image" Target="../media/image38.png"/><Relationship Id="rId1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0.png"/><Relationship Id="rId4" Type="http://schemas.openxmlformats.org/officeDocument/2006/relationships/customXml" Target="../ink/ink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6.xml"/><Relationship Id="rId3" Type="http://schemas.openxmlformats.org/officeDocument/2006/relationships/image" Target="../media/image51.png"/><Relationship Id="rId7" Type="http://schemas.openxmlformats.org/officeDocument/2006/relationships/image" Target="../media/image53.png"/><Relationship Id="rId12" Type="http://schemas.openxmlformats.org/officeDocument/2006/relationships/image" Target="../media/image5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5.xml"/><Relationship Id="rId11" Type="http://schemas.openxmlformats.org/officeDocument/2006/relationships/image" Target="../media/image55.png"/><Relationship Id="rId5" Type="http://schemas.openxmlformats.org/officeDocument/2006/relationships/image" Target="../media/image52.png"/><Relationship Id="rId10" Type="http://schemas.openxmlformats.org/officeDocument/2006/relationships/customXml" Target="../ink/ink27.xml"/><Relationship Id="rId4" Type="http://schemas.openxmlformats.org/officeDocument/2006/relationships/customXml" Target="../ink/ink24.xml"/><Relationship Id="rId9" Type="http://schemas.openxmlformats.org/officeDocument/2006/relationships/image" Target="../media/image5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1499998" y="669254"/>
            <a:ext cx="8975543" cy="4048125"/>
            <a:chOff x="1263560" y="650965"/>
            <a:chExt cx="8975543" cy="4048125"/>
          </a:xfrm>
        </p:grpSpPr>
        <p:grpSp>
          <p:nvGrpSpPr>
            <p:cNvPr id="9" name="Group 8"/>
            <p:cNvGrpSpPr/>
            <p:nvPr/>
          </p:nvGrpSpPr>
          <p:grpSpPr>
            <a:xfrm>
              <a:off x="1263560" y="650965"/>
              <a:ext cx="8975543" cy="4048125"/>
              <a:chOff x="1263560" y="650965"/>
              <a:chExt cx="8975543" cy="4048125"/>
            </a:xfrm>
          </p:grpSpPr>
          <p:pic>
            <p:nvPicPr>
              <p:cNvPr id="7" name="Picture 6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52303" y="650965"/>
                <a:ext cx="8686800" cy="4048125"/>
              </a:xfrm>
              <a:prstGeom prst="rect">
                <a:avLst/>
              </a:prstGeom>
            </p:spPr>
          </p:pic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3560" y="2847703"/>
                <a:ext cx="8794840" cy="725124"/>
              </a:xfrm>
              <a:prstGeom prst="rect">
                <a:avLst/>
              </a:prstGeom>
            </p:spPr>
          </p:pic>
        </p:grpSp>
        <p:sp>
          <p:nvSpPr>
            <p:cNvPr id="3" name="Rectangle 2"/>
            <p:cNvSpPr/>
            <p:nvPr/>
          </p:nvSpPr>
          <p:spPr>
            <a:xfrm>
              <a:off x="1894931" y="2847703"/>
              <a:ext cx="7867377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dirty="0">
                  <a:solidFill>
                    <a:srgbClr val="202122"/>
                  </a:solidFill>
                  <a:highlight>
                    <a:srgbClr val="FFFF00"/>
                  </a:highlight>
                  <a:latin typeface="Arial" panose="020B0604020202020204" pitchFamily="34" charset="0"/>
                </a:rPr>
                <a:t>A </a:t>
              </a:r>
              <a:r>
                <a:rPr lang="en-GB" b="1" dirty="0">
                  <a:solidFill>
                    <a:srgbClr val="202122"/>
                  </a:solidFill>
                  <a:highlight>
                    <a:srgbClr val="FFFF00"/>
                  </a:highlight>
                  <a:latin typeface="Arial" panose="020B0604020202020204" pitchFamily="34" charset="0"/>
                </a:rPr>
                <a:t>decision tree </a:t>
              </a:r>
              <a:r>
                <a:rPr lang="en-GB" dirty="0">
                  <a:solidFill>
                    <a:srgbClr val="202122"/>
                  </a:solidFill>
                  <a:highlight>
                    <a:srgbClr val="FFFF00"/>
                  </a:highlight>
                  <a:latin typeface="Arial" panose="020B0604020202020204" pitchFamily="34" charset="0"/>
                </a:rPr>
                <a:t>is a decision support tool that uses a tree- </a:t>
              </a:r>
              <a:r>
                <a:rPr lang="en-US" dirty="0">
                  <a:highlight>
                    <a:srgbClr val="FFFF00"/>
                  </a:highlight>
                </a:rPr>
                <a:t>like graph or model to represent decisions and their potential consequences. </a:t>
              </a:r>
              <a:endParaRPr lang="en-GB" dirty="0">
                <a:solidFill>
                  <a:srgbClr val="202122"/>
                </a:solidFill>
                <a:highlight>
                  <a:srgbClr val="FFFF00"/>
                </a:highlight>
                <a:latin typeface="Arial" panose="020B0604020202020204" pitchFamily="34" charset="0"/>
              </a:endParaRPr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404863BD-C3A5-1BFB-4FF0-1C7FA01BE9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00200" y="1302344"/>
            <a:ext cx="3200400" cy="3985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Root Node: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The starting node that has zero incoming arcs and zero or more outgoing arcs.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Internal Node: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 node that represents a selected attribute ($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A_i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$) from the data schema.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Arc: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 connection labeled with a specific attribute value (predicate condition) belonging to the parent node.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Leaf Node: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 terminal node labeled with a specific class ($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C_j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$) of the target concept.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084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b="3590"/>
          <a:stretch/>
        </p:blipFill>
        <p:spPr>
          <a:xfrm>
            <a:off x="992965" y="832875"/>
            <a:ext cx="10206070" cy="5005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847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5555" y="941133"/>
            <a:ext cx="10129173" cy="4975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243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554" y="890719"/>
            <a:ext cx="9735452" cy="4746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494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154" y="1056317"/>
            <a:ext cx="9873692" cy="4404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448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7A8D2D1-6B43-F633-7D50-CBF4EEF02068}"/>
              </a:ext>
            </a:extLst>
          </p:cNvPr>
          <p:cNvGrpSpPr/>
          <p:nvPr/>
        </p:nvGrpSpPr>
        <p:grpSpPr>
          <a:xfrm>
            <a:off x="1406072" y="830510"/>
            <a:ext cx="9180833" cy="5196980"/>
            <a:chOff x="1406072" y="830510"/>
            <a:chExt cx="9180833" cy="519698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06072" y="830510"/>
              <a:ext cx="9180833" cy="4886573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CB2DBD1-83B3-1C50-3A23-0FD1BBE4F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05419" y="5389226"/>
              <a:ext cx="714475" cy="6382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45644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E627340-23C5-52CE-F163-B725708091DD}"/>
              </a:ext>
            </a:extLst>
          </p:cNvPr>
          <p:cNvGrpSpPr/>
          <p:nvPr/>
        </p:nvGrpSpPr>
        <p:grpSpPr>
          <a:xfrm>
            <a:off x="1677356" y="643359"/>
            <a:ext cx="9122514" cy="5304435"/>
            <a:chOff x="1677356" y="643359"/>
            <a:chExt cx="9122514" cy="5304435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77356" y="643359"/>
              <a:ext cx="9122514" cy="5304435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820CE2E-48FF-E666-6F22-A5FFFE666CE8}"/>
                </a:ext>
              </a:extLst>
            </p:cNvPr>
            <p:cNvSpPr txBox="1"/>
            <p:nvPr/>
          </p:nvSpPr>
          <p:spPr>
            <a:xfrm>
              <a:off x="3768754" y="5234622"/>
              <a:ext cx="53479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X1</a:t>
              </a:r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56310E2-B251-B176-1133-DBF8D4811CD2}"/>
                </a:ext>
              </a:extLst>
            </p:cNvPr>
            <p:cNvSpPr txBox="1"/>
            <p:nvPr/>
          </p:nvSpPr>
          <p:spPr>
            <a:xfrm>
              <a:off x="1941352" y="3675668"/>
              <a:ext cx="53479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X2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05590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414" y="873959"/>
            <a:ext cx="9281172" cy="465120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F77BC88-DF78-69C3-0C13-F98A62761F5B}"/>
                  </a:ext>
                </a:extLst>
              </p14:cNvPr>
              <p14:cNvContentPartPr/>
              <p14:nvPr/>
            </p14:nvContentPartPr>
            <p14:xfrm>
              <a:off x="1600128" y="3785256"/>
              <a:ext cx="4930560" cy="211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F77BC88-DF78-69C3-0C13-F98A62761F5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46128" y="3677256"/>
                <a:ext cx="5038200" cy="42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74C7E6A-5218-4740-8F4A-B6CA237AFAC0}"/>
                  </a:ext>
                </a:extLst>
              </p14:cNvPr>
              <p14:cNvContentPartPr/>
              <p14:nvPr/>
            </p14:nvContentPartPr>
            <p14:xfrm>
              <a:off x="2304288" y="4169376"/>
              <a:ext cx="6424200" cy="130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74C7E6A-5218-4740-8F4A-B6CA237AFAC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50288" y="4061376"/>
                <a:ext cx="6531840" cy="34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48BB891-21D8-87AE-A76C-A4A9E83428C2}"/>
                  </a:ext>
                </a:extLst>
              </p14:cNvPr>
              <p14:cNvContentPartPr/>
              <p14:nvPr/>
            </p14:nvContentPartPr>
            <p14:xfrm>
              <a:off x="2496528" y="4562856"/>
              <a:ext cx="4205160" cy="56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48BB891-21D8-87AE-A76C-A4A9E83428C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42528" y="4454856"/>
                <a:ext cx="431280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7DD173D-3780-5E04-37B4-93C333CC99BC}"/>
                  </a:ext>
                </a:extLst>
              </p14:cNvPr>
              <p14:cNvContentPartPr/>
              <p14:nvPr/>
            </p14:nvContentPartPr>
            <p14:xfrm>
              <a:off x="2441448" y="4863456"/>
              <a:ext cx="8046000" cy="1306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7DD173D-3780-5E04-37B4-93C333CC99B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387808" y="4755456"/>
                <a:ext cx="8153640" cy="34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43812DC-2DB7-D161-34A4-3D7BDA96E830}"/>
                  </a:ext>
                </a:extLst>
              </p14:cNvPr>
              <p14:cNvContentPartPr/>
              <p14:nvPr/>
            </p14:nvContentPartPr>
            <p14:xfrm>
              <a:off x="2496528" y="5211216"/>
              <a:ext cx="3848760" cy="1116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43812DC-2DB7-D161-34A4-3D7BDA96E83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42528" y="5103216"/>
                <a:ext cx="3956400" cy="32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91274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189" y="1408199"/>
            <a:ext cx="7640312" cy="368391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153B8AD-DC8D-54CD-B9FE-D8430B23260E}"/>
                  </a:ext>
                </a:extLst>
              </p14:cNvPr>
              <p14:cNvContentPartPr/>
              <p14:nvPr/>
            </p14:nvContentPartPr>
            <p14:xfrm>
              <a:off x="5402808" y="1443456"/>
              <a:ext cx="4153320" cy="404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153B8AD-DC8D-54CD-B9FE-D8430B23260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49168" y="1335456"/>
                <a:ext cx="4260960" cy="620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82026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8FF333F-61BC-4B7D-C6F9-D1581809D8CF}"/>
              </a:ext>
            </a:extLst>
          </p:cNvPr>
          <p:cNvGrpSpPr/>
          <p:nvPr/>
        </p:nvGrpSpPr>
        <p:grpSpPr>
          <a:xfrm>
            <a:off x="1477196" y="919914"/>
            <a:ext cx="9017431" cy="3945701"/>
            <a:chOff x="1477196" y="919914"/>
            <a:chExt cx="9017431" cy="3945701"/>
          </a:xfrm>
        </p:grpSpPr>
        <p:grpSp>
          <p:nvGrpSpPr>
            <p:cNvPr id="10" name="Group 9"/>
            <p:cNvGrpSpPr/>
            <p:nvPr/>
          </p:nvGrpSpPr>
          <p:grpSpPr>
            <a:xfrm>
              <a:off x="1477196" y="919914"/>
              <a:ext cx="8910292" cy="3945701"/>
              <a:chOff x="2664822" y="450130"/>
              <a:chExt cx="6400800" cy="2834435"/>
            </a:xfrm>
          </p:grpSpPr>
          <p:pic>
            <p:nvPicPr>
              <p:cNvPr id="3" name="Picture 2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64822" y="450130"/>
                <a:ext cx="6400800" cy="2834435"/>
              </a:xfrm>
              <a:prstGeom prst="rect">
                <a:avLst/>
              </a:prstGeom>
            </p:spPr>
          </p:pic>
          <p:pic>
            <p:nvPicPr>
              <p:cNvPr id="7" name="Picture 6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08883" y="1733997"/>
                <a:ext cx="1981200" cy="266700"/>
              </a:xfrm>
              <a:prstGeom prst="rect">
                <a:avLst/>
              </a:prstGeom>
            </p:spPr>
          </p:pic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1652374-CAA1-5D28-9E1D-F72052C66F3C}"/>
                </a:ext>
              </a:extLst>
            </p:cNvPr>
            <p:cNvSpPr txBox="1"/>
            <p:nvPr/>
          </p:nvSpPr>
          <p:spPr>
            <a:xfrm>
              <a:off x="6369341" y="3623936"/>
              <a:ext cx="412528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(how to split attribute values?) 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ADA56EA-6864-E8ED-126C-80FDB9486C3B}"/>
                </a:ext>
              </a:extLst>
            </p:cNvPr>
            <p:cNvSpPr txBox="1"/>
            <p:nvPr/>
          </p:nvSpPr>
          <p:spPr>
            <a:xfrm>
              <a:off x="5464728" y="3883832"/>
              <a:ext cx="412528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(how to determine best attribute?) 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5111E3F-BEA4-B224-7B03-0E5A7CA0BC1B}"/>
                  </a:ext>
                </a:extLst>
              </p14:cNvPr>
              <p14:cNvContentPartPr/>
              <p14:nvPr/>
            </p14:nvContentPartPr>
            <p14:xfrm>
              <a:off x="1710288" y="1929096"/>
              <a:ext cx="3888000" cy="174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5111E3F-BEA4-B224-7B03-0E5A7CA0BC1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56288" y="1821456"/>
                <a:ext cx="3995640" cy="39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08F0ECF-204A-3ABC-85A9-7B58009C2B6D}"/>
                  </a:ext>
                </a:extLst>
              </p14:cNvPr>
              <p14:cNvContentPartPr/>
              <p14:nvPr/>
            </p14:nvContentPartPr>
            <p14:xfrm>
              <a:off x="5477328" y="2248776"/>
              <a:ext cx="4456440" cy="74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08F0ECF-204A-3ABC-85A9-7B58009C2B6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23328" y="2140776"/>
                <a:ext cx="4564080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9A567AF-3F6A-356A-EB61-C593C731401F}"/>
                  </a:ext>
                </a:extLst>
              </p14:cNvPr>
              <p14:cNvContentPartPr/>
              <p14:nvPr/>
            </p14:nvContentPartPr>
            <p14:xfrm>
              <a:off x="1792368" y="2495376"/>
              <a:ext cx="835200" cy="92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9A567AF-3F6A-356A-EB61-C593C731401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738368" y="2387736"/>
                <a:ext cx="942840" cy="30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DFCFA54-6115-2695-102E-A08A110280FA}"/>
                  </a:ext>
                </a:extLst>
              </p14:cNvPr>
              <p14:cNvContentPartPr/>
              <p14:nvPr/>
            </p14:nvContentPartPr>
            <p14:xfrm>
              <a:off x="1746288" y="3208536"/>
              <a:ext cx="1303560" cy="468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DFCFA54-6115-2695-102E-A08A110280F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692648" y="3100896"/>
                <a:ext cx="1411200" cy="262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74196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AD42BC4-1309-A746-7178-3173709E3400}"/>
              </a:ext>
            </a:extLst>
          </p:cNvPr>
          <p:cNvGrpSpPr/>
          <p:nvPr/>
        </p:nvGrpSpPr>
        <p:grpSpPr>
          <a:xfrm>
            <a:off x="2063362" y="1306667"/>
            <a:ext cx="7659478" cy="3810298"/>
            <a:chOff x="2063362" y="1306667"/>
            <a:chExt cx="7659478" cy="3810298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63362" y="1306667"/>
              <a:ext cx="7659478" cy="3810298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20E105E-C252-762C-A355-FAED432A562D}"/>
                </a:ext>
              </a:extLst>
            </p:cNvPr>
            <p:cNvSpPr txBox="1"/>
            <p:nvPr/>
          </p:nvSpPr>
          <p:spPr>
            <a:xfrm>
              <a:off x="5102603" y="2642424"/>
              <a:ext cx="360516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/>
                <a:t>(e.g. Gender: Male, Female, Other)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066EBF9-70BD-FD7F-8E05-15ADFFCF8FD2}"/>
                </a:ext>
              </a:extLst>
            </p:cNvPr>
            <p:cNvSpPr txBox="1"/>
            <p:nvPr/>
          </p:nvSpPr>
          <p:spPr>
            <a:xfrm>
              <a:off x="3807553" y="2980978"/>
              <a:ext cx="568878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/>
                <a:t>(e.g. Income level: </a:t>
              </a:r>
              <a:r>
                <a:rPr lang="en-GB" sz="1600" dirty="0"/>
                <a:t>Low Income, Middle Income, High Income</a:t>
              </a:r>
              <a:r>
                <a:rPr lang="en-US" sz="1600" dirty="0"/>
                <a:t>)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AC62C63-330C-4D11-9C91-C59EEA6CC74E}"/>
              </a:ext>
            </a:extLst>
          </p:cNvPr>
          <p:cNvSpPr txBox="1"/>
          <p:nvPr/>
        </p:nvSpPr>
        <p:spPr>
          <a:xfrm>
            <a:off x="-1207008" y="429504"/>
            <a:ext cx="327037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Attribute Splitting:</a:t>
            </a:r>
            <a:r>
              <a:rPr lang="en-US" dirty="0"/>
              <a:t> Methods for splitting depend on attribute types, such as </a:t>
            </a:r>
            <a:r>
              <a:rPr lang="en-US" b="1" dirty="0"/>
              <a:t>Nominal</a:t>
            </a:r>
            <a:r>
              <a:rPr lang="en-US" dirty="0"/>
              <a:t> (e.g., </a:t>
            </a:r>
            <a:r>
              <a:rPr lang="en-US" dirty="0" err="1"/>
              <a:t>CarType</a:t>
            </a:r>
            <a:r>
              <a:rPr lang="en-US" dirty="0"/>
              <a:t>), </a:t>
            </a:r>
            <a:r>
              <a:rPr lang="en-US" b="1" dirty="0"/>
              <a:t>Ordinal</a:t>
            </a:r>
            <a:r>
              <a:rPr lang="en-US" dirty="0"/>
              <a:t>, or </a:t>
            </a:r>
            <a:r>
              <a:rPr lang="en-US" b="1" dirty="0"/>
              <a:t>Continuous</a:t>
            </a:r>
            <a:r>
              <a:rPr lang="en-US" dirty="0"/>
              <a:t> (e.g., Taxable Income).</a:t>
            </a:r>
          </a:p>
        </p:txBody>
      </p:sp>
    </p:spTree>
    <p:extLst>
      <p:ext uri="{BB962C8B-B14F-4D97-AF65-F5344CB8AC3E}">
        <p14:creationId xmlns:p14="http://schemas.microsoft.com/office/powerpoint/2010/main" val="1848367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5E3E75-1A8A-FCAF-0F20-3C51209FB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894" y="1048463"/>
            <a:ext cx="7917449" cy="450388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7054EBB-E574-E87D-63FD-139DFEABCEBA}"/>
                  </a:ext>
                </a:extLst>
              </p14:cNvPr>
              <p14:cNvContentPartPr/>
              <p14:nvPr/>
            </p14:nvContentPartPr>
            <p14:xfrm>
              <a:off x="2459808" y="2011536"/>
              <a:ext cx="1352520" cy="56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7054EBB-E574-E87D-63FD-139DFEABCEB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05808" y="1903536"/>
                <a:ext cx="146016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7E115E0-CD7E-13A2-EC3F-3FDEECA7234E}"/>
                  </a:ext>
                </a:extLst>
              </p14:cNvPr>
              <p14:cNvContentPartPr/>
              <p14:nvPr/>
            </p14:nvContentPartPr>
            <p14:xfrm>
              <a:off x="2486808" y="3968496"/>
              <a:ext cx="877680" cy="64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7E115E0-CD7E-13A2-EC3F-3FDEECA7234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33168" y="3860496"/>
                <a:ext cx="985320" cy="28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8631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CB3D853-54EB-2D27-BFFE-A05970CE3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866" y="1027690"/>
            <a:ext cx="8703128" cy="4550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750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CB259EF-07A8-BEC7-2EBA-477279C661AA}"/>
              </a:ext>
            </a:extLst>
          </p:cNvPr>
          <p:cNvGrpSpPr/>
          <p:nvPr/>
        </p:nvGrpSpPr>
        <p:grpSpPr>
          <a:xfrm>
            <a:off x="1703284" y="901650"/>
            <a:ext cx="8785432" cy="3743961"/>
            <a:chOff x="2455817" y="331198"/>
            <a:chExt cx="7054622" cy="300636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394DB1F-B7C4-E4D1-2BA3-0A9C823B51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55817" y="331198"/>
              <a:ext cx="7054622" cy="300636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CED007D-D983-BCAF-DB29-9749669C7F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95285" y="2572839"/>
              <a:ext cx="6638925" cy="266700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08BB68C-11A9-9276-4C07-F25AF82D54E1}"/>
                  </a:ext>
                </a:extLst>
              </p14:cNvPr>
              <p14:cNvContentPartPr/>
              <p14:nvPr/>
            </p14:nvContentPartPr>
            <p14:xfrm>
              <a:off x="1920816" y="1890936"/>
              <a:ext cx="3844800" cy="231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08BB68C-11A9-9276-4C07-F25AF82D54E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67176" y="1782936"/>
                <a:ext cx="3952440" cy="44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731442C-08E6-3F31-3AFE-D53AB139F496}"/>
                  </a:ext>
                </a:extLst>
              </p14:cNvPr>
              <p14:cNvContentPartPr/>
              <p14:nvPr/>
            </p14:nvContentPartPr>
            <p14:xfrm>
              <a:off x="2048256" y="3071736"/>
              <a:ext cx="3840120" cy="561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731442C-08E6-3F31-3AFE-D53AB139F49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94256" y="2963736"/>
                <a:ext cx="3947760" cy="2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F8D3500-4725-8CFD-CCDD-051D84CC9DA1}"/>
                  </a:ext>
                </a:extLst>
              </p14:cNvPr>
              <p14:cNvContentPartPr/>
              <p14:nvPr/>
            </p14:nvContentPartPr>
            <p14:xfrm>
              <a:off x="2011608" y="4159296"/>
              <a:ext cx="8113680" cy="121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F8D3500-4725-8CFD-CCDD-051D84CC9DA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957968" y="4051656"/>
                <a:ext cx="8221320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E2DF8AC-B700-CF03-89BF-3793A964B66C}"/>
                  </a:ext>
                </a:extLst>
              </p14:cNvPr>
              <p14:cNvContentPartPr/>
              <p14:nvPr/>
            </p14:nvContentPartPr>
            <p14:xfrm>
              <a:off x="2066688" y="4470336"/>
              <a:ext cx="2264760" cy="194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E2DF8AC-B700-CF03-89BF-3793A964B66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012688" y="4362336"/>
                <a:ext cx="2372400" cy="23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87061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5AC9B0A-A41A-E1B3-70C7-1C4444AB5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353" y="918876"/>
            <a:ext cx="8687291" cy="283100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CFC977D-DF81-363C-DAFF-BB97E52A92A9}"/>
                  </a:ext>
                </a:extLst>
              </p14:cNvPr>
              <p14:cNvContentPartPr/>
              <p14:nvPr/>
            </p14:nvContentPartPr>
            <p14:xfrm>
              <a:off x="2806848" y="2677896"/>
              <a:ext cx="1085760" cy="52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CFC977D-DF81-363C-DAFF-BB97E52A92A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53208" y="2570256"/>
                <a:ext cx="1193400" cy="26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561289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927FB89-795E-FC03-9258-A61DC783F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457" y="937159"/>
            <a:ext cx="8789086" cy="405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396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522878-CC99-B620-C9E8-E35324656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5464" y="919752"/>
            <a:ext cx="7901072" cy="474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5051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841448F-BB6B-8541-8421-E841CA89E2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70"/>
          <a:stretch/>
        </p:blipFill>
        <p:spPr>
          <a:xfrm>
            <a:off x="1367963" y="1031910"/>
            <a:ext cx="9587647" cy="452160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3765403-E77A-C37F-7CC2-DC6E42BC15C2}"/>
                  </a:ext>
                </a:extLst>
              </p14:cNvPr>
              <p14:cNvContentPartPr/>
              <p14:nvPr/>
            </p14:nvContentPartPr>
            <p14:xfrm>
              <a:off x="6546888" y="5238936"/>
              <a:ext cx="3089880" cy="475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3765403-E77A-C37F-7CC2-DC6E42BC15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92888" y="5130936"/>
                <a:ext cx="319752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D3FF9C2-35F2-D61E-B6AD-DB3B2A3D77B4}"/>
                  </a:ext>
                </a:extLst>
              </p14:cNvPr>
              <p14:cNvContentPartPr/>
              <p14:nvPr/>
            </p14:nvContentPartPr>
            <p14:xfrm>
              <a:off x="7909128" y="5449896"/>
              <a:ext cx="66924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D3FF9C2-35F2-D61E-B6AD-DB3B2A3D77B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855488" y="5341896"/>
                <a:ext cx="7768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37DD558-2F36-C483-71EE-A0A473AA2550}"/>
                  </a:ext>
                </a:extLst>
              </p14:cNvPr>
              <p14:cNvContentPartPr/>
              <p14:nvPr/>
            </p14:nvContentPartPr>
            <p14:xfrm>
              <a:off x="2761128" y="3510576"/>
              <a:ext cx="2548800" cy="10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37DD558-2F36-C483-71EE-A0A473AA255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07488" y="3402576"/>
                <a:ext cx="265644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90E2BD8-4C1D-A796-215A-02B6019DAC57}"/>
                  </a:ext>
                </a:extLst>
              </p14:cNvPr>
              <p14:cNvContentPartPr/>
              <p14:nvPr/>
            </p14:nvContentPartPr>
            <p14:xfrm>
              <a:off x="1920168" y="3775536"/>
              <a:ext cx="3456000" cy="662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90E2BD8-4C1D-A796-215A-02B6019DAC5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866168" y="3667536"/>
                <a:ext cx="356364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B20DF8A-C10C-0EE2-1419-5EEDD94BDB22}"/>
                  </a:ext>
                </a:extLst>
              </p14:cNvPr>
              <p14:cNvContentPartPr/>
              <p14:nvPr/>
            </p14:nvContentPartPr>
            <p14:xfrm>
              <a:off x="1838088" y="4004496"/>
              <a:ext cx="1534680" cy="1011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B20DF8A-C10C-0EE2-1419-5EEDD94BDB2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784088" y="3896856"/>
                <a:ext cx="1642320" cy="3168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4E7CAE0-1E31-FAC2-5FE3-27140F4CBF11}"/>
              </a:ext>
            </a:extLst>
          </p:cNvPr>
          <p:cNvSpPr txBox="1"/>
          <p:nvPr/>
        </p:nvSpPr>
        <p:spPr>
          <a:xfrm>
            <a:off x="658368" y="201168"/>
            <a:ext cx="10174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Entropy is a metric to measure the impurity in a given attribute. It is the degree of randomness in data.</a:t>
            </a:r>
          </a:p>
        </p:txBody>
      </p:sp>
      <p:pic>
        <p:nvPicPr>
          <p:cNvPr id="1026" name="Picture 2" descr="HSC Chemistry: The Concept of Entropy ...">
            <a:extLst>
              <a:ext uri="{FF2B5EF4-FFF2-40B4-BE49-F238E27FC236}">
                <a16:creationId xmlns:a16="http://schemas.microsoft.com/office/drawing/2014/main" id="{65792D8B-51A4-08B8-BAA9-A5AD9FD975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726" y="4899902"/>
            <a:ext cx="2933700" cy="15621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91629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0434" y="858278"/>
            <a:ext cx="9371131" cy="464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8563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9683" y="967431"/>
            <a:ext cx="7927850" cy="463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6990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1793" y="1036570"/>
            <a:ext cx="8714749" cy="4080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9139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t="23705"/>
          <a:stretch/>
        </p:blipFill>
        <p:spPr>
          <a:xfrm>
            <a:off x="1377007" y="1826241"/>
            <a:ext cx="9437985" cy="3205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630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6252" y="1698650"/>
            <a:ext cx="8973767" cy="285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2854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t="22188"/>
          <a:stretch/>
        </p:blipFill>
        <p:spPr>
          <a:xfrm>
            <a:off x="1191263" y="1875139"/>
            <a:ext cx="9209087" cy="294853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86DEC76-CD01-54DB-6193-67194E669A76}"/>
                  </a:ext>
                </a:extLst>
              </p14:cNvPr>
              <p14:cNvContentPartPr/>
              <p14:nvPr/>
            </p14:nvContentPartPr>
            <p14:xfrm>
              <a:off x="5203008" y="2578536"/>
              <a:ext cx="2999880" cy="68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86DEC76-CD01-54DB-6193-67194E669A7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49008" y="2470896"/>
                <a:ext cx="3107520" cy="28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825450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20321"/>
          <a:stretch/>
        </p:blipFill>
        <p:spPr>
          <a:xfrm>
            <a:off x="1417739" y="1302370"/>
            <a:ext cx="8963243" cy="352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6905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t="31691"/>
          <a:stretch/>
        </p:blipFill>
        <p:spPr>
          <a:xfrm>
            <a:off x="1544972" y="2014556"/>
            <a:ext cx="8882292" cy="2238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8704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600" y="183945"/>
            <a:ext cx="8855580" cy="6351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9518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t="17980"/>
          <a:stretch/>
        </p:blipFill>
        <p:spPr>
          <a:xfrm>
            <a:off x="1857448" y="1187496"/>
            <a:ext cx="8477103" cy="376550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B7C2531-1175-2BEF-75CE-1FA1719D30B8}"/>
                  </a:ext>
                </a:extLst>
              </p14:cNvPr>
              <p14:cNvContentPartPr/>
              <p14:nvPr/>
            </p14:nvContentPartPr>
            <p14:xfrm>
              <a:off x="2194488" y="3811896"/>
              <a:ext cx="7943040" cy="745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B7C2531-1175-2BEF-75CE-1FA1719D30B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40488" y="3704256"/>
                <a:ext cx="805068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A1F9346-7656-31BE-A0C6-57630399DAA4}"/>
                  </a:ext>
                </a:extLst>
              </p14:cNvPr>
              <p14:cNvContentPartPr/>
              <p14:nvPr/>
            </p14:nvContentPartPr>
            <p14:xfrm>
              <a:off x="2057328" y="4129416"/>
              <a:ext cx="2042640" cy="40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A1F9346-7656-31BE-A0C6-57630399DAA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03688" y="4021416"/>
                <a:ext cx="215028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0A67097-6847-BBE7-A441-5435E9E2169C}"/>
                  </a:ext>
                </a:extLst>
              </p14:cNvPr>
              <p14:cNvContentPartPr/>
              <p14:nvPr/>
            </p14:nvContentPartPr>
            <p14:xfrm>
              <a:off x="2980368" y="1819296"/>
              <a:ext cx="7132680" cy="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0A67097-6847-BBE7-A441-5435E9E2169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26728" y="1603296"/>
                <a:ext cx="724032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9BF9B9E-A429-3B87-7E5D-C6BCB450D6AF}"/>
                  </a:ext>
                </a:extLst>
              </p14:cNvPr>
              <p14:cNvContentPartPr/>
              <p14:nvPr/>
            </p14:nvContentPartPr>
            <p14:xfrm>
              <a:off x="2167128" y="2117736"/>
              <a:ext cx="2538000" cy="507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9BF9B9E-A429-3B87-7E5D-C6BCB450D6A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113488" y="2009736"/>
                <a:ext cx="2645640" cy="2664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7E11BE89-50BE-BB37-A3C7-78DDABE410F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7842" y="5878296"/>
            <a:ext cx="5852667" cy="6934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023803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20422"/>
          <a:stretch/>
        </p:blipFill>
        <p:spPr>
          <a:xfrm>
            <a:off x="1778634" y="1554481"/>
            <a:ext cx="8813341" cy="34391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155262-3A81-00C6-70E0-DC695C5E9599}"/>
              </a:ext>
            </a:extLst>
          </p:cNvPr>
          <p:cNvSpPr txBox="1"/>
          <p:nvPr/>
        </p:nvSpPr>
        <p:spPr>
          <a:xfrm>
            <a:off x="1941194" y="5147995"/>
            <a:ext cx="7508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accent5">
                    <a:lumMod val="75000"/>
                  </a:schemeClr>
                </a:solidFill>
              </a:rPr>
              <a:t>Attributes that divide the dataset into more homogeneous subsets (pure classes) yield higher information gain.</a:t>
            </a:r>
            <a:endParaRPr lang="en-US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8618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t="22292"/>
          <a:stretch/>
        </p:blipFill>
        <p:spPr>
          <a:xfrm>
            <a:off x="951016" y="1198994"/>
            <a:ext cx="10289967" cy="3515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4787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11" y="1206493"/>
            <a:ext cx="11603722" cy="444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3989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t="20187"/>
          <a:stretch/>
        </p:blipFill>
        <p:spPr>
          <a:xfrm>
            <a:off x="1092926" y="850536"/>
            <a:ext cx="9254082" cy="3843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7204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826" y="1323022"/>
            <a:ext cx="9748347" cy="3502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4068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781" y="1316138"/>
            <a:ext cx="11028023" cy="3591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4566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485" y="1446730"/>
            <a:ext cx="9819140" cy="4110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4462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t="20024"/>
          <a:stretch/>
        </p:blipFill>
        <p:spPr>
          <a:xfrm>
            <a:off x="1149197" y="1411515"/>
            <a:ext cx="9893605" cy="425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96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1817</TotalTime>
  <Words>258</Words>
  <Application>Microsoft Office PowerPoint</Application>
  <PresentationFormat>Widescreen</PresentationFormat>
  <Paragraphs>53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Aptos</vt:lpstr>
      <vt:lpstr>Aptos Display</vt:lpstr>
      <vt:lpstr>Arial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Kamrul Hasan Tuhin</dc:creator>
  <cp:lastModifiedBy>Md. Ehasan Mahmud</cp:lastModifiedBy>
  <cp:revision>23</cp:revision>
  <dcterms:created xsi:type="dcterms:W3CDTF">2025-09-15T18:04:03Z</dcterms:created>
  <dcterms:modified xsi:type="dcterms:W3CDTF">2026-05-10T19:57:11Z</dcterms:modified>
</cp:coreProperties>
</file>
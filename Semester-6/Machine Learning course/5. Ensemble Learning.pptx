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506" r:id="rId2"/>
    <p:sldId id="540" r:id="rId3"/>
    <p:sldId id="507" r:id="rId4"/>
    <p:sldId id="541" r:id="rId5"/>
    <p:sldId id="508" r:id="rId6"/>
    <p:sldId id="542" r:id="rId7"/>
    <p:sldId id="509" r:id="rId8"/>
    <p:sldId id="543" r:id="rId9"/>
    <p:sldId id="510" r:id="rId10"/>
    <p:sldId id="544" r:id="rId11"/>
    <p:sldId id="511" r:id="rId12"/>
    <p:sldId id="512" r:id="rId13"/>
    <p:sldId id="513" r:id="rId14"/>
    <p:sldId id="514" r:id="rId15"/>
    <p:sldId id="515" r:id="rId16"/>
    <p:sldId id="516" r:id="rId17"/>
    <p:sldId id="545" r:id="rId18"/>
    <p:sldId id="517" r:id="rId19"/>
    <p:sldId id="546" r:id="rId20"/>
    <p:sldId id="518" r:id="rId21"/>
    <p:sldId id="547" r:id="rId22"/>
    <p:sldId id="519" r:id="rId23"/>
    <p:sldId id="548" r:id="rId24"/>
    <p:sldId id="520" r:id="rId25"/>
    <p:sldId id="550" r:id="rId26"/>
    <p:sldId id="552" r:id="rId27"/>
    <p:sldId id="551" r:id="rId28"/>
    <p:sldId id="553" r:id="rId29"/>
    <p:sldId id="554" r:id="rId30"/>
    <p:sldId id="555" r:id="rId31"/>
    <p:sldId id="556" r:id="rId32"/>
    <p:sldId id="557" r:id="rId33"/>
    <p:sldId id="558" r:id="rId34"/>
    <p:sldId id="559" r:id="rId35"/>
    <p:sldId id="560" r:id="rId36"/>
    <p:sldId id="561" r:id="rId37"/>
    <p:sldId id="562" r:id="rId38"/>
    <p:sldId id="563" r:id="rId39"/>
    <p:sldId id="564" r:id="rId40"/>
    <p:sldId id="565" r:id="rId41"/>
    <p:sldId id="566" r:id="rId42"/>
    <p:sldId id="567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32" autoAdjust="0"/>
    <p:restoredTop sz="94660"/>
  </p:normalViewPr>
  <p:slideViewPr>
    <p:cSldViewPr snapToGrid="0">
      <p:cViewPr varScale="1">
        <p:scale>
          <a:sx n="84" d="100"/>
          <a:sy n="84" d="100"/>
        </p:scale>
        <p:origin x="98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rul Hasan Tuhin" userId="aec6d48cf2952fdc" providerId="LiveId" clId="{6E50DC9F-D9F8-4471-A9E1-1F951F44F7B9}"/>
    <pc:docChg chg="undo custSel addSld delSld modSld">
      <pc:chgData name="Kamrul Hasan Tuhin" userId="aec6d48cf2952fdc" providerId="LiveId" clId="{6E50DC9F-D9F8-4471-A9E1-1F951F44F7B9}" dt="2026-01-14T04:57:56.728" v="157" actId="1076"/>
      <pc:docMkLst>
        <pc:docMk/>
      </pc:docMkLst>
      <pc:sldChg chg="delSp modSp add mod">
        <pc:chgData name="Kamrul Hasan Tuhin" userId="aec6d48cf2952fdc" providerId="LiveId" clId="{6E50DC9F-D9F8-4471-A9E1-1F951F44F7B9}" dt="2026-01-14T04:27:42.408" v="5" actId="1076"/>
        <pc:sldMkLst>
          <pc:docMk/>
          <pc:sldMk cId="3531648988" sldId="506"/>
        </pc:sldMkLst>
        <pc:picChg chg="mod">
          <ac:chgData name="Kamrul Hasan Tuhin" userId="aec6d48cf2952fdc" providerId="LiveId" clId="{6E50DC9F-D9F8-4471-A9E1-1F951F44F7B9}" dt="2026-01-14T04:27:42.408" v="5" actId="1076"/>
          <ac:picMkLst>
            <pc:docMk/>
            <pc:sldMk cId="3531648988" sldId="506"/>
            <ac:picMk id="2" creationId="{00000000-0000-0000-0000-000000000000}"/>
          </ac:picMkLst>
        </pc:picChg>
        <pc:picChg chg="del">
          <ac:chgData name="Kamrul Hasan Tuhin" userId="aec6d48cf2952fdc" providerId="LiveId" clId="{6E50DC9F-D9F8-4471-A9E1-1F951F44F7B9}" dt="2026-01-14T04:27:35.724" v="2" actId="478"/>
          <ac:picMkLst>
            <pc:docMk/>
            <pc:sldMk cId="3531648988" sldId="506"/>
            <ac:picMk id="6" creationId="{00000000-0000-0000-0000-000000000000}"/>
          </ac:picMkLst>
        </pc:picChg>
      </pc:sldChg>
      <pc:sldChg chg="delSp modSp add mod">
        <pc:chgData name="Kamrul Hasan Tuhin" userId="aec6d48cf2952fdc" providerId="LiveId" clId="{6E50DC9F-D9F8-4471-A9E1-1F951F44F7B9}" dt="2026-01-14T04:29:07.358" v="15" actId="1076"/>
        <pc:sldMkLst>
          <pc:docMk/>
          <pc:sldMk cId="1121303812" sldId="507"/>
        </pc:sldMkLst>
        <pc:picChg chg="mod">
          <ac:chgData name="Kamrul Hasan Tuhin" userId="aec6d48cf2952fdc" providerId="LiveId" clId="{6E50DC9F-D9F8-4471-A9E1-1F951F44F7B9}" dt="2026-01-14T04:29:07.358" v="15" actId="1076"/>
          <ac:picMkLst>
            <pc:docMk/>
            <pc:sldMk cId="1121303812" sldId="507"/>
            <ac:picMk id="3" creationId="{00000000-0000-0000-0000-000000000000}"/>
          </ac:picMkLst>
        </pc:picChg>
        <pc:picChg chg="del">
          <ac:chgData name="Kamrul Hasan Tuhin" userId="aec6d48cf2952fdc" providerId="LiveId" clId="{6E50DC9F-D9F8-4471-A9E1-1F951F44F7B9}" dt="2026-01-14T04:28:57.542" v="10" actId="478"/>
          <ac:picMkLst>
            <pc:docMk/>
            <pc:sldMk cId="1121303812" sldId="507"/>
            <ac:picMk id="4" creationId="{00000000-0000-0000-0000-000000000000}"/>
          </ac:picMkLst>
        </pc:picChg>
      </pc:sldChg>
      <pc:sldChg chg="delSp modSp add mod">
        <pc:chgData name="Kamrul Hasan Tuhin" userId="aec6d48cf2952fdc" providerId="LiveId" clId="{6E50DC9F-D9F8-4471-A9E1-1F951F44F7B9}" dt="2026-01-14T04:29:32.090" v="24" actId="1076"/>
        <pc:sldMkLst>
          <pc:docMk/>
          <pc:sldMk cId="529568926" sldId="508"/>
        </pc:sldMkLst>
        <pc:picChg chg="mod">
          <ac:chgData name="Kamrul Hasan Tuhin" userId="aec6d48cf2952fdc" providerId="LiveId" clId="{6E50DC9F-D9F8-4471-A9E1-1F951F44F7B9}" dt="2026-01-14T04:29:32.090" v="24" actId="1076"/>
          <ac:picMkLst>
            <pc:docMk/>
            <pc:sldMk cId="529568926" sldId="508"/>
            <ac:picMk id="2" creationId="{00000000-0000-0000-0000-000000000000}"/>
          </ac:picMkLst>
        </pc:picChg>
        <pc:picChg chg="del">
          <ac:chgData name="Kamrul Hasan Tuhin" userId="aec6d48cf2952fdc" providerId="LiveId" clId="{6E50DC9F-D9F8-4471-A9E1-1F951F44F7B9}" dt="2026-01-14T04:29:19.932" v="20" actId="478"/>
          <ac:picMkLst>
            <pc:docMk/>
            <pc:sldMk cId="529568926" sldId="508"/>
            <ac:picMk id="5" creationId="{00000000-0000-0000-0000-000000000000}"/>
          </ac:picMkLst>
        </pc:picChg>
      </pc:sldChg>
      <pc:sldChg chg="delSp modSp add mod">
        <pc:chgData name="Kamrul Hasan Tuhin" userId="aec6d48cf2952fdc" providerId="LiveId" clId="{6E50DC9F-D9F8-4471-A9E1-1F951F44F7B9}" dt="2026-01-14T04:33:16.496" v="37" actId="1076"/>
        <pc:sldMkLst>
          <pc:docMk/>
          <pc:sldMk cId="2627150657" sldId="509"/>
        </pc:sldMkLst>
        <pc:picChg chg="mod">
          <ac:chgData name="Kamrul Hasan Tuhin" userId="aec6d48cf2952fdc" providerId="LiveId" clId="{6E50DC9F-D9F8-4471-A9E1-1F951F44F7B9}" dt="2026-01-14T04:33:16.496" v="37" actId="1076"/>
          <ac:picMkLst>
            <pc:docMk/>
            <pc:sldMk cId="2627150657" sldId="509"/>
            <ac:picMk id="3" creationId="{00000000-0000-0000-0000-000000000000}"/>
          </ac:picMkLst>
        </pc:picChg>
        <pc:picChg chg="del">
          <ac:chgData name="Kamrul Hasan Tuhin" userId="aec6d48cf2952fdc" providerId="LiveId" clId="{6E50DC9F-D9F8-4471-A9E1-1F951F44F7B9}" dt="2026-01-14T04:32:57.364" v="33" actId="478"/>
          <ac:picMkLst>
            <pc:docMk/>
            <pc:sldMk cId="2627150657" sldId="509"/>
            <ac:picMk id="4" creationId="{00000000-0000-0000-0000-000000000000}"/>
          </ac:picMkLst>
        </pc:picChg>
      </pc:sldChg>
      <pc:sldChg chg="delSp modSp add mod">
        <pc:chgData name="Kamrul Hasan Tuhin" userId="aec6d48cf2952fdc" providerId="LiveId" clId="{6E50DC9F-D9F8-4471-A9E1-1F951F44F7B9}" dt="2026-01-14T04:35:10.956" v="47" actId="1076"/>
        <pc:sldMkLst>
          <pc:docMk/>
          <pc:sldMk cId="1797807609" sldId="510"/>
        </pc:sldMkLst>
        <pc:grpChg chg="del">
          <ac:chgData name="Kamrul Hasan Tuhin" userId="aec6d48cf2952fdc" providerId="LiveId" clId="{6E50DC9F-D9F8-4471-A9E1-1F951F44F7B9}" dt="2026-01-14T04:35:02.402" v="43" actId="478"/>
          <ac:grpSpMkLst>
            <pc:docMk/>
            <pc:sldMk cId="1797807609" sldId="510"/>
            <ac:grpSpMk id="7" creationId="{00000000-0000-0000-0000-000000000000}"/>
          </ac:grpSpMkLst>
        </pc:grpChg>
        <pc:picChg chg="mod">
          <ac:chgData name="Kamrul Hasan Tuhin" userId="aec6d48cf2952fdc" providerId="LiveId" clId="{6E50DC9F-D9F8-4471-A9E1-1F951F44F7B9}" dt="2026-01-14T04:35:10.956" v="47" actId="1076"/>
          <ac:picMkLst>
            <pc:docMk/>
            <pc:sldMk cId="1797807609" sldId="510"/>
            <ac:picMk id="2" creationId="{00000000-0000-0000-0000-000000000000}"/>
          </ac:picMkLst>
        </pc:picChg>
      </pc:sldChg>
      <pc:sldChg chg="modSp add mod">
        <pc:chgData name="Kamrul Hasan Tuhin" userId="aec6d48cf2952fdc" providerId="LiveId" clId="{6E50DC9F-D9F8-4471-A9E1-1F951F44F7B9}" dt="2026-01-14T04:36:21.141" v="58" actId="1076"/>
        <pc:sldMkLst>
          <pc:docMk/>
          <pc:sldMk cId="3817594466" sldId="511"/>
        </pc:sldMkLst>
        <pc:picChg chg="mod">
          <ac:chgData name="Kamrul Hasan Tuhin" userId="aec6d48cf2952fdc" providerId="LiveId" clId="{6E50DC9F-D9F8-4471-A9E1-1F951F44F7B9}" dt="2026-01-14T04:36:21.141" v="58" actId="1076"/>
          <ac:picMkLst>
            <pc:docMk/>
            <pc:sldMk cId="3817594466" sldId="511"/>
            <ac:picMk id="3" creationId="{00000000-0000-0000-0000-000000000000}"/>
          </ac:picMkLst>
        </pc:picChg>
      </pc:sldChg>
      <pc:sldChg chg="modSp add mod">
        <pc:chgData name="Kamrul Hasan Tuhin" userId="aec6d48cf2952fdc" providerId="LiveId" clId="{6E50DC9F-D9F8-4471-A9E1-1F951F44F7B9}" dt="2026-01-14T04:44:16.788" v="66" actId="1035"/>
        <pc:sldMkLst>
          <pc:docMk/>
          <pc:sldMk cId="4282311131" sldId="512"/>
        </pc:sldMkLst>
        <pc:picChg chg="mod">
          <ac:chgData name="Kamrul Hasan Tuhin" userId="aec6d48cf2952fdc" providerId="LiveId" clId="{6E50DC9F-D9F8-4471-A9E1-1F951F44F7B9}" dt="2026-01-14T04:44:16.788" v="66" actId="1035"/>
          <ac:picMkLst>
            <pc:docMk/>
            <pc:sldMk cId="4282311131" sldId="512"/>
            <ac:picMk id="2" creationId="{00000000-0000-0000-0000-000000000000}"/>
          </ac:picMkLst>
        </pc:picChg>
      </pc:sldChg>
      <pc:sldChg chg="modSp add mod">
        <pc:chgData name="Kamrul Hasan Tuhin" userId="aec6d48cf2952fdc" providerId="LiveId" clId="{6E50DC9F-D9F8-4471-A9E1-1F951F44F7B9}" dt="2026-01-14T04:45:08.097" v="69" actId="1076"/>
        <pc:sldMkLst>
          <pc:docMk/>
          <pc:sldMk cId="303948760" sldId="513"/>
        </pc:sldMkLst>
        <pc:picChg chg="mod">
          <ac:chgData name="Kamrul Hasan Tuhin" userId="aec6d48cf2952fdc" providerId="LiveId" clId="{6E50DC9F-D9F8-4471-A9E1-1F951F44F7B9}" dt="2026-01-14T04:45:04.652" v="68" actId="1076"/>
          <ac:picMkLst>
            <pc:docMk/>
            <pc:sldMk cId="303948760" sldId="513"/>
            <ac:picMk id="4" creationId="{00000000-0000-0000-0000-000000000000}"/>
          </ac:picMkLst>
        </pc:picChg>
        <pc:picChg chg="mod">
          <ac:chgData name="Kamrul Hasan Tuhin" userId="aec6d48cf2952fdc" providerId="LiveId" clId="{6E50DC9F-D9F8-4471-A9E1-1F951F44F7B9}" dt="2026-01-14T04:45:08.097" v="69" actId="1076"/>
          <ac:picMkLst>
            <pc:docMk/>
            <pc:sldMk cId="303948760" sldId="513"/>
            <ac:picMk id="5" creationId="{00000000-0000-0000-0000-000000000000}"/>
          </ac:picMkLst>
        </pc:picChg>
      </pc:sldChg>
      <pc:sldChg chg="modSp add mod">
        <pc:chgData name="Kamrul Hasan Tuhin" userId="aec6d48cf2952fdc" providerId="LiveId" clId="{6E50DC9F-D9F8-4471-A9E1-1F951F44F7B9}" dt="2026-01-14T04:46:39.886" v="71" actId="1076"/>
        <pc:sldMkLst>
          <pc:docMk/>
          <pc:sldMk cId="1752068745" sldId="514"/>
        </pc:sldMkLst>
        <pc:picChg chg="mod">
          <ac:chgData name="Kamrul Hasan Tuhin" userId="aec6d48cf2952fdc" providerId="LiveId" clId="{6E50DC9F-D9F8-4471-A9E1-1F951F44F7B9}" dt="2026-01-14T04:46:39.886" v="71" actId="1076"/>
          <ac:picMkLst>
            <pc:docMk/>
            <pc:sldMk cId="1752068745" sldId="514"/>
            <ac:picMk id="2" creationId="{00000000-0000-0000-0000-000000000000}"/>
          </ac:picMkLst>
        </pc:picChg>
      </pc:sldChg>
      <pc:sldChg chg="modSp add mod">
        <pc:chgData name="Kamrul Hasan Tuhin" userId="aec6d48cf2952fdc" providerId="LiveId" clId="{6E50DC9F-D9F8-4471-A9E1-1F951F44F7B9}" dt="2026-01-14T04:47:02.783" v="73" actId="1076"/>
        <pc:sldMkLst>
          <pc:docMk/>
          <pc:sldMk cId="353900597" sldId="515"/>
        </pc:sldMkLst>
        <pc:picChg chg="mod">
          <ac:chgData name="Kamrul Hasan Tuhin" userId="aec6d48cf2952fdc" providerId="LiveId" clId="{6E50DC9F-D9F8-4471-A9E1-1F951F44F7B9}" dt="2026-01-14T04:47:02.783" v="73" actId="1076"/>
          <ac:picMkLst>
            <pc:docMk/>
            <pc:sldMk cId="353900597" sldId="515"/>
            <ac:picMk id="3" creationId="{00000000-0000-0000-0000-000000000000}"/>
          </ac:picMkLst>
        </pc:picChg>
      </pc:sldChg>
      <pc:sldChg chg="delSp modSp add mod">
        <pc:chgData name="Kamrul Hasan Tuhin" userId="aec6d48cf2952fdc" providerId="LiveId" clId="{6E50DC9F-D9F8-4471-A9E1-1F951F44F7B9}" dt="2026-01-14T04:47:17.847" v="80" actId="1076"/>
        <pc:sldMkLst>
          <pc:docMk/>
          <pc:sldMk cId="2157732728" sldId="516"/>
        </pc:sldMkLst>
        <pc:grpChg chg="mod">
          <ac:chgData name="Kamrul Hasan Tuhin" userId="aec6d48cf2952fdc" providerId="LiveId" clId="{6E50DC9F-D9F8-4471-A9E1-1F951F44F7B9}" dt="2026-01-14T04:47:17.847" v="80" actId="1076"/>
          <ac:grpSpMkLst>
            <pc:docMk/>
            <pc:sldMk cId="2157732728" sldId="516"/>
            <ac:grpSpMk id="6" creationId="{00000000-0000-0000-0000-000000000000}"/>
          </ac:grpSpMkLst>
        </pc:grpChg>
        <pc:picChg chg="del">
          <ac:chgData name="Kamrul Hasan Tuhin" userId="aec6d48cf2952fdc" providerId="LiveId" clId="{6E50DC9F-D9F8-4471-A9E1-1F951F44F7B9}" dt="2026-01-14T04:47:08.787" v="75" actId="478"/>
          <ac:picMkLst>
            <pc:docMk/>
            <pc:sldMk cId="2157732728" sldId="516"/>
            <ac:picMk id="4" creationId="{00000000-0000-0000-0000-000000000000}"/>
          </ac:picMkLst>
        </pc:picChg>
      </pc:sldChg>
      <pc:sldChg chg="delSp modSp add mod">
        <pc:chgData name="Kamrul Hasan Tuhin" userId="aec6d48cf2952fdc" providerId="LiveId" clId="{6E50DC9F-D9F8-4471-A9E1-1F951F44F7B9}" dt="2026-01-14T04:49:09.310" v="96" actId="1076"/>
        <pc:sldMkLst>
          <pc:docMk/>
          <pc:sldMk cId="161691862" sldId="517"/>
        </pc:sldMkLst>
        <pc:picChg chg="mod">
          <ac:chgData name="Kamrul Hasan Tuhin" userId="aec6d48cf2952fdc" providerId="LiveId" clId="{6E50DC9F-D9F8-4471-A9E1-1F951F44F7B9}" dt="2026-01-14T04:49:09.310" v="96" actId="1076"/>
          <ac:picMkLst>
            <pc:docMk/>
            <pc:sldMk cId="161691862" sldId="517"/>
            <ac:picMk id="3" creationId="{00000000-0000-0000-0000-000000000000}"/>
          </ac:picMkLst>
        </pc:picChg>
        <pc:picChg chg="del">
          <ac:chgData name="Kamrul Hasan Tuhin" userId="aec6d48cf2952fdc" providerId="LiveId" clId="{6E50DC9F-D9F8-4471-A9E1-1F951F44F7B9}" dt="2026-01-14T04:48:56.305" v="92" actId="478"/>
          <ac:picMkLst>
            <pc:docMk/>
            <pc:sldMk cId="161691862" sldId="517"/>
            <ac:picMk id="6" creationId="{00000000-0000-0000-0000-000000000000}"/>
          </ac:picMkLst>
        </pc:picChg>
      </pc:sldChg>
      <pc:sldChg chg="delSp modSp add mod">
        <pc:chgData name="Kamrul Hasan Tuhin" userId="aec6d48cf2952fdc" providerId="LiveId" clId="{6E50DC9F-D9F8-4471-A9E1-1F951F44F7B9}" dt="2026-01-14T04:50:39.891" v="107" actId="1076"/>
        <pc:sldMkLst>
          <pc:docMk/>
          <pc:sldMk cId="450921608" sldId="518"/>
        </pc:sldMkLst>
        <pc:picChg chg="mod">
          <ac:chgData name="Kamrul Hasan Tuhin" userId="aec6d48cf2952fdc" providerId="LiveId" clId="{6E50DC9F-D9F8-4471-A9E1-1F951F44F7B9}" dt="2026-01-14T04:50:39.891" v="107" actId="1076"/>
          <ac:picMkLst>
            <pc:docMk/>
            <pc:sldMk cId="450921608" sldId="518"/>
            <ac:picMk id="2" creationId="{00000000-0000-0000-0000-000000000000}"/>
          </ac:picMkLst>
        </pc:picChg>
        <pc:picChg chg="del">
          <ac:chgData name="Kamrul Hasan Tuhin" userId="aec6d48cf2952fdc" providerId="LiveId" clId="{6E50DC9F-D9F8-4471-A9E1-1F951F44F7B9}" dt="2026-01-14T04:50:34.849" v="104" actId="478"/>
          <ac:picMkLst>
            <pc:docMk/>
            <pc:sldMk cId="450921608" sldId="518"/>
            <ac:picMk id="4" creationId="{00000000-0000-0000-0000-000000000000}"/>
          </ac:picMkLst>
        </pc:picChg>
      </pc:sldChg>
      <pc:sldChg chg="delSp modSp add mod">
        <pc:chgData name="Kamrul Hasan Tuhin" userId="aec6d48cf2952fdc" providerId="LiveId" clId="{6E50DC9F-D9F8-4471-A9E1-1F951F44F7B9}" dt="2026-01-14T04:51:47.506" v="120" actId="1076"/>
        <pc:sldMkLst>
          <pc:docMk/>
          <pc:sldMk cId="3306832417" sldId="519"/>
        </pc:sldMkLst>
        <pc:picChg chg="mod">
          <ac:chgData name="Kamrul Hasan Tuhin" userId="aec6d48cf2952fdc" providerId="LiveId" clId="{6E50DC9F-D9F8-4471-A9E1-1F951F44F7B9}" dt="2026-01-14T04:51:47.506" v="120" actId="1076"/>
          <ac:picMkLst>
            <pc:docMk/>
            <pc:sldMk cId="3306832417" sldId="519"/>
            <ac:picMk id="3" creationId="{00000000-0000-0000-0000-000000000000}"/>
          </ac:picMkLst>
        </pc:picChg>
        <pc:picChg chg="del">
          <ac:chgData name="Kamrul Hasan Tuhin" userId="aec6d48cf2952fdc" providerId="LiveId" clId="{6E50DC9F-D9F8-4471-A9E1-1F951F44F7B9}" dt="2026-01-14T04:51:40.111" v="115" actId="478"/>
          <ac:picMkLst>
            <pc:docMk/>
            <pc:sldMk cId="3306832417" sldId="519"/>
            <ac:picMk id="5" creationId="{00000000-0000-0000-0000-000000000000}"/>
          </ac:picMkLst>
        </pc:picChg>
      </pc:sldChg>
      <pc:sldChg chg="modSp add mod">
        <pc:chgData name="Kamrul Hasan Tuhin" userId="aec6d48cf2952fdc" providerId="LiveId" clId="{6E50DC9F-D9F8-4471-A9E1-1F951F44F7B9}" dt="2026-01-14T04:55:50.514" v="133" actId="1076"/>
        <pc:sldMkLst>
          <pc:docMk/>
          <pc:sldMk cId="1209189721" sldId="520"/>
        </pc:sldMkLst>
        <pc:picChg chg="mod">
          <ac:chgData name="Kamrul Hasan Tuhin" userId="aec6d48cf2952fdc" providerId="LiveId" clId="{6E50DC9F-D9F8-4471-A9E1-1F951F44F7B9}" dt="2026-01-14T04:55:50.514" v="133" actId="1076"/>
          <ac:picMkLst>
            <pc:docMk/>
            <pc:sldMk cId="1209189721" sldId="520"/>
            <ac:picMk id="2" creationId="{00000000-0000-0000-0000-000000000000}"/>
          </ac:picMkLst>
        </pc:picChg>
      </pc:sldChg>
      <pc:sldChg chg="modSp add del mod">
        <pc:chgData name="Kamrul Hasan Tuhin" userId="aec6d48cf2952fdc" providerId="LiveId" clId="{6E50DC9F-D9F8-4471-A9E1-1F951F44F7B9}" dt="2026-01-14T04:55:45.841" v="132" actId="47"/>
        <pc:sldMkLst>
          <pc:docMk/>
          <pc:sldMk cId="55472947" sldId="521"/>
        </pc:sldMkLst>
        <pc:picChg chg="mod">
          <ac:chgData name="Kamrul Hasan Tuhin" userId="aec6d48cf2952fdc" providerId="LiveId" clId="{6E50DC9F-D9F8-4471-A9E1-1F951F44F7B9}" dt="2026-01-14T04:52:50.937" v="127" actId="14100"/>
          <ac:picMkLst>
            <pc:docMk/>
            <pc:sldMk cId="55472947" sldId="521"/>
            <ac:picMk id="2" creationId="{00000000-0000-0000-0000-000000000000}"/>
          </ac:picMkLst>
        </pc:picChg>
      </pc:sldChg>
      <pc:sldChg chg="modSp add del">
        <pc:chgData name="Kamrul Hasan Tuhin" userId="aec6d48cf2952fdc" providerId="LiveId" clId="{6E50DC9F-D9F8-4471-A9E1-1F951F44F7B9}" dt="2026-01-14T04:55:45.841" v="132" actId="47"/>
        <pc:sldMkLst>
          <pc:docMk/>
          <pc:sldMk cId="3968448999" sldId="522"/>
        </pc:sldMkLst>
        <pc:picChg chg="mod">
          <ac:chgData name="Kamrul Hasan Tuhin" userId="aec6d48cf2952fdc" providerId="LiveId" clId="{6E50DC9F-D9F8-4471-A9E1-1F951F44F7B9}" dt="2026-01-14T04:53:01.162" v="128"/>
          <ac:picMkLst>
            <pc:docMk/>
            <pc:sldMk cId="3968448999" sldId="522"/>
            <ac:picMk id="4" creationId="{00000000-0000-0000-0000-000000000000}"/>
          </ac:picMkLst>
        </pc:picChg>
      </pc:sldChg>
      <pc:sldChg chg="modSp add del">
        <pc:chgData name="Kamrul Hasan Tuhin" userId="aec6d48cf2952fdc" providerId="LiveId" clId="{6E50DC9F-D9F8-4471-A9E1-1F951F44F7B9}" dt="2026-01-14T04:55:45.841" v="132" actId="47"/>
        <pc:sldMkLst>
          <pc:docMk/>
          <pc:sldMk cId="2599707659" sldId="523"/>
        </pc:sldMkLst>
        <pc:picChg chg="mod">
          <ac:chgData name="Kamrul Hasan Tuhin" userId="aec6d48cf2952fdc" providerId="LiveId" clId="{6E50DC9F-D9F8-4471-A9E1-1F951F44F7B9}" dt="2026-01-14T04:53:17.377" v="129"/>
          <ac:picMkLst>
            <pc:docMk/>
            <pc:sldMk cId="2599707659" sldId="523"/>
            <ac:picMk id="2" creationId="{00000000-0000-0000-0000-000000000000}"/>
          </ac:picMkLst>
        </pc:picChg>
      </pc:sldChg>
      <pc:sldChg chg="modSp add del mod">
        <pc:chgData name="Kamrul Hasan Tuhin" userId="aec6d48cf2952fdc" providerId="LiveId" clId="{6E50DC9F-D9F8-4471-A9E1-1F951F44F7B9}" dt="2026-01-14T04:55:45.841" v="132" actId="47"/>
        <pc:sldMkLst>
          <pc:docMk/>
          <pc:sldMk cId="3885343483" sldId="524"/>
        </pc:sldMkLst>
        <pc:picChg chg="mod">
          <ac:chgData name="Kamrul Hasan Tuhin" userId="aec6d48cf2952fdc" providerId="LiveId" clId="{6E50DC9F-D9F8-4471-A9E1-1F951F44F7B9}" dt="2026-01-14T04:54:10.410" v="131"/>
          <ac:picMkLst>
            <pc:docMk/>
            <pc:sldMk cId="3885343483" sldId="524"/>
            <ac:picMk id="3" creationId="{00000000-0000-0000-0000-000000000000}"/>
          </ac:picMkLst>
        </pc:picChg>
      </pc:sldChg>
      <pc:sldChg chg="add del">
        <pc:chgData name="Kamrul Hasan Tuhin" userId="aec6d48cf2952fdc" providerId="LiveId" clId="{6E50DC9F-D9F8-4471-A9E1-1F951F44F7B9}" dt="2026-01-14T04:55:45.841" v="132" actId="47"/>
        <pc:sldMkLst>
          <pc:docMk/>
          <pc:sldMk cId="1459314423" sldId="525"/>
        </pc:sldMkLst>
      </pc:sldChg>
      <pc:sldChg chg="add del">
        <pc:chgData name="Kamrul Hasan Tuhin" userId="aec6d48cf2952fdc" providerId="LiveId" clId="{6E50DC9F-D9F8-4471-A9E1-1F951F44F7B9}" dt="2026-01-14T04:55:45.841" v="132" actId="47"/>
        <pc:sldMkLst>
          <pc:docMk/>
          <pc:sldMk cId="1671594685" sldId="526"/>
        </pc:sldMkLst>
      </pc:sldChg>
      <pc:sldChg chg="add del">
        <pc:chgData name="Kamrul Hasan Tuhin" userId="aec6d48cf2952fdc" providerId="LiveId" clId="{6E50DC9F-D9F8-4471-A9E1-1F951F44F7B9}" dt="2026-01-14T04:55:45.841" v="132" actId="47"/>
        <pc:sldMkLst>
          <pc:docMk/>
          <pc:sldMk cId="950736238" sldId="527"/>
        </pc:sldMkLst>
      </pc:sldChg>
      <pc:sldChg chg="add del">
        <pc:chgData name="Kamrul Hasan Tuhin" userId="aec6d48cf2952fdc" providerId="LiveId" clId="{6E50DC9F-D9F8-4471-A9E1-1F951F44F7B9}" dt="2026-01-14T04:55:45.841" v="132" actId="47"/>
        <pc:sldMkLst>
          <pc:docMk/>
          <pc:sldMk cId="3753678063" sldId="528"/>
        </pc:sldMkLst>
      </pc:sldChg>
      <pc:sldChg chg="add del">
        <pc:chgData name="Kamrul Hasan Tuhin" userId="aec6d48cf2952fdc" providerId="LiveId" clId="{6E50DC9F-D9F8-4471-A9E1-1F951F44F7B9}" dt="2026-01-14T04:55:45.841" v="132" actId="47"/>
        <pc:sldMkLst>
          <pc:docMk/>
          <pc:sldMk cId="24462854" sldId="529"/>
        </pc:sldMkLst>
      </pc:sldChg>
      <pc:sldChg chg="add del">
        <pc:chgData name="Kamrul Hasan Tuhin" userId="aec6d48cf2952fdc" providerId="LiveId" clId="{6E50DC9F-D9F8-4471-A9E1-1F951F44F7B9}" dt="2026-01-14T04:55:45.841" v="132" actId="47"/>
        <pc:sldMkLst>
          <pc:docMk/>
          <pc:sldMk cId="877809766" sldId="530"/>
        </pc:sldMkLst>
      </pc:sldChg>
      <pc:sldChg chg="add del">
        <pc:chgData name="Kamrul Hasan Tuhin" userId="aec6d48cf2952fdc" providerId="LiveId" clId="{6E50DC9F-D9F8-4471-A9E1-1F951F44F7B9}" dt="2026-01-14T04:55:45.841" v="132" actId="47"/>
        <pc:sldMkLst>
          <pc:docMk/>
          <pc:sldMk cId="125732117" sldId="531"/>
        </pc:sldMkLst>
      </pc:sldChg>
      <pc:sldChg chg="addSp delSp modSp add mod">
        <pc:chgData name="Kamrul Hasan Tuhin" userId="aec6d48cf2952fdc" providerId="LiveId" clId="{6E50DC9F-D9F8-4471-A9E1-1F951F44F7B9}" dt="2026-01-14T04:56:40.100" v="144" actId="164"/>
        <pc:sldMkLst>
          <pc:docMk/>
          <pc:sldMk cId="3722014945" sldId="532"/>
        </pc:sldMkLst>
        <pc:grpChg chg="add mod">
          <ac:chgData name="Kamrul Hasan Tuhin" userId="aec6d48cf2952fdc" providerId="LiveId" clId="{6E50DC9F-D9F8-4471-A9E1-1F951F44F7B9}" dt="2026-01-14T04:56:40.100" v="144" actId="164"/>
          <ac:grpSpMkLst>
            <pc:docMk/>
            <pc:sldMk cId="3722014945" sldId="532"/>
            <ac:grpSpMk id="2" creationId="{E6F9E7B3-3F13-C863-736F-C8BE98090DCB}"/>
          </ac:grpSpMkLst>
        </pc:grpChg>
        <pc:grpChg chg="del">
          <ac:chgData name="Kamrul Hasan Tuhin" userId="aec6d48cf2952fdc" providerId="LiveId" clId="{6E50DC9F-D9F8-4471-A9E1-1F951F44F7B9}" dt="2026-01-14T04:56:23.665" v="135" actId="478"/>
          <ac:grpSpMkLst>
            <pc:docMk/>
            <pc:sldMk cId="3722014945" sldId="532"/>
            <ac:grpSpMk id="12" creationId="{84957B18-8D4C-A638-B395-6998DC960751}"/>
          </ac:grpSpMkLst>
        </pc:grpChg>
        <pc:picChg chg="mod">
          <ac:chgData name="Kamrul Hasan Tuhin" userId="aec6d48cf2952fdc" providerId="LiveId" clId="{6E50DC9F-D9F8-4471-A9E1-1F951F44F7B9}" dt="2026-01-14T04:56:40.100" v="144" actId="164"/>
          <ac:picMkLst>
            <pc:docMk/>
            <pc:sldMk cId="3722014945" sldId="532"/>
            <ac:picMk id="5" creationId="{4E725976-F58A-4A62-0CAE-59FB365FB8A1}"/>
          </ac:picMkLst>
        </pc:picChg>
        <pc:picChg chg="mod">
          <ac:chgData name="Kamrul Hasan Tuhin" userId="aec6d48cf2952fdc" providerId="LiveId" clId="{6E50DC9F-D9F8-4471-A9E1-1F951F44F7B9}" dt="2026-01-14T04:56:40.100" v="144" actId="164"/>
          <ac:picMkLst>
            <pc:docMk/>
            <pc:sldMk cId="3722014945" sldId="532"/>
            <ac:picMk id="7" creationId="{C5AE0415-A424-076E-62C2-5F17FAB4AA4E}"/>
          </ac:picMkLst>
        </pc:picChg>
      </pc:sldChg>
      <pc:sldChg chg="modSp add mod">
        <pc:chgData name="Kamrul Hasan Tuhin" userId="aec6d48cf2952fdc" providerId="LiveId" clId="{6E50DC9F-D9F8-4471-A9E1-1F951F44F7B9}" dt="2026-01-14T04:57:56.728" v="157" actId="1076"/>
        <pc:sldMkLst>
          <pc:docMk/>
          <pc:sldMk cId="3544521682" sldId="533"/>
        </pc:sldMkLst>
        <pc:picChg chg="mod">
          <ac:chgData name="Kamrul Hasan Tuhin" userId="aec6d48cf2952fdc" providerId="LiveId" clId="{6E50DC9F-D9F8-4471-A9E1-1F951F44F7B9}" dt="2026-01-14T04:57:56.728" v="157" actId="1076"/>
          <ac:picMkLst>
            <pc:docMk/>
            <pc:sldMk cId="3544521682" sldId="533"/>
            <ac:picMk id="3" creationId="{A5D31CCE-6C3D-4A93-47A2-5623AE8FEEA0}"/>
          </ac:picMkLst>
        </pc:picChg>
      </pc:sldChg>
      <pc:sldChg chg="add">
        <pc:chgData name="Kamrul Hasan Tuhin" userId="aec6d48cf2952fdc" providerId="LiveId" clId="{6E50DC9F-D9F8-4471-A9E1-1F951F44F7B9}" dt="2026-01-14T04:26:52.256" v="0"/>
        <pc:sldMkLst>
          <pc:docMk/>
          <pc:sldMk cId="1838416648" sldId="534"/>
        </pc:sldMkLst>
      </pc:sldChg>
      <pc:sldChg chg="add">
        <pc:chgData name="Kamrul Hasan Tuhin" userId="aec6d48cf2952fdc" providerId="LiveId" clId="{6E50DC9F-D9F8-4471-A9E1-1F951F44F7B9}" dt="2026-01-14T04:26:52.256" v="0"/>
        <pc:sldMkLst>
          <pc:docMk/>
          <pc:sldMk cId="3387832323" sldId="535"/>
        </pc:sldMkLst>
      </pc:sldChg>
      <pc:sldChg chg="add">
        <pc:chgData name="Kamrul Hasan Tuhin" userId="aec6d48cf2952fdc" providerId="LiveId" clId="{6E50DC9F-D9F8-4471-A9E1-1F951F44F7B9}" dt="2026-01-14T04:26:52.256" v="0"/>
        <pc:sldMkLst>
          <pc:docMk/>
          <pc:sldMk cId="1458741594" sldId="536"/>
        </pc:sldMkLst>
      </pc:sldChg>
      <pc:sldChg chg="add">
        <pc:chgData name="Kamrul Hasan Tuhin" userId="aec6d48cf2952fdc" providerId="LiveId" clId="{6E50DC9F-D9F8-4471-A9E1-1F951F44F7B9}" dt="2026-01-14T04:26:52.256" v="0"/>
        <pc:sldMkLst>
          <pc:docMk/>
          <pc:sldMk cId="1679037573" sldId="537"/>
        </pc:sldMkLst>
      </pc:sldChg>
      <pc:sldChg chg="add">
        <pc:chgData name="Kamrul Hasan Tuhin" userId="aec6d48cf2952fdc" providerId="LiveId" clId="{6E50DC9F-D9F8-4471-A9E1-1F951F44F7B9}" dt="2026-01-14T04:26:52.256" v="0"/>
        <pc:sldMkLst>
          <pc:docMk/>
          <pc:sldMk cId="968150454" sldId="538"/>
        </pc:sldMkLst>
      </pc:sldChg>
      <pc:sldChg chg="add">
        <pc:chgData name="Kamrul Hasan Tuhin" userId="aec6d48cf2952fdc" providerId="LiveId" clId="{6E50DC9F-D9F8-4471-A9E1-1F951F44F7B9}" dt="2026-01-14T04:26:52.256" v="0"/>
        <pc:sldMkLst>
          <pc:docMk/>
          <pc:sldMk cId="2985869565" sldId="539"/>
        </pc:sldMkLst>
      </pc:sldChg>
      <pc:sldChg chg="delSp modSp add mod">
        <pc:chgData name="Kamrul Hasan Tuhin" userId="aec6d48cf2952fdc" providerId="LiveId" clId="{6E50DC9F-D9F8-4471-A9E1-1F951F44F7B9}" dt="2026-01-14T04:27:48.963" v="8" actId="1076"/>
        <pc:sldMkLst>
          <pc:docMk/>
          <pc:sldMk cId="258034784" sldId="540"/>
        </pc:sldMkLst>
        <pc:picChg chg="del">
          <ac:chgData name="Kamrul Hasan Tuhin" userId="aec6d48cf2952fdc" providerId="LiveId" clId="{6E50DC9F-D9F8-4471-A9E1-1F951F44F7B9}" dt="2026-01-14T04:27:37.048" v="3" actId="478"/>
          <ac:picMkLst>
            <pc:docMk/>
            <pc:sldMk cId="258034784" sldId="540"/>
            <ac:picMk id="2" creationId="{F255F0EA-B8D6-7329-D414-072DB5B55D5C}"/>
          </ac:picMkLst>
        </pc:picChg>
        <pc:picChg chg="mod">
          <ac:chgData name="Kamrul Hasan Tuhin" userId="aec6d48cf2952fdc" providerId="LiveId" clId="{6E50DC9F-D9F8-4471-A9E1-1F951F44F7B9}" dt="2026-01-14T04:27:48.963" v="8" actId="1076"/>
          <ac:picMkLst>
            <pc:docMk/>
            <pc:sldMk cId="258034784" sldId="540"/>
            <ac:picMk id="6" creationId="{0BF985D8-1879-D5B3-1BA9-765D032DD3EF}"/>
          </ac:picMkLst>
        </pc:picChg>
      </pc:sldChg>
      <pc:sldChg chg="delSp modSp add mod">
        <pc:chgData name="Kamrul Hasan Tuhin" userId="aec6d48cf2952fdc" providerId="LiveId" clId="{6E50DC9F-D9F8-4471-A9E1-1F951F44F7B9}" dt="2026-01-14T04:29:12.849" v="18" actId="1076"/>
        <pc:sldMkLst>
          <pc:docMk/>
          <pc:sldMk cId="3761150405" sldId="541"/>
        </pc:sldMkLst>
        <pc:picChg chg="del">
          <ac:chgData name="Kamrul Hasan Tuhin" userId="aec6d48cf2952fdc" providerId="LiveId" clId="{6E50DC9F-D9F8-4471-A9E1-1F951F44F7B9}" dt="2026-01-14T04:28:58.897" v="11" actId="478"/>
          <ac:picMkLst>
            <pc:docMk/>
            <pc:sldMk cId="3761150405" sldId="541"/>
            <ac:picMk id="3" creationId="{90F8256D-6D81-6C27-A5FF-93E6D4FDFDEC}"/>
          </ac:picMkLst>
        </pc:picChg>
        <pc:picChg chg="mod">
          <ac:chgData name="Kamrul Hasan Tuhin" userId="aec6d48cf2952fdc" providerId="LiveId" clId="{6E50DC9F-D9F8-4471-A9E1-1F951F44F7B9}" dt="2026-01-14T04:29:12.849" v="18" actId="1076"/>
          <ac:picMkLst>
            <pc:docMk/>
            <pc:sldMk cId="3761150405" sldId="541"/>
            <ac:picMk id="4" creationId="{73C8C686-31FE-A187-256B-AB2A8363BAD4}"/>
          </ac:picMkLst>
        </pc:picChg>
      </pc:sldChg>
      <pc:sldChg chg="delSp modSp add mod">
        <pc:chgData name="Kamrul Hasan Tuhin" userId="aec6d48cf2952fdc" providerId="LiveId" clId="{6E50DC9F-D9F8-4471-A9E1-1F951F44F7B9}" dt="2026-01-14T04:32:42.112" v="31" actId="14100"/>
        <pc:sldMkLst>
          <pc:docMk/>
          <pc:sldMk cId="542172063" sldId="542"/>
        </pc:sldMkLst>
        <pc:picChg chg="del">
          <ac:chgData name="Kamrul Hasan Tuhin" userId="aec6d48cf2952fdc" providerId="LiveId" clId="{6E50DC9F-D9F8-4471-A9E1-1F951F44F7B9}" dt="2026-01-14T04:29:21.544" v="21" actId="478"/>
          <ac:picMkLst>
            <pc:docMk/>
            <pc:sldMk cId="542172063" sldId="542"/>
            <ac:picMk id="2" creationId="{68362F29-47AB-3EAD-55A2-2A4F1869E895}"/>
          </ac:picMkLst>
        </pc:picChg>
        <pc:picChg chg="mod">
          <ac:chgData name="Kamrul Hasan Tuhin" userId="aec6d48cf2952fdc" providerId="LiveId" clId="{6E50DC9F-D9F8-4471-A9E1-1F951F44F7B9}" dt="2026-01-14T04:32:42.112" v="31" actId="14100"/>
          <ac:picMkLst>
            <pc:docMk/>
            <pc:sldMk cId="542172063" sldId="542"/>
            <ac:picMk id="5" creationId="{3EF230D7-D0A2-4257-6B34-7FE186AAB877}"/>
          </ac:picMkLst>
        </pc:picChg>
      </pc:sldChg>
      <pc:sldChg chg="delSp modSp add mod">
        <pc:chgData name="Kamrul Hasan Tuhin" userId="aec6d48cf2952fdc" providerId="LiveId" clId="{6E50DC9F-D9F8-4471-A9E1-1F951F44F7B9}" dt="2026-01-14T04:34:41.427" v="41" actId="1076"/>
        <pc:sldMkLst>
          <pc:docMk/>
          <pc:sldMk cId="3543837155" sldId="543"/>
        </pc:sldMkLst>
        <pc:picChg chg="del">
          <ac:chgData name="Kamrul Hasan Tuhin" userId="aec6d48cf2952fdc" providerId="LiveId" clId="{6E50DC9F-D9F8-4471-A9E1-1F951F44F7B9}" dt="2026-01-14T04:34:36.534" v="38" actId="478"/>
          <ac:picMkLst>
            <pc:docMk/>
            <pc:sldMk cId="3543837155" sldId="543"/>
            <ac:picMk id="3" creationId="{B2C0E7FD-37F7-29BD-0AF7-96BAD8E95417}"/>
          </ac:picMkLst>
        </pc:picChg>
        <pc:picChg chg="mod">
          <ac:chgData name="Kamrul Hasan Tuhin" userId="aec6d48cf2952fdc" providerId="LiveId" clId="{6E50DC9F-D9F8-4471-A9E1-1F951F44F7B9}" dt="2026-01-14T04:34:41.427" v="41" actId="1076"/>
          <ac:picMkLst>
            <pc:docMk/>
            <pc:sldMk cId="3543837155" sldId="543"/>
            <ac:picMk id="4" creationId="{8264855C-0F14-7F1A-254F-8FEEE18A5767}"/>
          </ac:picMkLst>
        </pc:picChg>
      </pc:sldChg>
      <pc:sldChg chg="delSp modSp add mod">
        <pc:chgData name="Kamrul Hasan Tuhin" userId="aec6d48cf2952fdc" providerId="LiveId" clId="{6E50DC9F-D9F8-4471-A9E1-1F951F44F7B9}" dt="2026-01-14T04:36:26.299" v="59" actId="14100"/>
        <pc:sldMkLst>
          <pc:docMk/>
          <pc:sldMk cId="2249958877" sldId="544"/>
        </pc:sldMkLst>
        <pc:grpChg chg="mod">
          <ac:chgData name="Kamrul Hasan Tuhin" userId="aec6d48cf2952fdc" providerId="LiveId" clId="{6E50DC9F-D9F8-4471-A9E1-1F951F44F7B9}" dt="2026-01-14T04:36:26.299" v="59" actId="14100"/>
          <ac:grpSpMkLst>
            <pc:docMk/>
            <pc:sldMk cId="2249958877" sldId="544"/>
            <ac:grpSpMk id="7" creationId="{FD0DA12C-77F3-37E5-7CFE-78D12AB520BE}"/>
          </ac:grpSpMkLst>
        </pc:grpChg>
        <pc:picChg chg="del">
          <ac:chgData name="Kamrul Hasan Tuhin" userId="aec6d48cf2952fdc" providerId="LiveId" clId="{6E50DC9F-D9F8-4471-A9E1-1F951F44F7B9}" dt="2026-01-14T04:35:27.672" v="48" actId="478"/>
          <ac:picMkLst>
            <pc:docMk/>
            <pc:sldMk cId="2249958877" sldId="544"/>
            <ac:picMk id="2" creationId="{4670ED10-DAE9-C01A-2A02-A459CD94F664}"/>
          </ac:picMkLst>
        </pc:picChg>
      </pc:sldChg>
      <pc:sldChg chg="addSp delSp modSp add mod">
        <pc:chgData name="Kamrul Hasan Tuhin" userId="aec6d48cf2952fdc" providerId="LiveId" clId="{6E50DC9F-D9F8-4471-A9E1-1F951F44F7B9}" dt="2026-01-14T04:49:06.399" v="95" actId="14100"/>
        <pc:sldMkLst>
          <pc:docMk/>
          <pc:sldMk cId="2868810570" sldId="545"/>
        </pc:sldMkLst>
        <pc:grpChg chg="del mod">
          <ac:chgData name="Kamrul Hasan Tuhin" userId="aec6d48cf2952fdc" providerId="LiveId" clId="{6E50DC9F-D9F8-4471-A9E1-1F951F44F7B9}" dt="2026-01-14T04:47:30.666" v="86" actId="21"/>
          <ac:grpSpMkLst>
            <pc:docMk/>
            <pc:sldMk cId="2868810570" sldId="545"/>
            <ac:grpSpMk id="6" creationId="{94CAA2DA-32B9-60C8-9BE6-2C151A6587EA}"/>
          </ac:grpSpMkLst>
        </pc:grpChg>
        <pc:picChg chg="del">
          <ac:chgData name="Kamrul Hasan Tuhin" userId="aec6d48cf2952fdc" providerId="LiveId" clId="{6E50DC9F-D9F8-4471-A9E1-1F951F44F7B9}" dt="2026-01-14T04:47:20.353" v="81" actId="478"/>
          <ac:picMkLst>
            <pc:docMk/>
            <pc:sldMk cId="2868810570" sldId="545"/>
            <ac:picMk id="2" creationId="{5C2111FB-3B20-D7EE-1951-FACAA8363604}"/>
          </ac:picMkLst>
        </pc:picChg>
        <pc:picChg chg="add mod">
          <ac:chgData name="Kamrul Hasan Tuhin" userId="aec6d48cf2952fdc" providerId="LiveId" clId="{6E50DC9F-D9F8-4471-A9E1-1F951F44F7B9}" dt="2026-01-14T04:49:06.399" v="95" actId="14100"/>
          <ac:picMkLst>
            <pc:docMk/>
            <pc:sldMk cId="2868810570" sldId="545"/>
            <ac:picMk id="3" creationId="{C8F7E05C-08EA-7855-8BB0-7048EE7FDCCA}"/>
          </ac:picMkLst>
        </pc:picChg>
        <pc:picChg chg="del topLvl">
          <ac:chgData name="Kamrul Hasan Tuhin" userId="aec6d48cf2952fdc" providerId="LiveId" clId="{6E50DC9F-D9F8-4471-A9E1-1F951F44F7B9}" dt="2026-01-14T04:47:30.666" v="86" actId="21"/>
          <ac:picMkLst>
            <pc:docMk/>
            <pc:sldMk cId="2868810570" sldId="545"/>
            <ac:picMk id="4" creationId="{C8F7E05C-08EA-7855-8BB0-7048EE7FDCCA}"/>
          </ac:picMkLst>
        </pc:picChg>
        <pc:picChg chg="topLvl">
          <ac:chgData name="Kamrul Hasan Tuhin" userId="aec6d48cf2952fdc" providerId="LiveId" clId="{6E50DC9F-D9F8-4471-A9E1-1F951F44F7B9}" dt="2026-01-14T04:47:30.666" v="86" actId="21"/>
          <ac:picMkLst>
            <pc:docMk/>
            <pc:sldMk cId="2868810570" sldId="545"/>
            <ac:picMk id="5" creationId="{F9FD3053-4A67-9F65-3665-A022365A6B85}"/>
          </ac:picMkLst>
        </pc:picChg>
      </pc:sldChg>
      <pc:sldChg chg="delSp modSp add mod">
        <pc:chgData name="Kamrul Hasan Tuhin" userId="aec6d48cf2952fdc" providerId="LiveId" clId="{6E50DC9F-D9F8-4471-A9E1-1F951F44F7B9}" dt="2026-01-14T04:50:18.840" v="102" actId="1076"/>
        <pc:sldMkLst>
          <pc:docMk/>
          <pc:sldMk cId="1746724172" sldId="546"/>
        </pc:sldMkLst>
        <pc:picChg chg="del">
          <ac:chgData name="Kamrul Hasan Tuhin" userId="aec6d48cf2952fdc" providerId="LiveId" clId="{6E50DC9F-D9F8-4471-A9E1-1F951F44F7B9}" dt="2026-01-14T04:50:11.405" v="97" actId="478"/>
          <ac:picMkLst>
            <pc:docMk/>
            <pc:sldMk cId="1746724172" sldId="546"/>
            <ac:picMk id="3" creationId="{F8065BEB-5BA3-00EB-B301-EF7916847207}"/>
          </ac:picMkLst>
        </pc:picChg>
        <pc:picChg chg="mod">
          <ac:chgData name="Kamrul Hasan Tuhin" userId="aec6d48cf2952fdc" providerId="LiveId" clId="{6E50DC9F-D9F8-4471-A9E1-1F951F44F7B9}" dt="2026-01-14T04:50:18.840" v="102" actId="1076"/>
          <ac:picMkLst>
            <pc:docMk/>
            <pc:sldMk cId="1746724172" sldId="546"/>
            <ac:picMk id="6" creationId="{0DB30A90-80F9-41C4-5AA2-E9F12F57C6A8}"/>
          </ac:picMkLst>
        </pc:picChg>
      </pc:sldChg>
      <pc:sldChg chg="delSp modSp add mod">
        <pc:chgData name="Kamrul Hasan Tuhin" userId="aec6d48cf2952fdc" providerId="LiveId" clId="{6E50DC9F-D9F8-4471-A9E1-1F951F44F7B9}" dt="2026-01-14T04:51:17.499" v="113" actId="1076"/>
        <pc:sldMkLst>
          <pc:docMk/>
          <pc:sldMk cId="2206907556" sldId="547"/>
        </pc:sldMkLst>
        <pc:picChg chg="del">
          <ac:chgData name="Kamrul Hasan Tuhin" userId="aec6d48cf2952fdc" providerId="LiveId" clId="{6E50DC9F-D9F8-4471-A9E1-1F951F44F7B9}" dt="2026-01-14T04:51:10.576" v="108" actId="478"/>
          <ac:picMkLst>
            <pc:docMk/>
            <pc:sldMk cId="2206907556" sldId="547"/>
            <ac:picMk id="2" creationId="{FD957EA3-122C-50C7-19D8-632613A41E14}"/>
          </ac:picMkLst>
        </pc:picChg>
        <pc:picChg chg="mod">
          <ac:chgData name="Kamrul Hasan Tuhin" userId="aec6d48cf2952fdc" providerId="LiveId" clId="{6E50DC9F-D9F8-4471-A9E1-1F951F44F7B9}" dt="2026-01-14T04:51:17.499" v="113" actId="1076"/>
          <ac:picMkLst>
            <pc:docMk/>
            <pc:sldMk cId="2206907556" sldId="547"/>
            <ac:picMk id="4" creationId="{09DF017F-8DC9-BDAA-EE87-F716A3745824}"/>
          </ac:picMkLst>
        </pc:picChg>
      </pc:sldChg>
      <pc:sldChg chg="delSp modSp add mod">
        <pc:chgData name="Kamrul Hasan Tuhin" userId="aec6d48cf2952fdc" providerId="LiveId" clId="{6E50DC9F-D9F8-4471-A9E1-1F951F44F7B9}" dt="2026-01-14T04:52:17.307" v="125" actId="1076"/>
        <pc:sldMkLst>
          <pc:docMk/>
          <pc:sldMk cId="493959711" sldId="548"/>
        </pc:sldMkLst>
        <pc:picChg chg="del">
          <ac:chgData name="Kamrul Hasan Tuhin" userId="aec6d48cf2952fdc" providerId="LiveId" clId="{6E50DC9F-D9F8-4471-A9E1-1F951F44F7B9}" dt="2026-01-14T04:51:52.416" v="121" actId="478"/>
          <ac:picMkLst>
            <pc:docMk/>
            <pc:sldMk cId="493959711" sldId="548"/>
            <ac:picMk id="3" creationId="{8EA48204-7325-C88D-E50E-C9FF079E3605}"/>
          </ac:picMkLst>
        </pc:picChg>
        <pc:picChg chg="mod">
          <ac:chgData name="Kamrul Hasan Tuhin" userId="aec6d48cf2952fdc" providerId="LiveId" clId="{6E50DC9F-D9F8-4471-A9E1-1F951F44F7B9}" dt="2026-01-14T04:52:17.307" v="125" actId="1076"/>
          <ac:picMkLst>
            <pc:docMk/>
            <pc:sldMk cId="493959711" sldId="548"/>
            <ac:picMk id="5" creationId="{319B3D2C-0B53-90CB-908D-E2448B34E176}"/>
          </ac:picMkLst>
        </pc:picChg>
      </pc:sldChg>
      <pc:sldChg chg="delSp modSp add mod">
        <pc:chgData name="Kamrul Hasan Tuhin" userId="aec6d48cf2952fdc" providerId="LiveId" clId="{6E50DC9F-D9F8-4471-A9E1-1F951F44F7B9}" dt="2026-01-14T04:57:19.282" v="153" actId="1076"/>
        <pc:sldMkLst>
          <pc:docMk/>
          <pc:sldMk cId="1196579761" sldId="549"/>
        </pc:sldMkLst>
        <pc:grpChg chg="mod">
          <ac:chgData name="Kamrul Hasan Tuhin" userId="aec6d48cf2952fdc" providerId="LiveId" clId="{6E50DC9F-D9F8-4471-A9E1-1F951F44F7B9}" dt="2026-01-14T04:57:19.282" v="153" actId="1076"/>
          <ac:grpSpMkLst>
            <pc:docMk/>
            <pc:sldMk cId="1196579761" sldId="549"/>
            <ac:grpSpMk id="12" creationId="{78E84BE1-0B1D-C766-1BF5-BAB854BE4438}"/>
          </ac:grpSpMkLst>
        </pc:grpChg>
        <pc:picChg chg="del">
          <ac:chgData name="Kamrul Hasan Tuhin" userId="aec6d48cf2952fdc" providerId="LiveId" clId="{6E50DC9F-D9F8-4471-A9E1-1F951F44F7B9}" dt="2026-01-14T04:56:53.135" v="146" actId="478"/>
          <ac:picMkLst>
            <pc:docMk/>
            <pc:sldMk cId="1196579761" sldId="549"/>
            <ac:picMk id="5" creationId="{F10555A3-D95A-40A8-FC11-816364949DCB}"/>
          </ac:picMkLst>
        </pc:picChg>
        <pc:picChg chg="del">
          <ac:chgData name="Kamrul Hasan Tuhin" userId="aec6d48cf2952fdc" providerId="LiveId" clId="{6E50DC9F-D9F8-4471-A9E1-1F951F44F7B9}" dt="2026-01-14T04:56:52.631" v="145" actId="478"/>
          <ac:picMkLst>
            <pc:docMk/>
            <pc:sldMk cId="1196579761" sldId="549"/>
            <ac:picMk id="7" creationId="{03D8ED08-C9D5-85AD-38B5-F39113283395}"/>
          </ac:picMkLst>
        </pc:picChg>
        <pc:picChg chg="mod">
          <ac:chgData name="Kamrul Hasan Tuhin" userId="aec6d48cf2952fdc" providerId="LiveId" clId="{6E50DC9F-D9F8-4471-A9E1-1F951F44F7B9}" dt="2026-01-14T04:57:17.522" v="152" actId="1076"/>
          <ac:picMkLst>
            <pc:docMk/>
            <pc:sldMk cId="1196579761" sldId="549"/>
            <ac:picMk id="9" creationId="{690873D5-3436-9494-7ECF-B2B08E72B74F}"/>
          </ac:picMkLst>
        </pc:picChg>
        <pc:picChg chg="mod">
          <ac:chgData name="Kamrul Hasan Tuhin" userId="aec6d48cf2952fdc" providerId="LiveId" clId="{6E50DC9F-D9F8-4471-A9E1-1F951F44F7B9}" dt="2026-01-14T04:57:16.583" v="151" actId="1076"/>
          <ac:picMkLst>
            <pc:docMk/>
            <pc:sldMk cId="1196579761" sldId="549"/>
            <ac:picMk id="11" creationId="{33131E35-0E3D-0F7E-684B-F7D76B4B6F90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1T11:45:26.7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0,'34'2,"0"1,-1 2,37 10,57 8,-27-9,-53-7,68 2,-54-9,109 14,75 33,141 18,-303-55,122 6,316-17,-487 4,1 0,-1 3,0 1,37 12,51 11,-59-18,69 10,25 1,-82-11,127 5,608-18,-740-3,0-3,86-20,25-3,-120 20,72-21,27-5,-79 22,50-7,40-4,28-1,-116 15,-35 5,54-2,946 9,-1016-1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1T11:45:33.4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1 232,'4'0,"1"-1,0 0,0 0,-1 0,9-3,11-3,92-18,-68 13,1 2,0 3,53-2,832 8,-405 3,-468 1,120 19,-37 13,24 4,-45-24,211-1,-179-14,297-16,-386 4,0-2,0-4,75-31,46-12,-155 51,0 3,0 0,0 2,43-1,1037 8,-1040 1,109 19,-111-10,116 2,115-2,9 1,126-14,-411 3,1 1,-1 1,0 1,26 9,29 5,-11-6,0-4,131 0,448-10,-610 3,1 2,64 15,11 1,-78-14,56 18,25 3,-21-14,159 0,640-14,-849-1,0-2,64-14,-21-2,-50 9,0 3,1 1,41-1,409 7,-217 3,-136 0,154-4,-241-4,94-25,-97 19,1 2,65-5,358 11,-242 7,4032-3,-4220-2,50-9,-6 1,-46 5,0-2,70-23,39-7,-105 30,267-35,-284 39,0-2,45-13,-46 10,1 1,42-5,223 9,-149 6,1975-3,-2092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1T19:21:14.4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1280 1173,'37'-1,"53"-10,23-1,449 9,-287 5,-251 0,1 1,0 1,-1 1,0 1,30 12,56 13,118 4,84 19,-201-31,0-4,149 5,230-19,-310-6,-120 5,1 2,-2 3,90 25,-91-19,2-2,0-3,91 4,375-17,-464-1,0-3,-1-2,118-35,67-11,-83 36,193 3,-135 4,-8 0,433 13,-633-2,0 0,0-1,0-1,-1 0,1 0,16-8,0-1,40-24,-67 35,0 0,0 0,0 0,0 0,0-1,0 1,0-1,0 1,-1-1,1 0,-1 1,1-1,-1 0,1 0,-1 0,0 0,1-3,-2 3,-1 1,1-1,-1 1,1-1,-1 1,0-1,1 1,-1-1,0 1,0 0,0-1,0 1,0 0,0 0,-1-1,1 1,0 0,-1 1,1-1,0 0,-1 0,1 0,-1 1,1-1,-1 1,-1-1,-40-15,-1 1,-1 3,1 1,-61-6,5 1,-328-60,350 68,0 3,-107 7,49 1,68-7,1-3,0-3,-112-32,103 22,-1 3,-92-7,-280 18,268 9,-220-24,245-2,66 9,-1 3,-92 1,-684 13,515-4,261 5,-105 18,107-9,-119 1,26-13,-163-4,108-27,103 10,-226-42,52 7,269 49,1-2,1-2,-1-1,2-1,-66-33,37 14,37 18,1 0,-27-19,-124-100,-52-35,206 153,1 0,-31-23,49 33,1 0,-1 0,1 0,0-1,0 1,0-1,1 0,0 0,0 0,0-1,0 1,-1-7,3 11,1-1,0 1,0 0,0 0,0-1,0 1,0 0,0 0,1-1,-1 1,0 0,1 0,-1 0,1 0,-1-1,1 1,-1 0,1 0,0 0,0 0,0 0,-1 0,1 0,0 1,0-1,0 0,0 0,0 1,1-1,-1 1,0-1,0 1,2-1,6-2,-1 0,1 1,15-2,-18 3,86-9,2 4,105 7,-77 1,47 5,-1 7,0 8,276 71,112 39,-510-124,-1-2,1-2,0-2,69-6,-4 1,227-23,-35 1,18 26,81-2,-374 0,-1-2,1-1,-1-1,0-2,37-13,-14 4,1 2,1 3,102-10,-12-3,-93 14,79-6,0 3,12-1,218 14,-167 1,-161 0,51 8,-47-3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1:49:18.0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571 0 24575,'-6'1'0,"-1"0"0,1 0 0,0 0 0,0 0 0,0 1 0,0 0 0,0 1 0,0-1 0,1 1 0,-1 0 0,1 0 0,0 1 0,0 0 0,-6 4 0,-8 10 0,1 0 0,-18 25 0,10-12 0,11-13 0,1 1 0,1 0 0,1 1 0,0 0 0,-15 41 0,-31 116 0,36-100 0,7-26 0,6-18 0,-2-1 0,0 0 0,-26 49 0,12-32-4,-33 90-1,30-66-1351,16-43-5470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1:49:19.8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24575,'1'3'0,"0"-1"0,-1 0 0,2 0 0,-1 0 0,0 1 0,0-1 0,1 0 0,-1-1 0,1 1 0,-1 0 0,1 0 0,3 2 0,5 7 0,-4-3 0,-1 1 0,0-1 0,-1 1 0,1 0 0,-2 1 0,1-1 0,-1 1 0,2 11 0,-1 8 0,1 44 0,-4-48 0,-1-21 0,0 1 0,1-1 0,-1 0 0,1 0 0,-1 0 0,1 0 0,1 0 0,-1 0 0,0-1 0,1 1 0,0 0 0,0-1 0,0 1 0,0-1 0,4 5 0,-3-6 0,-1-1 0,1 1 0,0 0 0,-1-1 0,1 0 0,0 0 0,0 0 0,0 0 0,0 0 0,0 0 0,0-1 0,0 0 0,0 1 0,0-1 0,0 0 0,0 0 0,0-1 0,0 1 0,0-1 0,0 1 0,3-2 0,18-6-170,-1 0-1,0-1 0,0-2 1,-1 0-1,0-1 0,-1-1 1,21-18-1,-11 8-6655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1:49:22.2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1 806 24575,'0'1'0,"0"-1"0,0 1 0,0-1 0,0 1 0,0 0 0,0-1 0,1 1 0,-1-1 0,0 1 0,0-1 0,1 1 0,-1-1 0,0 1 0,1-1 0,-1 1 0,0-1 0,1 1 0,-1-1 0,1 1 0,-1-1 0,0 0 0,1 1 0,-1-1 0,1 0 0,0 0 0,-1 1 0,1-1 0,-1 0 0,1 0 0,-1 0 0,1 1 0,-1-1 0,1 0 0,0 0 0,-1 0 0,1 0 0,0 0 0,23-4 0,1-4 0,-2-2 0,1 0 0,-2-2 0,36-22 0,81-70 0,-43 29 0,96-50 0,-69 50 0,114-63 0,-29 33 0,-173 86-455,-1-1 0,44-37 0,-48 34-6371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1:49:24.0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241 0 24575,'-1'7'0,"0"0"0,0 0 0,0 0 0,-1 0 0,0 0 0,-1 0 0,1-1 0,-6 9 0,-30 49 0,35-59 0,-67 86 0,51-70 0,1 2 0,1 0 0,1 1 0,-16 33 0,31-55 0,0 0 0,0 0 0,0-1 0,1 1 0,-1 0 0,1 0 0,-1 0 0,1 0 0,0 0 0,0 0 0,0 0 0,0 0 0,0 0 0,0-1 0,0 1 0,1 0 0,-1 0 0,1 3 0,0-4 0,0 0 0,0 1 0,0-1 0,1 0 0,-1 0 0,0 1 0,0-1 0,1 0 0,-1 0 0,0 0 0,1-1 0,-1 1 0,1 0 0,-1 0 0,1-1 0,0 1 0,1-1 0,8 2 0,1 0 0,-1-1 0,0-1 0,1 0 0,11-1 0,-8 0 0,39-2 0,-1 3 0,1 2 0,56 9 0,-22-1-1365,-61-9-5461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1:51:02.8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1389 24575,'2'0'0,"0"-1"0,0 1 0,0-1 0,0 1 0,-1-1 0,1 0 0,0 0 0,0 0 0,-1 0 0,1 0 0,0 0 0,-1 0 0,1-1 0,-1 1 0,0-1 0,1 1 0,-1-1 0,0 1 0,2-4 0,19-38 0,-19 36 0,14-25 0,1 2 0,1 0 0,30-34 0,-11 14 0,54-65 0,14-21 0,-88 110 0,1 2 0,1 0 0,2 1 0,0 1 0,1 1 0,1 1 0,1 1 0,0 1 0,2 2 0,49-24 0,-51 32 0,-1 1 0,1 2 0,0 0 0,29-1 0,11-2 0,234-29 0,-216 32 0,137 8 0,-198-1 0,0 1 0,-1 1 0,1 1 0,-1 1 0,0 0 0,-1 2 0,1 0 0,-1 2 0,-1 0 0,0 1 0,-1 1 0,0 1 0,28 25 0,-4-1 0,2-3 0,1-1 0,77 42 0,-108-67 0,-1-2 0,1 0 0,0 0 0,1-2 0,0 1 0,-1-2 0,1 0 0,0-1 0,1 0 0,-1-1 0,0-1 0,0 0 0,0-2 0,0 1 0,1-2 0,-2 0 0,1 0 0,0-2 0,20-8 0,3-4 0,-1 0 0,-1-3 0,-1-1 0,0-1 0,-2-2 0,-1-2 0,0 0 0,-3-2 0,41-49 0,64-74 0,1 0 0,-112 123 0,1 1 0,2 1 0,46-37 0,-56 49-142,0-1-1,-2-1 1,25-33-1,-29 35-652,10-11-6031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1:51:04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24575,'0'3'0,"1"-1"0,0 1 0,-1-1 0,1 1 0,1-1 0,-1 1 0,0-1 0,0 0 0,1 1 0,0-1 0,-1 0 0,1 0 0,0 0 0,0 0 0,0-1 0,0 1 0,0 0 0,0-1 0,1 0 0,-1 1 0,0-1 0,1 0 0,4 1 0,7 4 0,0-1 0,26 5 0,2-3 0,79 1 0,-44-4 0,126 9 0,-200-13 0,1 0 0,-1 1 0,0-1 0,0 1 0,0-1 0,0 1 0,0 0 0,0 0 0,0 0 0,-1 0 0,1 1 0,0-1 0,0 1 0,-1 0 0,1 0 0,-1 0 0,0 0 0,1 0 0,-1 0 0,0 0 0,0 1 0,-1-1 0,1 1 0,0 0 0,-1-1 0,0 1 0,1 0 0,-1 0 0,0 0 0,0 0 0,-1 0 0,1 0 0,-1 0 0,1 0 0,-1 0 0,0 0 0,0 1 0,-1-1 0,1 0 0,-1 0 0,1 0 0,-2 3 0,-3 14 0,0 1 0,-16 35 0,13-38 0,1-1 0,1 1 0,1 1 0,-3 20 0,0 73-1365,3-85-5461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1:51:08.1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1 439 24575,'9'-1'0,"-1"1"0,1-2 0,0 1 0,0-1 0,0-1 0,-1 0 0,0 0 0,1 0 0,11-8 0,8-7 0,34-25 0,-20 12 0,92-72 0,8-7 0,-92 69 0,-42 33 0,1 0 0,0 1 0,0 0 0,0 0 0,1 1 0,19-10 0,-26 15 0,-1 0 0,1 1 0,0-1 0,-1 0 0,1 1 0,0 0 0,0-1 0,-1 1 0,1 0 0,0 0 0,0 1 0,-1-1 0,1 1 0,0-1 0,-1 1 0,1 0 0,0 0 0,-1 0 0,1 0 0,3 3 0,-2-1 0,-1 0 0,1 0 0,-1 1 0,0 0 0,0-1 0,0 1 0,0 0 0,-1 0 0,1 1 0,2 8 0,1 5 0,0 1 0,-2 0 0,0 1 0,2 30 0,2 41 0,11 228 0,-18-293-682,7 47-1,-3-42-6143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1:56:22.2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1883 24575,'8'-5'0,"0"-1"0,0-1 0,-1 1 0,0-1 0,0 0 0,0-1 0,-1 0 0,0 0 0,-1 0 0,8-16 0,17-21 0,109-115 0,-81 97 0,22-22 0,3 4 0,127-96 0,-185 158 0,129-103 0,-127 98 0,-2-1 0,0-1 0,30-41 0,149-244 0,-154 249 0,-36 46 0,-1 1 0,-1-2 0,0 0 0,-1 0 0,-1-1 0,9-19 0,33-86 0,-44 106 0,2 1 0,0 0 0,1 0 0,1 1 0,13-14 0,12-9-682,33-45-1,-47 52-6143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1:56:23.8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1 311 24575,'2'-3'0,"0"-1"0,0 1 0,1 0 0,-1 0 0,1 0 0,0 0 0,0 0 0,0 1 0,0 0 0,1-1 0,-1 1 0,7-3 0,49-17 0,-33 14 0,94-42 0,-103 41 0,-1 0 0,0-2 0,0 1 0,25-25 0,-30 24 0,1 0 0,1 0 0,0 1 0,0 1 0,1 0 0,0 1 0,0 0 0,1 2 0,0-1 0,0 2 0,1 0 0,0 1 0,-1 0 0,2 1 0,-1 1 0,18 0 0,-5 1 0,-16 0 0,1 0 0,-1 1 0,0 1 0,0 0 0,0 1 0,20 5 0,-31-6 0,0 0 0,0 1 0,1-1 0,-1 1 0,0-1 0,0 1 0,0 0 0,-1 0 0,1 0 0,0 0 0,-1 0 0,1 0 0,-1 1 0,0-1 0,0 0 0,0 1 0,0-1 0,0 1 0,0-1 0,-1 1 0,1-1 0,0 5 0,0 7 0,0 0 0,-1 0 0,-1 15 0,0-12 0,-4 246-1365,5-240-5461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1:56:26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456 2189 24575,'2'-62'0,"-1"32"0,0 1 0,-2 0 0,-1 0 0,-1 0 0,-9-33 0,-5-1 0,4-1 0,-11-123 0,16-132 0,7 270 0,-10-55 0,-2-42 0,14-458 0,1 569 0,1 1 0,16-65 0,-11 64 0,-1-1 0,2-50 0,-9 84 0,0 0 0,1-1 0,-1 1 0,-1 0 0,1 0 0,0 0 0,0 0 0,-1 0 0,1 0 0,-1 0 0,1 0 0,-1 0 0,0 0 0,0 0 0,0 0 0,0 0 0,0 1 0,-1-1 0,1 0 0,0 1 0,-1-1 0,1 1 0,-1-1 0,0 1 0,1 0 0,-1-1 0,0 1 0,0 0 0,0 0 0,0 1 0,0-1 0,0 0 0,0 0 0,0 1 0,0 0 0,0-1 0,0 1 0,0 0 0,0 0 0,0 0 0,0 0 0,-5 1 0,-8 1 0,0 1 0,0 0 0,1 2 0,-26 9 0,33-11 0,-20 6-195,1 2 0,-1 1 0,2 2 0,0 0 0,0 1 0,-33 29 0,33-21-6631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1:56:28.0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0 24575,'-4'4'0,"-2"6"0,1 6 0,5 4 0,2 7 0,6 12 0,5 4 0,10-1 0,5 6 0,2-2 0,-5-5 0,-5-3 0,-7-10-8191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1T12:02:25.8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1 323,'120'-2,"133"7,-159 22,-61-17,44 7,308-15,-182-4,-161-2,64-25,-28 5,132-30,-51-32,-22 7,-82 62,69-6,-69 14,34-16,-53 13,41-3,590 13,-322 6,-238-4,1 13,-1 6,163 79,-182-54,1-6,137 16,177-50,-202-8,-175 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1:32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469 0 24575,'-1'8'0,"0"0"0,-1 0 0,0 0 0,-1 0 0,1-1 0,-1 1 0,-1-1 0,0 0 0,0 0 0,0 0 0,-1-1 0,-5 7 0,-15 26 0,-199 386 0,212-396 0,-12 44 0,19-55 0,0-1 0,-1 1 0,-1-1 0,0 0 0,-1-1 0,-20 30 0,17-31-273,0 1 0,2 1 0,0-1 0,-13 34 0,12-24-6553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1:33.8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24575,'9'5'0,"11"5"0,7 10 0,11 6 0,17 11 0,12 4 0,12 8 0,5 17 0,10 1 0,3 3 0,-8-6 0,-14-10 0,-11-6 0,-12-6 0,-24-19 0,-21-18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1:34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 24575,'-1'0'0,"0"0"0,0 0 0,1 1 0,-1-1 0,0 0 0,0 1 0,1-1 0,-1 1 0,0-1 0,0 1 0,1-1 0,-1 1 0,0-1 0,1 1 0,-1 0 0,1-1 0,-1 1 0,1 0 0,-1-1 0,1 1 0,0 0 0,-1 0 0,1 0 0,0-1 0,-1 1 0,1 0 0,0 0 0,0 0 0,0 0 0,0 0 0,0-1 0,0 1 0,0 0 0,0 0 0,0 1 0,5 34 0,12 28 0,3-2 0,32 68 0,-26-66 0,36 123 0,0 117 0,-52-274-1365,2-3-5461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1:36.4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1 329 24575,'0'-1'0,"0"-1"0,1 1 0,-1-1 0,1 1 0,0-1 0,-1 1 0,1 0 0,0 0 0,0-1 0,0 1 0,0 0 0,0 0 0,0 0 0,0 0 0,0 0 0,0 0 0,0 0 0,1 0 0,-1 1 0,0-1 0,1 0 0,1 0 0,34-12 0,-37 13 0,405-131 0,-363 117 0,1 2 0,0 1 0,1 3 0,0 1 0,69-1 0,-85 5 0,0-1 0,-1-1 0,1-1 0,37-14 0,-36 11 0,-1 0 0,1 2 0,0 2 0,32-3 0,-26 7 0,15-1 0,67-10 0,-88 8-1365,-1 0-5461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1:47.5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700 0 24575,'1'27'0,"0"-19"0,-1 1 0,0 0 0,0-1 0,0 1 0,-1 0 0,-1-1 0,0 1 0,0-1 0,0 1 0,-1-1 0,-6 12 0,-75 153 0,10-18 0,20-63-227,-4-2-1,-4-2 1,-4-4-1,-3-2 1,-106 95-1,136-141-6598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1:48.2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24575,'9'0'0,"11"9"0,7 7 0,7 9 0,7 13 0,4 14 0,17 15 0,20 17 0,-1 0 0,-5-2 0,-7-11 0,-10-13 0,-12-12 0,-9-10 0,-6-10 0,-6-11 0,-1-2 0,-6-5-8191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1:48.9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0 24575,'0'1237'0,"-5"-1274"-1365,0-6-5461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1:50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0 138 24575,'117'1'0,"133"-3"0,-219-1 0,0-1 0,52-15 0,19-3 0,307-55-1365,-361 66-5461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2:10:36.4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0,'7620'152'0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2:16:39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4672 566 24575,'-1'-4'0,"0"1"0,0-1 0,0 1 0,-1 0 0,1-1 0,-1 1 0,0 0 0,0 0 0,-3-4 0,-3-6 0,-19-37 0,-2 2 0,-55-70 0,44 69 0,-39-42 0,67 80 0,0 0 0,0 1 0,-1 1 0,0 0 0,-24-12 0,8 10 0,0 1 0,0 1 0,-1 2 0,-31-5 0,-23-5 0,31 8 0,-1 2 0,1 3 0,-1 2 0,-64 5 0,4 0 0,100-4 0,-1 1 0,1 1 0,0 0 0,-1 1 0,1 0 0,0 1 0,0 1 0,-22 9 0,-301 136 0,289-125 0,-2 1 0,0-1 0,-90 27 0,107-42 0,1 1 0,-46 23 0,54-24 0,0-1 0,0-1 0,0-1 0,-1-1 0,-31 2 0,4 0 0,-124 17 0,-27 1 0,135-17 0,0-3 0,-109-7 0,57 0 0,66 2 0,-20-1 0,-148 17 0,151-8 0,-1-3 0,-101-6 0,58-1 0,101 2 0,0-1 0,0-1 0,0 0 0,0-1 0,1-1 0,-21-7 0,-73-41 0,4 1 0,-55-6 0,-100-45 0,180 68 0,77 33 0,1 1 0,-1 0 0,1-1 0,-1 1 0,1 0 0,-1 0 0,0-1 0,1 1 0,-1 0 0,0 0 0,1 0 0,-1 0 0,1 0 0,-1 0 0,0 0 0,1 0 0,-1 0 0,1 0 0,-1 0 0,0 1 0,1-1 0,-1 0 0,1 0 0,-1 0 0,0 1 0,0 0 0,1-1 0,0 1 0,-1 0 0,1 0 0,0 0 0,0-1 0,0 1 0,0 0 0,0 0 0,0 0 0,0-1 0,0 1 0,0 0 0,0 0 0,1 0 0,-1-1 0,0 1 0,1 1 0,23 43 0,-18-35 0,9 17 0,-1 2 0,-1-1 0,-2 1 0,0 1 0,-3 0 0,0 1 0,5 50 0,-12-69-341,0 0 0,1 0-1,5 16 1,3 3-6485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2:16:41.8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98 24575,'0'4'0,"4"2"0,6 0 0,6-6 0,4-3 0,3 0 0,7-1 0,1-3 0,2 0 0,-3-4 0,0 0 0,-2-2 0,-1 1 0,-1-2 0,4 2 0,1 2 0,-5 4-8191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1:59.4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679 1 24575,'-55'127'0,"-10"21"0,37-98 0,-3-1 0,-2-1 0,-64 71 0,77-97 0,1 2 0,1 0 0,1 2 0,1-1 0,1 2 0,1 0 0,-19 57 0,4 6 0,-55 112 0,52-144 0,21-41 0,1 1 0,-12 30 0,0 20-1365,14-38-5461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2:00.7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24575,'5'7'0,"-1"0"0,1-1 0,0 0 0,1 0 0,0 0 0,0-1 0,0 0 0,13 9 0,6 4 0,99 81 0,-26-22 0,-2 3 0,97 109 0,48 99 0,-73-87 0,37 52 0,-138-172-1365,-49-59-5461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2:01.5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24575,'1'17'0,"1"1"0,1-1 0,1 0 0,0 0 0,9 22 0,2 6 0,5 25 0,72 301 0,20 311 0,-86-555-32,-13-77-301,-3 0-1,-2 1 1,2 85 0,-11-114-6493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2:02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0 297 24575,'0'-1'0,"1"0"0,-1 0 0,0 0 0,1 0 0,-1 0 0,0 1 0,1-1 0,-1 0 0,1 0 0,0 1 0,-1-1 0,1 0 0,-1 0 0,1 1 0,0-1 0,0 1 0,-1-1 0,1 1 0,0-1 0,0 1 0,0-1 0,0 1 0,0 0 0,-1-1 0,1 1 0,0 0 0,0 0 0,1 0 0,34-6 0,-25 5 0,144-16 0,146-24 0,-66 2 0,-148 28 0,-1-4 0,0-3 0,87-32 0,-129 34 0,1 1 0,0 3 0,84-13 0,-76 16-1365,-26 4-5461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1T12:24:16.40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1 122,'3'0,"1"1,0-1,1 1,-2-1,2 1,0-1,-1 0,1 0,1 1,-2-1,1 0,6 0,66 1,-53-1,349 0,-351 0,-2-1,2 0,-1 1,33-3,-27 2,48-2,95 2,12-1,455-6,4 8,-263 0,-189 1,206-2,-277 0,350-3,-267 5,157-2,-243-1,167-7,57-2,255 9,-366 2,-218 0,0 0,1 1,-1-1,0 0,1 1,-1-1,16 2,67 7,-72-7,-1 0,1 0,1 0,29 1,-5-1,0-1,-1 1,59-1,141-1,-109-1,1553 1,-1646 0,2-1,58-2,-15 1,-55 1,682-21,-678 20,0 0,-2 0,1 0,62-7,-52 5,2 0,0 1,2 0,58-2,-62 3,0 1,47-1,-45 2,86-4,169-6,125-1,-133 2,-216 7,1 1,133 1,-71 1,-89-1,73 3,-66-2,19 1,-26 0,87 0,89-3,194 2,-184 4,-108-2,-108-2,1 0,-1 0,-2 0,2 1,37 3,35 2,-62-5,2-1,58 2,-54-2,69 3,-80-2,1-1,0 0,0 0,1 0,53-1,-49 1,0-1,66 3,9 1,230 1,-250-4,-51 0,47 1,-72-2,0 1,-1-1,1 1,-2 0,2 0,-2 0,18 2,-2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2:08.9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1786 0 24575,'-4'1'0,"0"0"0,1 1 0,-1-1 0,0 1 0,1-1 0,-1 1 0,1 0 0,-1 1 0,1-1 0,0 0 0,0 1 0,0 0 0,-4 4 0,-8 7 0,-226 162 0,166-124 0,-23 13 0,-128 64 0,-116 33 0,179-87 0,-175 107 0,170-87 0,129-75-1365,10-6-5461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2:09.6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24575,'8'0'0,"0"0"0,0 0 0,0 0 0,0 1 0,1 0 0,-1 1 0,-1 0 0,1 0 0,0 1 0,0 0 0,-1 0 0,0 1 0,0 0 0,0 0 0,11 8 0,13 18 0,0 0 0,-2 2 0,-1 1 0,35 56 0,-30-43 0,5 7 0,250 338 0,23-18 0,-252-300 0,-39-45 0,-9-16 120,-11-12-147,0 0 1,0 1-1,0-1 1,0 0-1,0 0 1,0 0-1,1 1 1,-1-1-1,0 0 1,0 0-1,0 0 1,0 0-1,0 0 1,1 0-1,-1 1 1,0-1-1,0 0 1,0 0-1,0 0 1,1 0-1,-1 0 1,0 0-1,0 0 1,0 0-1,1 0 0,-1 0 1,0 0-1,0 0 1,0 0-1,1 0 1,-1 0-1,0 0 1,0 0-1,0 0 1,1 0-1,-1 0 1,0 0-1,0 0 1,0 0-1,1 0 1,-1 0-1,0-1 1,0 1-1,0 0 1,0 0-1,1 0 1,-1 0-1,0 0 1,0 0-1,0-1 1,0 1-1,0 0 0,0 0 1,0 0-1,1-1 1,-1-10-6800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2:10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291 1 24575,'1'129'0,"-4"151"0,-3-226 0,-2 1 0,-18 63 0,-42 106 0,47-168 0,-40 77 0,24-59 0,26-46 0,2 0 0,1 1 0,1 0 0,-6 56 0,10-18 93,-3 13-1551,1-55-5368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2:11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24575,'906'0'0,"-689"13"0,11 0 0,-85-14-1365,-118 1-5461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2:14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1942 0 24575,'-4'0'0,"-6"5"0,-10 9 0,-5 21 0,-17 20 0,-43 37 0,-51 32 0,-42 30 0,-33 14 0,-11 9-2095,7-12 2095,17-13 0,30-20-314,31-27 314,29-23 0,26-22 0,21-16 0,22-15-5782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2:15.2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 24575,'-4'0'0,"-2"12"0,22 23 0,30 34 0,41 50 0,37 34 0,22 34 0,18 16-1039,-7-13 1039,-13-27 0,-9-36-83,-23-36 83,-27-29 0,-23-16 0,-22-21 0,-22-18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2:16.0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0 24575,'2'170'0,"-19"365"0,1-437 0,-2 15 0,15-92 0,-1 0 0,-1-1 0,-11 30 0,-4 15 0,14-42-107,-13 67-1151,16-62-5568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2:17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0 104 24575,'0'-1'0,"1"0"0,-1 0 0,0 0 0,1 0 0,-1 0 0,0 1 0,1-1 0,-1 0 0,1 0 0,0 0 0,-1 1 0,1-1 0,-1 0 0,1 1 0,0-1 0,0 0 0,-1 1 0,1-1 0,0 1 0,0-1 0,1 0 0,24-9 0,-20 7 0,34-10 0,-1 2 0,1 2 0,55-7 0,124 0 0,-195 14 0,679-5-188,-513 9-989,-164-2-5649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2:20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585 0 24575,'-2'3'0,"0"0"0,0 0 0,0 1 0,1-1 0,-1 0 0,1 1 0,0-1 0,0 1 0,0-1 0,-1 5 0,-2 8 0,-18 41 0,-2-1 0,-40 66 0,9-20 0,-20 54 0,17-31 0,-135 211 0,142-271-1365,30-42-5461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2:21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55 24575,'0'-2'0,"0"-3"0,0 0 0,0 0 0,0 0 0,1 1 0,0-1 0,1-5 0,-1 9 0,-1 0 0,0 0 0,1 1 0,-1-1 0,1 0 0,-1 0 0,1 1 0,-1-1 0,1 0 0,0 1 0,-1-1 0,1 0 0,0 1 0,0-1 0,-1 1 0,1-1 0,0 1 0,0 0 0,0-1 0,0 1 0,0 0 0,-1 0 0,1-1 0,0 1 0,0 0 0,0 0 0,0 0 0,0 0 0,0 0 0,0 0 0,0 0 0,0 1 0,-1-1 0,1 0 0,0 0 0,0 1 0,0-1 0,0 0 0,1 2 0,13 6 0,1 1 0,-1 0 0,-1 1 0,0 1 0,25 24 0,8 7 0,-25-26-70,186 157 269,-175-143-498,-2 2 0,-1 2 1,-2 0-1,25 40 0,-36-45-6527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2:21.9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24575,'0'5'0,"0"5"0,0 18 0,5 18 0,0 9 0,1 14 0,2 15 0,1 11 0,-1 3 0,2 1 0,-1-2 0,-1-10 0,-3-6 0,-1-9 0,6-12 0,2-7 0,-1-9 0,-3-12-8191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2:22.7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1 550 24575,'8'-9'0,"29"-2"0,30-13 0,30-7 0,36-14 0,48-27 0,19-5 0,-7-2 0,-24 13 0,-35 12 0,-38 8 0,-33 10-8191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1T17:10:11.9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75,'1135'0,"-1102"0,55-1,-52 1,41-1,642 1,-347 0,-357 0,95 0,174-2,122-1,3 3,-182 0,-66 0,201 0,-59-4,-152 2,-90 1,78-2,35-1,-118 4,0-1,90 1,-44 1,-50-1,75 0,151-2,-157 1,174 1,-146 0,670 2,248-1,-718-1,-327 0,1-1,-1 1,0 0,0-1,39-1,-28 1,48-1,261-3,-255 3,-61 1,1 0,48 0,157 1,-133 0,-65 0,-1 0,1 1,55 0,-68 0,-1-1,0 1,0 0,0 0,-1 0,31 2,4 1,70 6,-106-8,-11-1,-1-1,1 1,-1 0,-1 0,0 0,0 0,0-1,-1 1,-1 0,1 0,-2 0,1 0,-1 0,-1 0,0 0,0 0,-1 0,0 0,-3 1,2-1,1-1,-1 0,0 0,0 1,0-1,-1 0,1 0,0 1,-1-1,0 0,1 0,-1 0,0 1,0-1,-1 0,1 0,0 0,-1 0,1 1,0-1,-1 0,0 0,1 0,-1 0,0 0,0 0,0 0,-5 1,-9-1,-1 0,1 0,-31 0,29 0,-545-1,328 1,76-1,2 0,-508 1,445 1,-2 0,-917-1,1101 0,0 1,-68 1,1 0,85-2,0 0,-33 2,36-1,-1-1,0 1,-32 0,-35 0,-147 0,-84 2,-9-1,-449-2,724 0,0 1,-58 0,-56 2,-176-3,178 0,-773 0,708 1,188 0,-34 0,-124 0,142 0,1-1,-107 3,4 1,-194 0,28-3,183-2,-967 1,1098 0,0 0,0 0,0 0,1 0,-1 0,-14-1,21 1,0 0,0 0,0 0,0-1,0 1,0 0,1 0,-1 0,1-1,-1 1,1 0,0 0,0 0,0-1,0 1,1 0,-1-1,1 1,0 0,0-1,0 1,-1-1,-1-1,1 0,1 0,1 0,0 0,8-5,-3 6,-1-1,9-1,-8 2,-1 0,0 0,-1 0,-1 0,1 0,-2 0,1 0,-1-1,-6-3,-3 0,-15-5,-9-4,31 14,0-1,1 1,0-1,0 0,0 1,1-1,-1 1,1-1,1 1,-1-1,1 0,0 1,1-1,-1 1,1 0,0-1,0 0,1 1,-1 0,1-1,0 1,1-1,-1 1,7-1,1 0,0 1,1-1,0 1,0-1,1 1,-1-1,1 1,0 0,19-1,443-2,3 3,-360 0,-93 0,-1 0,0-1,0 1,27-2,-24 2,-1-1,1 1,32-1,395 1,-214 0,-36 0,494 1,523 1,-816-3,506 1,-864 0,0 0,0-1,64-1,61-2,-140 4,43-1,85 0,-16 0,-3 0,144 1,-268-1,1 1,0 0,-1 0,0-1,30 0,23-2,6 2,127-1,-149 1,-28 1,-1 0,1 0,33-2,-28 1,0 1,0-1,1 0,33 1,133 0,-93 0,149 0,176 0,-262 1,109 1,-235-2,0 0,0 1,70 1,11 1,-17-2,88 2,-153-1,-25-2,1 1,24 0,112 1,-43 0,-98-1,-1-1,0 0,0 1,0-1,0 1,-1-1,0 1,0-1,0 1,-1 0,0-1,0 1,-1 0,0 0,-1 0,0 0,0 0,-1 0,9 1,45 7,-8-1,-48-7,1 0,-1 0,-1 0,0 1,-1-1,0 0,-1 0,1 2,-5 10,-2-5,3-7,1 0,-2 0,0 0,0 0,-1 0,0 0,-1 0,0 0,0 0,-12 1,-4 1,-1-1,-25 3,26-3,10-1,-1 0,-1 0,0 0,0 0,-1 0,0-1,0 1,-1 0,0-1,-21 1,-17 0,-87 2,74-2,-70 0,7 0,42 0,-173-1,132 0,-8437 0,8537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9:45:45.2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40 0,'3710'0'0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2:42.0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1704 19 24575,'-1'-2'0,"0"1"0,0-1 0,0 1 0,0 0 0,0 0 0,-1 0 0,1 0 0,0 0 0,-1 0 0,1 0 0,-1 0 0,1 0 0,-1 0 0,1 1 0,-1-1 0,0 1 0,1-1 0,-1 1 0,0 0 0,0 0 0,1 0 0,-1 0 0,0 0 0,1 0 0,-1 0 0,0 0 0,0 0 0,1 1 0,-1-1 0,1 1 0,-1 0 0,0-1 0,-1 2 0,-9 3 0,0 1 0,1 0 0,-14 10 0,21-13 0,-519 377 0,168-115 0,178-134 0,-167 108 0,315-222-341,0 2 0,0 0-1,-45 43 1,48-35-6485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2:42.9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24575,'1'11'0,"0"-1"0,0 0 0,1 1 0,1-1 0,-1 0 0,8 16 0,0 1 0,28 73 0,4-1 0,4-3 0,63 95 0,199 260 0,-188-286 0,255 320 0,-366-474-120,21 19 373,-29-28-337,1-1 1,-1 0 0,1 0 0,-1 0 0,1 0-1,0 0 1,0 0 0,-1 0 0,1-1 0,0 1-1,0-1 1,0 1 0,0-1 0,0 0 0,0 0-1,0 1 1,3-2 0,10-5-6743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2:43.6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 0 24575,'-1'4'0,"1"0"0,-1 0 0,0 0 0,0 0 0,-1-1 0,1 1 0,-1 0 0,1-1 0,-1 1 0,0-1 0,-4 5 0,2-2 0,1-1 0,-1 1 0,1 0 0,-3 10 0,-6 34 0,2 1 0,-4 74 0,3-20 0,-20 105 0,-32 360 0,64-310-58,0-170-1249,0-53-5519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2:44.6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24575,'8'0'0,"0"1"0,0 1 0,0-1 0,0 1 0,8 3 0,18 5 0,108 20 0,2-7 0,0-5 0,1-7 0,218-12 0,-241-11 0,69-3 0,-180 16-99,11-1-218,0 0 1,-1-2-1,37-6 1,-36 2-6510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2:48.1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1 24575,'0'8'0,"0"8"0,0 5 0,0 8 0,0 3 0,0 14 0,0 11 0,-4 10 0,-2 1 0,1 7 0,-4 0 0,0-6 0,2-9 0,2-15-8191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2:48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24575,'0'2'0,"1"-1"0,-1 0 0,1 0 0,0 1 0,-1-1 0,1 0 0,0 0 0,0 0 0,0 0 0,0 0 0,-1 0 0,1 0 0,1 0 0,-1-1 0,0 1 0,0 0 0,0 0 0,0-1 0,0 1 0,2 0 0,28 11 0,-31-12 0,19 6 0,1-1 0,0-1 0,1-1 0,30 1 0,88-6 0,-55 0 0,198 2-1365,-260 0-5461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2:50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24575,'0'5'0,"4"5"0,6 6 0,14 4 0,16 3 0,10 6 0,5 11 0,10 12 0,8 2 0,4 4 0,-7-4 0,-11-6 0,-11-7 0,-10-6 0,-11-9-8191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2:51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0 491 24575,'1'-2'0,"-1"0"0,1 0 0,0 0 0,0 1 0,0-1 0,0 0 0,0 1 0,0-1 0,1 1 0,-1-1 0,1 1 0,-1-1 0,1 1 0,1-1 0,3-4 0,75-76 0,-29 28 0,75-59 0,-56 56-57,-22 16-597,88-54 0,-106 78-6172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2:52.9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783 10 24575,'0'-4'0,"-4"-2"0,-15 9 0,-16 9 0,-21 14 0,-17 8 0,-9 6 0,-4 10 0,0 1 0,10-5 0,13-5 0,14-6 0,11-4 0,7 2 0,0-2 0,2-1 0,5-5-8191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2:53.5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24575,'1'-1'0,"0"0"0,0 0 0,0 0 0,0 1 0,0-1 0,0 1 0,0-1 0,0 1 0,0-1 0,1 1 0,-1-1 0,0 1 0,0 0 0,0 0 0,1 0 0,-1 0 0,0 0 0,0 0 0,1 0 0,-1 0 0,0 0 0,0 0 0,1 1 0,-1-1 0,0 1 0,0-1 0,0 1 0,0-1 0,0 1 0,0-1 0,0 1 0,0 0 0,0 0 0,0 0 0,2 1 0,4 5 0,0 1 0,0-1 0,8 14 0,-9-13 0,28 41 0,-2 2 0,32 69 0,38 115 0,-100-231 0,-1-3 0,2 11 0,2-1 0,0 0 0,0 0 0,1 0 0,0-1 0,1 0 0,0 0 0,0-1 0,14 14 0,-21-23 1,1 1 0,-1-1-1,1 1 1,-1-1 0,1 1-1,0-1 1,-1 0 0,1 1-1,-1-1 1,1 1 0,0-1 0,-1 0-1,1 0 1,0 1 0,0-1-1,-1 0 1,1 0 0,0 0-1,-1 0 1,1 0 0,0 0-1,0 0 1,-1 0 0,1 0-1,0 0 1,-1 0 0,1-1 0,0 1-1,0 0 1,-1 0 0,1-1-1,0 1 1,-1 0 0,1-1-1,-1 1 1,1-1 0,-1 1-1,1-1 1,0 1 0,-1-1-1,0 1 1,1-1 0,-1 0 0,1 1-1,-1-1 1,0 1 0,1-1-1,-1 0 1,0 1 0,0-1-1,1 0 1,-1 0 0,0 1-1,0-1 1,0 0 0,0-1-1,5-47-1099,-5 46 794,-1-59-6521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2:54.1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0 24575,'-9'48'0,"2"-10"0,-6 547 0,15-398 0,-2 38-1365,0-198-5461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2:55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0 191 24575,'73'1'0,"0"-4"0,-1-2 0,1-4 0,72-18 0,-122 19 0,0-1 0,-1-1 0,0 0 0,27-19 0,-24 14 0,0 1 0,43-17 0,-37 20-1365,-3 1-5461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20:02:57.0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507 154 24575,'-9'-4'0,"-7"-2"0,-5 1 0,-3-4 0,-2 1 0,-1 0 0,0-2 0,-5 1 0,0 2 0,0 2 0,2 1 0,-3-6 0,-4-2 0,-1 1 0,2 3 0,4-3 0,1-2 0,7-1-8191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2743C2-CE56-46B0-8635-2E1C4D2929B0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35E7A7-F473-4715-8ABF-9E56E0AD1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62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35E7A7-F473-4715-8ABF-9E56E0AD1C5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033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B28BE-E87F-A4F8-FA81-1ABAC7EB8D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4435A5-CC83-56AE-69ED-B0034975B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EFC65-2EA9-F808-07BA-EFBC12065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58116-C075-491B-849D-9655A4B489A9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34EB2-0634-1285-F6AB-C0C774800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071E4-C6BC-F5FF-74D6-9B805A59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B4C9-E281-4C55-B834-E3995D531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94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4F3AE-1880-15D2-448F-55ED391BF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43C0B-2579-B2F7-8245-30544E842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89311-85B6-1705-CFC0-C2AB13C43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58116-C075-491B-849D-9655A4B489A9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E0523-06A5-EBF4-2C70-6720AF786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20EAD-BB50-68D7-EE45-D6570530C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B4C9-E281-4C55-B834-E3995D531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54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0A868-A433-7E17-E826-441606514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8873A-F437-89E9-0495-B8DD1B18C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6AA2F-3DA3-AFCF-516F-C4EDFBA56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58116-C075-491B-849D-9655A4B489A9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EF22D-ABE5-98BA-6FAD-C2ECEA42A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0BBFE-C717-2161-17AF-B309EB10E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B4C9-E281-4C55-B834-E3995D531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716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6A15E-D58F-470D-03E0-813B2C5EA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7BD4-8163-280A-6D41-A3965CE067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A1838F-F464-7A78-2944-93293A340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29FC2-9AF9-4D39-D040-CD3FC6BED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58116-C075-491B-849D-9655A4B489A9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087FB-4230-9646-1A1C-F2484C2AB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FD3D8-6261-2ABF-4510-5D156A148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B4C9-E281-4C55-B834-E3995D531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55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2D548-DCD1-7EF8-36B8-1F1DB8BFB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5F6BB-B560-17D0-11E5-B1B6A76CB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BF01D-B7A1-F276-91B6-206FAC3129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5BA48E-164C-B342-51B9-F0BDBA17B2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3E07F3-EEE1-1025-3AEC-13991B335A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3DB9CE-D944-ADF4-CCF9-80A82AF0A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58116-C075-491B-849D-9655A4B489A9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7ED8E7-7492-ED31-DD83-7777218E4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9D9467-08A6-2EDF-F5D9-E6F4C4B45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B4C9-E281-4C55-B834-E3995D531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154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20C86-1AB9-3872-EE3A-DB4781F8E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7BDE0-3318-10E2-1444-AAC334748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58116-C075-491B-849D-9655A4B489A9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FDEFFE-64CE-3B58-3C94-4324DCDE1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A5FFB4-81BB-8B64-CB2B-8F904CD26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B4C9-E281-4C55-B834-E3995D531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406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D566C5-ED95-1131-D57A-1009EE8AD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58116-C075-491B-849D-9655A4B489A9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F9C253-7733-D509-0FEA-5DA6E3C55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76F3A-EAAE-D324-E70C-2825B1907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B4C9-E281-4C55-B834-E3995D531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82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B3463-24AC-A9C0-DA0F-D1E4A356A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8F1C4-DD77-A48F-723A-E2BDE2A0F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1DC35-5DE6-CF7B-AEDF-51D8DFB31C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2AD38-CAAF-78E2-A056-8DC6A0556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58116-C075-491B-849D-9655A4B489A9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C55AA5-639E-33A5-9547-73F907473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F6816-A75C-3F25-DD5E-8D4E6EDA9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B4C9-E281-4C55-B834-E3995D531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48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23AD6-C42B-8321-10F6-25C075962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0EFFDF-E760-A371-04C7-28684245D0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505E20-CB9F-B5E4-82B3-68050A4FB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EFD0F5-0F0D-8B37-9DDA-1053D53EA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58116-C075-491B-849D-9655A4B489A9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50204-3E5F-F6E2-FA29-8174D7D82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A19F54-A2B3-28AF-05FC-F5FDEC2BC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B4C9-E281-4C55-B834-E3995D531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14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7A79B-6E2D-2670-F680-6C6516841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343304-6827-0E08-2436-B2085A700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DFB9A-261E-FA63-49D6-B8A716735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58116-C075-491B-849D-9655A4B489A9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AD9C7-4EE1-A6FE-2558-7B480CECA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85177-C49B-AEC4-E627-A1C048B93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B4C9-E281-4C55-B834-E3995D531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419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0B724E-E293-A562-37ED-60E377BD6C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6ED5E0-1DA2-8F2F-688D-F18BA653C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B775A-B2C8-2131-D3A3-10F492B5C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58116-C075-491B-849D-9655A4B489A9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DF360-0794-CFB5-7BC6-AD88E2472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3E74F-A9A0-89B9-E1E4-4F592FB95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B4C9-E281-4C55-B834-E3995D531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849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32E241-ABB2-0EAA-AEE5-34CE3ABD7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AC559-C9D0-1D71-0616-B1BBDFAA8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AF2FF-DBB2-67D4-1427-4C64D8605C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958116-C075-491B-849D-9655A4B489A9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59418-136F-C7F1-9771-FF17992279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ED8EA-D4AB-F510-D01A-9B395B1F71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DB4C9-E281-4C55-B834-E3995D531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12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customXml" Target="../ink/ink9.xml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12" Type="http://schemas.openxmlformats.org/officeDocument/2006/relationships/image" Target="../media/image9.png"/><Relationship Id="rId2" Type="http://schemas.openxmlformats.org/officeDocument/2006/relationships/image" Target="../media/image5.png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customXml" Target="../ink/ink8.xml"/><Relationship Id="rId5" Type="http://schemas.openxmlformats.org/officeDocument/2006/relationships/customXml" Target="../ink/ink5.xml"/><Relationship Id="rId15" Type="http://schemas.openxmlformats.org/officeDocument/2006/relationships/customXml" Target="../ink/ink10.xml"/><Relationship Id="rId10" Type="http://schemas.openxmlformats.org/officeDocument/2006/relationships/image" Target="../media/image8.png"/><Relationship Id="rId4" Type="http://schemas.openxmlformats.org/officeDocument/2006/relationships/image" Target="../media/image510.png"/><Relationship Id="rId9" Type="http://schemas.openxmlformats.org/officeDocument/2006/relationships/customXml" Target="../ink/ink7.xml"/><Relationship Id="rId1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customXml" Target="../ink/ink12.xml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customXml" Target="../ink/ink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customXml" Target="../ink/ink15.xml"/><Relationship Id="rId7" Type="http://schemas.openxmlformats.org/officeDocument/2006/relationships/customXml" Target="../ink/ink17.xml"/><Relationship Id="rId12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11" Type="http://schemas.openxmlformats.org/officeDocument/2006/relationships/customXml" Target="../ink/ink19.xml"/><Relationship Id="rId5" Type="http://schemas.openxmlformats.org/officeDocument/2006/relationships/customXml" Target="../ink/ink16.xml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customXml" Target="../ink/ink1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customXml" Target="../ink/ink20.xml"/><Relationship Id="rId7" Type="http://schemas.openxmlformats.org/officeDocument/2006/relationships/customXml" Target="../ink/ink22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customXml" Target="../ink/ink21.xml"/><Relationship Id="rId10" Type="http://schemas.openxmlformats.org/officeDocument/2006/relationships/image" Target="../media/image29.png"/><Relationship Id="rId4" Type="http://schemas.openxmlformats.org/officeDocument/2006/relationships/image" Target="../media/image26.png"/><Relationship Id="rId9" Type="http://schemas.openxmlformats.org/officeDocument/2006/relationships/customXml" Target="../ink/ink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.png"/><Relationship Id="rId18" Type="http://schemas.openxmlformats.org/officeDocument/2006/relationships/customXml" Target="../ink/ink30.xml"/><Relationship Id="rId3" Type="http://schemas.openxmlformats.org/officeDocument/2006/relationships/image" Target="../media/image33.png"/><Relationship Id="rId12" Type="http://schemas.openxmlformats.org/officeDocument/2006/relationships/customXml" Target="../ink/ink27.xml"/><Relationship Id="rId17" Type="http://schemas.openxmlformats.org/officeDocument/2006/relationships/image" Target="../media/image36.png"/><Relationship Id="rId2" Type="http://schemas.openxmlformats.org/officeDocument/2006/relationships/image" Target="../media/image32.png"/><Relationship Id="rId16" Type="http://schemas.openxmlformats.org/officeDocument/2006/relationships/customXml" Target="../ink/ink29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5.xml"/><Relationship Id="rId11" Type="http://schemas.openxmlformats.org/officeDocument/2006/relationships/image" Target="../media/image290.png"/><Relationship Id="rId5" Type="http://schemas.openxmlformats.org/officeDocument/2006/relationships/image" Target="../media/image260.png"/><Relationship Id="rId15" Type="http://schemas.openxmlformats.org/officeDocument/2006/relationships/image" Target="../media/image35.png"/><Relationship Id="rId10" Type="http://schemas.openxmlformats.org/officeDocument/2006/relationships/customXml" Target="../ink/ink26.xml"/><Relationship Id="rId19" Type="http://schemas.openxmlformats.org/officeDocument/2006/relationships/image" Target="../media/image37.png"/><Relationship Id="rId4" Type="http://schemas.openxmlformats.org/officeDocument/2006/relationships/customXml" Target="../ink/ink24.xml"/><Relationship Id="rId9" Type="http://schemas.openxmlformats.org/officeDocument/2006/relationships/image" Target="../media/image280.png"/><Relationship Id="rId14" Type="http://schemas.openxmlformats.org/officeDocument/2006/relationships/customXml" Target="../ink/ink2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customXml" Target="../ink/ink31.xml"/><Relationship Id="rId7" Type="http://schemas.openxmlformats.org/officeDocument/2006/relationships/customXml" Target="../ink/ink33.xml"/><Relationship Id="rId12" Type="http://schemas.openxmlformats.org/officeDocument/2006/relationships/image" Target="../media/image4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png"/><Relationship Id="rId11" Type="http://schemas.openxmlformats.org/officeDocument/2006/relationships/customXml" Target="../ink/ink35.xml"/><Relationship Id="rId5" Type="http://schemas.openxmlformats.org/officeDocument/2006/relationships/customXml" Target="../ink/ink32.xml"/><Relationship Id="rId10" Type="http://schemas.openxmlformats.org/officeDocument/2006/relationships/image" Target="../media/image41.png"/><Relationship Id="rId4" Type="http://schemas.openxmlformats.org/officeDocument/2006/relationships/image" Target="../media/image300.png"/><Relationship Id="rId9" Type="http://schemas.openxmlformats.org/officeDocument/2006/relationships/customXml" Target="../ink/ink3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8.xml"/><Relationship Id="rId3" Type="http://schemas.openxmlformats.org/officeDocument/2006/relationships/image" Target="../media/image45.png"/><Relationship Id="rId7" Type="http://schemas.openxmlformats.org/officeDocument/2006/relationships/image" Target="../media/image4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7.xml"/><Relationship Id="rId11" Type="http://schemas.openxmlformats.org/officeDocument/2006/relationships/image" Target="../media/image49.png"/><Relationship Id="rId5" Type="http://schemas.openxmlformats.org/officeDocument/2006/relationships/image" Target="../media/image46.png"/><Relationship Id="rId10" Type="http://schemas.openxmlformats.org/officeDocument/2006/relationships/customXml" Target="../ink/ink39.xml"/><Relationship Id="rId4" Type="http://schemas.openxmlformats.org/officeDocument/2006/relationships/customXml" Target="../ink/ink36.xml"/><Relationship Id="rId9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customXml" Target="../ink/ink40.xml"/><Relationship Id="rId7" Type="http://schemas.openxmlformats.org/officeDocument/2006/relationships/customXml" Target="../ink/ink42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2.png"/><Relationship Id="rId5" Type="http://schemas.openxmlformats.org/officeDocument/2006/relationships/customXml" Target="../ink/ink41.xml"/><Relationship Id="rId10" Type="http://schemas.openxmlformats.org/officeDocument/2006/relationships/image" Target="../media/image54.png"/><Relationship Id="rId4" Type="http://schemas.openxmlformats.org/officeDocument/2006/relationships/image" Target="../media/image51.png"/><Relationship Id="rId9" Type="http://schemas.openxmlformats.org/officeDocument/2006/relationships/customXml" Target="../ink/ink4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0.png"/><Relationship Id="rId4" Type="http://schemas.openxmlformats.org/officeDocument/2006/relationships/customXml" Target="../ink/ink4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customXml" Target="../ink/ink50.xml"/><Relationship Id="rId18" Type="http://schemas.openxmlformats.org/officeDocument/2006/relationships/image" Target="../media/image72.png"/><Relationship Id="rId26" Type="http://schemas.openxmlformats.org/officeDocument/2006/relationships/image" Target="../media/image76.png"/><Relationship Id="rId3" Type="http://schemas.openxmlformats.org/officeDocument/2006/relationships/customXml" Target="../ink/ink45.xml"/><Relationship Id="rId21" Type="http://schemas.openxmlformats.org/officeDocument/2006/relationships/customXml" Target="../ink/ink54.xml"/><Relationship Id="rId7" Type="http://schemas.openxmlformats.org/officeDocument/2006/relationships/customXml" Target="../ink/ink47.xml"/><Relationship Id="rId12" Type="http://schemas.openxmlformats.org/officeDocument/2006/relationships/image" Target="../media/image69.png"/><Relationship Id="rId17" Type="http://schemas.openxmlformats.org/officeDocument/2006/relationships/customXml" Target="../ink/ink52.xml"/><Relationship Id="rId25" Type="http://schemas.openxmlformats.org/officeDocument/2006/relationships/customXml" Target="../ink/ink56.xml"/><Relationship Id="rId2" Type="http://schemas.openxmlformats.org/officeDocument/2006/relationships/image" Target="../media/image65.png"/><Relationship Id="rId16" Type="http://schemas.openxmlformats.org/officeDocument/2006/relationships/image" Target="../media/image71.png"/><Relationship Id="rId20" Type="http://schemas.openxmlformats.org/officeDocument/2006/relationships/image" Target="../media/image73.png"/><Relationship Id="rId29" Type="http://schemas.openxmlformats.org/officeDocument/2006/relationships/customXml" Target="../ink/ink5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6.png"/><Relationship Id="rId11" Type="http://schemas.openxmlformats.org/officeDocument/2006/relationships/customXml" Target="../ink/ink49.xml"/><Relationship Id="rId24" Type="http://schemas.openxmlformats.org/officeDocument/2006/relationships/image" Target="../media/image75.png"/><Relationship Id="rId5" Type="http://schemas.openxmlformats.org/officeDocument/2006/relationships/customXml" Target="../ink/ink46.xml"/><Relationship Id="rId15" Type="http://schemas.openxmlformats.org/officeDocument/2006/relationships/customXml" Target="../ink/ink51.xml"/><Relationship Id="rId23" Type="http://schemas.openxmlformats.org/officeDocument/2006/relationships/customXml" Target="../ink/ink55.xml"/><Relationship Id="rId28" Type="http://schemas.openxmlformats.org/officeDocument/2006/relationships/image" Target="../media/image77.png"/><Relationship Id="rId10" Type="http://schemas.openxmlformats.org/officeDocument/2006/relationships/image" Target="../media/image68.png"/><Relationship Id="rId19" Type="http://schemas.openxmlformats.org/officeDocument/2006/relationships/customXml" Target="../ink/ink53.xml"/><Relationship Id="rId4" Type="http://schemas.openxmlformats.org/officeDocument/2006/relationships/image" Target="../media/image511.png"/><Relationship Id="rId9" Type="http://schemas.openxmlformats.org/officeDocument/2006/relationships/customXml" Target="../ink/ink48.xml"/><Relationship Id="rId14" Type="http://schemas.openxmlformats.org/officeDocument/2006/relationships/image" Target="../media/image70.png"/><Relationship Id="rId22" Type="http://schemas.openxmlformats.org/officeDocument/2006/relationships/image" Target="../media/image74.png"/><Relationship Id="rId27" Type="http://schemas.openxmlformats.org/officeDocument/2006/relationships/customXml" Target="../ink/ink57.xml"/><Relationship Id="rId30" Type="http://schemas.openxmlformats.org/officeDocument/2006/relationships/image" Target="../media/image7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352" y="657841"/>
            <a:ext cx="9774935" cy="49108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7AC293-3A4B-BD02-FB76-E1E23B19D7A6}"/>
              </a:ext>
            </a:extLst>
          </p:cNvPr>
          <p:cNvSpPr txBox="1"/>
          <p:nvPr/>
        </p:nvSpPr>
        <p:spPr>
          <a:xfrm>
            <a:off x="5779007" y="1389888"/>
            <a:ext cx="56692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 is a machine learning technique where multiple models are combined to improve overall performance. It uses multiple learning algorithms to obtain better predictive performance.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827C2C1-6A16-8EF1-20D2-BFEB8306FA29}"/>
                  </a:ext>
                </a:extLst>
              </p14:cNvPr>
              <p14:cNvContentPartPr/>
              <p14:nvPr/>
            </p14:nvContentPartPr>
            <p14:xfrm>
              <a:off x="2139696" y="3867912"/>
              <a:ext cx="2421360" cy="138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827C2C1-6A16-8EF1-20D2-BFEB8306FA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85696" y="3759912"/>
                <a:ext cx="252900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CB650C3-7EDF-F0D3-2142-6866F561D3EB}"/>
                  </a:ext>
                </a:extLst>
              </p14:cNvPr>
              <p14:cNvContentPartPr/>
              <p14:nvPr/>
            </p14:nvContentPartPr>
            <p14:xfrm>
              <a:off x="2532672" y="4232520"/>
              <a:ext cx="7441920" cy="129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CB650C3-7EDF-F0D3-2142-6866F561D3E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79032" y="4124520"/>
                <a:ext cx="754956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6195579-AFBA-157D-C136-D146CB94B07B}"/>
                  </a:ext>
                </a:extLst>
              </p14:cNvPr>
              <p14:cNvContentPartPr/>
              <p14:nvPr/>
            </p14:nvContentPartPr>
            <p14:xfrm>
              <a:off x="2081376" y="4689216"/>
              <a:ext cx="2866680" cy="533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6195579-AFBA-157D-C136-D146CB94B07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27736" y="4581216"/>
                <a:ext cx="2974320" cy="74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164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0A817-10E0-59DE-FE49-FF30ABACA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F985D8-1879-D5B3-1BA9-765D032DD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800" y="1141777"/>
            <a:ext cx="8574945" cy="38246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352470-D8E0-345B-5F6D-C42AE4993606}"/>
              </a:ext>
            </a:extLst>
          </p:cNvPr>
          <p:cNvSpPr txBox="1"/>
          <p:nvPr/>
        </p:nvSpPr>
        <p:spPr>
          <a:xfrm>
            <a:off x="9755109" y="2121408"/>
            <a:ext cx="18013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ighlight>
                  <a:srgbClr val="C0C0C0"/>
                </a:highlight>
              </a:rPr>
              <a:t>Training Dataset re randomly </a:t>
            </a:r>
            <a:r>
              <a:rPr lang="en-US" sz="1200" dirty="0" err="1">
                <a:highlight>
                  <a:srgbClr val="C0C0C0"/>
                </a:highlight>
              </a:rPr>
              <a:t>choise</a:t>
            </a:r>
            <a:r>
              <a:rPr lang="en-US" sz="1200" dirty="0">
                <a:highlight>
                  <a:srgbClr val="C0C0C0"/>
                </a:highlight>
              </a:rPr>
              <a:t> </a:t>
            </a:r>
            <a:r>
              <a:rPr lang="en-US" sz="1200" dirty="0" err="1">
                <a:highlight>
                  <a:srgbClr val="C0C0C0"/>
                </a:highlight>
              </a:rPr>
              <a:t>kre</a:t>
            </a:r>
            <a:r>
              <a:rPr lang="en-US" sz="1200" dirty="0">
                <a:highlight>
                  <a:srgbClr val="C0C0C0"/>
                </a:highlight>
              </a:rPr>
              <a:t> </a:t>
            </a:r>
            <a:r>
              <a:rPr lang="en-US" sz="1200" dirty="0" err="1">
                <a:highlight>
                  <a:srgbClr val="C0C0C0"/>
                </a:highlight>
              </a:rPr>
              <a:t>onkgula</a:t>
            </a:r>
            <a:r>
              <a:rPr lang="en-US" sz="1200" dirty="0">
                <a:highlight>
                  <a:srgbClr val="C0C0C0"/>
                </a:highlight>
              </a:rPr>
              <a:t> sub data set e </a:t>
            </a:r>
            <a:r>
              <a:rPr lang="en-US" sz="1200" dirty="0" err="1">
                <a:highlight>
                  <a:srgbClr val="C0C0C0"/>
                </a:highlight>
              </a:rPr>
              <a:t>vag</a:t>
            </a:r>
            <a:r>
              <a:rPr lang="en-US" sz="1200" dirty="0">
                <a:highlight>
                  <a:srgbClr val="C0C0C0"/>
                </a:highlight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D9E2CB-803E-D170-B964-79815271C8A0}"/>
              </a:ext>
            </a:extLst>
          </p:cNvPr>
          <p:cNvSpPr txBox="1"/>
          <p:nvPr/>
        </p:nvSpPr>
        <p:spPr>
          <a:xfrm>
            <a:off x="10283190" y="3505486"/>
            <a:ext cx="19088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highlight>
                  <a:srgbClr val="C0C0C0"/>
                </a:highlight>
              </a:rPr>
              <a:t>Prottek</a:t>
            </a:r>
            <a:r>
              <a:rPr lang="en-US" sz="1000" dirty="0">
                <a:highlight>
                  <a:srgbClr val="C0C0C0"/>
                </a:highlight>
              </a:rPr>
              <a:t> data set re ek </a:t>
            </a:r>
            <a:r>
              <a:rPr lang="en-US" sz="1000" dirty="0" err="1">
                <a:highlight>
                  <a:srgbClr val="C0C0C0"/>
                </a:highlight>
              </a:rPr>
              <a:t>ekta</a:t>
            </a:r>
            <a:r>
              <a:rPr lang="en-US" sz="1000" dirty="0">
                <a:highlight>
                  <a:srgbClr val="C0C0C0"/>
                </a:highlight>
              </a:rPr>
              <a:t> model </a:t>
            </a:r>
            <a:r>
              <a:rPr lang="en-US" sz="1000" dirty="0" err="1">
                <a:highlight>
                  <a:srgbClr val="C0C0C0"/>
                </a:highlight>
              </a:rPr>
              <a:t>dara</a:t>
            </a:r>
            <a:r>
              <a:rPr lang="en-US" sz="1000" dirty="0">
                <a:highlight>
                  <a:srgbClr val="C0C0C0"/>
                </a:highlight>
              </a:rPr>
              <a:t> train </a:t>
            </a:r>
            <a:r>
              <a:rPr lang="en-US" sz="1000" dirty="0" err="1">
                <a:highlight>
                  <a:srgbClr val="C0C0C0"/>
                </a:highlight>
              </a:rPr>
              <a:t>kre</a:t>
            </a:r>
            <a:r>
              <a:rPr lang="en-US" sz="1000" dirty="0">
                <a:highlight>
                  <a:srgbClr val="C0C0C0"/>
                </a:highlight>
              </a:rPr>
              <a:t> ek </a:t>
            </a:r>
            <a:r>
              <a:rPr lang="en-US" sz="1000" dirty="0" err="1">
                <a:highlight>
                  <a:srgbClr val="C0C0C0"/>
                </a:highlight>
              </a:rPr>
              <a:t>ek</a:t>
            </a:r>
            <a:r>
              <a:rPr lang="en-US" sz="1000" dirty="0">
                <a:highlight>
                  <a:srgbClr val="C0C0C0"/>
                </a:highlight>
              </a:rPr>
              <a:t> ta output pai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42FFC19-5454-53DE-04B4-97E7C63A663C}"/>
              </a:ext>
            </a:extLst>
          </p:cNvPr>
          <p:cNvGrpSpPr/>
          <p:nvPr/>
        </p:nvGrpSpPr>
        <p:grpSpPr>
          <a:xfrm>
            <a:off x="9454896" y="2642616"/>
            <a:ext cx="237600" cy="397080"/>
            <a:chOff x="9454896" y="2642616"/>
            <a:chExt cx="237600" cy="39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1D849B8-CAE7-D5AE-ABB3-1387965DEAE9}"/>
                    </a:ext>
                  </a:extLst>
                </p14:cNvPr>
                <p14:cNvContentPartPr/>
                <p14:nvPr/>
              </p14:nvContentPartPr>
              <p14:xfrm>
                <a:off x="9486936" y="2642616"/>
                <a:ext cx="205560" cy="389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1D849B8-CAE7-D5AE-ABB3-1387965DEAE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478296" y="2633616"/>
                  <a:ext cx="22320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18CC5F7-7F89-7D46-4A32-627BA2C85100}"/>
                    </a:ext>
                  </a:extLst>
                </p14:cNvPr>
                <p14:cNvContentPartPr/>
                <p14:nvPr/>
              </p14:nvContentPartPr>
              <p14:xfrm>
                <a:off x="9454896" y="2916936"/>
                <a:ext cx="144720" cy="122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18CC5F7-7F89-7D46-4A32-627BA2C8510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445896" y="2907936"/>
                  <a:ext cx="16236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C79817E-B065-487E-F4E4-8121E87676D9}"/>
              </a:ext>
            </a:extLst>
          </p:cNvPr>
          <p:cNvGrpSpPr/>
          <p:nvPr/>
        </p:nvGrpSpPr>
        <p:grpSpPr>
          <a:xfrm>
            <a:off x="9797976" y="3632616"/>
            <a:ext cx="531720" cy="336600"/>
            <a:chOff x="9797976" y="3632616"/>
            <a:chExt cx="531720" cy="33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93C3269-078B-B4C3-A764-21905ED83643}"/>
                    </a:ext>
                  </a:extLst>
                </p14:cNvPr>
                <p14:cNvContentPartPr/>
                <p14:nvPr/>
              </p14:nvContentPartPr>
              <p14:xfrm>
                <a:off x="9838656" y="3632616"/>
                <a:ext cx="491040" cy="295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93C3269-078B-B4C3-A764-21905ED8364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830016" y="3623976"/>
                  <a:ext cx="50868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2464F99-6FCE-0FF1-605D-17BDDD9726DC}"/>
                    </a:ext>
                  </a:extLst>
                </p14:cNvPr>
                <p14:cNvContentPartPr/>
                <p14:nvPr/>
              </p14:nvContentPartPr>
              <p14:xfrm>
                <a:off x="9797976" y="3803976"/>
                <a:ext cx="183600" cy="165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2464F99-6FCE-0FF1-605D-17BDDD9726D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789336" y="3794976"/>
                  <a:ext cx="201240" cy="182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2362082-6B89-D7B8-8239-EDCE3789A167}"/>
              </a:ext>
            </a:extLst>
          </p:cNvPr>
          <p:cNvSpPr txBox="1"/>
          <p:nvPr/>
        </p:nvSpPr>
        <p:spPr>
          <a:xfrm>
            <a:off x="3700272" y="5516168"/>
            <a:ext cx="40767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er </a:t>
            </a:r>
            <a:r>
              <a:rPr lang="en-US" sz="1000" dirty="0" err="1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jnne</a:t>
            </a:r>
            <a:r>
              <a:rPr lang="en-US" sz="10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 sob </a:t>
            </a:r>
            <a:r>
              <a:rPr lang="en-US" sz="1000" dirty="0" err="1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thke</a:t>
            </a:r>
            <a:r>
              <a:rPr lang="en-US" sz="10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besi</a:t>
            </a:r>
            <a:r>
              <a:rPr lang="en-US" sz="10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lang="en-US" sz="1000" dirty="0" err="1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jei</a:t>
            </a:r>
            <a:r>
              <a:rPr lang="en-US" sz="10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output </a:t>
            </a:r>
            <a:r>
              <a:rPr lang="en-US" sz="1000" dirty="0" err="1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dbe</a:t>
            </a:r>
            <a:r>
              <a:rPr lang="en-US" sz="10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seitai</a:t>
            </a:r>
            <a:r>
              <a:rPr lang="en-US" sz="10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final output;</a:t>
            </a:r>
          </a:p>
          <a:p>
            <a:r>
              <a:rPr lang="en-US" sz="10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Regression er </a:t>
            </a:r>
            <a:r>
              <a:rPr lang="en-US" sz="1000" dirty="0" err="1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jnne</a:t>
            </a:r>
            <a:r>
              <a:rPr lang="en-US" sz="10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 sob model er output er average </a:t>
            </a:r>
            <a:r>
              <a:rPr lang="en-US" sz="1000" dirty="0" err="1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hbe</a:t>
            </a:r>
            <a:r>
              <a:rPr lang="en-US" sz="10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final output.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30E3DB5-3556-58B9-5482-648C8E99E101}"/>
              </a:ext>
            </a:extLst>
          </p:cNvPr>
          <p:cNvGrpSpPr/>
          <p:nvPr/>
        </p:nvGrpSpPr>
        <p:grpSpPr>
          <a:xfrm>
            <a:off x="6281856" y="4898736"/>
            <a:ext cx="1269000" cy="551160"/>
            <a:chOff x="6281856" y="4898736"/>
            <a:chExt cx="1269000" cy="55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321594D-9319-A05D-18C5-4A8B72CD7550}"/>
                    </a:ext>
                  </a:extLst>
                </p14:cNvPr>
                <p14:cNvContentPartPr/>
                <p14:nvPr/>
              </p14:nvContentPartPr>
              <p14:xfrm>
                <a:off x="6281856" y="4949856"/>
                <a:ext cx="1189440" cy="500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321594D-9319-A05D-18C5-4A8B72CD755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272856" y="4941216"/>
                  <a:ext cx="120708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C26EA2B-7A90-B438-D47F-7B864280EE8F}"/>
                    </a:ext>
                  </a:extLst>
                </p14:cNvPr>
                <p14:cNvContentPartPr/>
                <p14:nvPr/>
              </p14:nvContentPartPr>
              <p14:xfrm>
                <a:off x="7324056" y="4946976"/>
                <a:ext cx="226800" cy="195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C26EA2B-7A90-B438-D47F-7B864280EE8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315416" y="4937976"/>
                  <a:ext cx="2444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4A533CA-76DE-E00D-B234-93B7BEEF61E3}"/>
                    </a:ext>
                  </a:extLst>
                </p14:cNvPr>
                <p14:cNvContentPartPr/>
                <p14:nvPr/>
              </p14:nvContentPartPr>
              <p14:xfrm>
                <a:off x="7241976" y="4898736"/>
                <a:ext cx="289440" cy="262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4A533CA-76DE-E00D-B234-93B7BEEF61E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233336" y="4889736"/>
                  <a:ext cx="307080" cy="2797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4472621-3526-884E-EF46-7F403062223F}"/>
              </a:ext>
            </a:extLst>
          </p:cNvPr>
          <p:cNvSpPr txBox="1"/>
          <p:nvPr/>
        </p:nvSpPr>
        <p:spPr>
          <a:xfrm>
            <a:off x="1696800" y="566928"/>
            <a:ext cx="5474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Improve accuracy, Robustness, Reduce bias and variance</a:t>
            </a:r>
          </a:p>
        </p:txBody>
      </p:sp>
    </p:spTree>
    <p:extLst>
      <p:ext uri="{BB962C8B-B14F-4D97-AF65-F5344CB8AC3E}">
        <p14:creationId xmlns:p14="http://schemas.microsoft.com/office/powerpoint/2010/main" val="258034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17" y="1179576"/>
            <a:ext cx="10360179" cy="341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303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8356A-481C-0A21-BDB8-83AA6E66D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C8C686-31FE-A187-256B-AB2A8363B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807" y="913903"/>
            <a:ext cx="8526386" cy="44649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4AAE80-DA34-A5D0-A3AF-74E2CF2F1A41}"/>
              </a:ext>
            </a:extLst>
          </p:cNvPr>
          <p:cNvSpPr txBox="1"/>
          <p:nvPr/>
        </p:nvSpPr>
        <p:spPr>
          <a:xfrm>
            <a:off x="2615184" y="5883477"/>
            <a:ext cx="2011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highlight>
                  <a:srgbClr val="C0C0C0"/>
                </a:highlight>
              </a:rPr>
              <a:t>Besirbag</a:t>
            </a:r>
            <a:r>
              <a:rPr lang="en-US" sz="1000" dirty="0">
                <a:highlight>
                  <a:srgbClr val="C0C0C0"/>
                </a:highlight>
              </a:rPr>
              <a:t> model </a:t>
            </a:r>
            <a:r>
              <a:rPr lang="en-US" sz="1000" dirty="0" err="1">
                <a:highlight>
                  <a:srgbClr val="C0C0C0"/>
                </a:highlight>
              </a:rPr>
              <a:t>thke</a:t>
            </a:r>
            <a:r>
              <a:rPr lang="en-US" sz="1000" dirty="0">
                <a:highlight>
                  <a:srgbClr val="C0C0C0"/>
                </a:highlight>
              </a:rPr>
              <a:t> sunny </a:t>
            </a:r>
            <a:r>
              <a:rPr lang="en-US" sz="1000" dirty="0" err="1">
                <a:highlight>
                  <a:srgbClr val="C0C0C0"/>
                </a:highlight>
              </a:rPr>
              <a:t>paisi</a:t>
            </a:r>
            <a:r>
              <a:rPr lang="en-US" sz="1000" dirty="0">
                <a:highlight>
                  <a:srgbClr val="C0C0C0"/>
                </a:highlight>
              </a:rPr>
              <a:t> tai final output combine </a:t>
            </a:r>
            <a:r>
              <a:rPr lang="en-US" sz="1000" dirty="0" err="1">
                <a:highlight>
                  <a:srgbClr val="C0C0C0"/>
                </a:highlight>
              </a:rPr>
              <a:t>kre</a:t>
            </a:r>
            <a:r>
              <a:rPr lang="en-US" sz="1000" dirty="0">
                <a:highlight>
                  <a:srgbClr val="C0C0C0"/>
                </a:highlight>
              </a:rPr>
              <a:t> sunny 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335CC9-4358-4358-2311-DFE6654BED19}"/>
              </a:ext>
            </a:extLst>
          </p:cNvPr>
          <p:cNvSpPr txBox="1"/>
          <p:nvPr/>
        </p:nvSpPr>
        <p:spPr>
          <a:xfrm>
            <a:off x="5044441" y="5927468"/>
            <a:ext cx="2407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highlight>
                  <a:srgbClr val="C0C0C0"/>
                </a:highlight>
              </a:rPr>
              <a:t>Besirbag</a:t>
            </a:r>
            <a:r>
              <a:rPr lang="en-US" sz="1000" dirty="0">
                <a:highlight>
                  <a:srgbClr val="C0C0C0"/>
                </a:highlight>
              </a:rPr>
              <a:t> model </a:t>
            </a:r>
            <a:r>
              <a:rPr lang="en-US" sz="1000" dirty="0" err="1">
                <a:highlight>
                  <a:srgbClr val="C0C0C0"/>
                </a:highlight>
              </a:rPr>
              <a:t>thke</a:t>
            </a:r>
            <a:r>
              <a:rPr lang="en-US" sz="1000" dirty="0">
                <a:highlight>
                  <a:srgbClr val="C0C0C0"/>
                </a:highlight>
              </a:rPr>
              <a:t> cloudy </a:t>
            </a:r>
            <a:r>
              <a:rPr lang="en-US" sz="1000" dirty="0" err="1">
                <a:highlight>
                  <a:srgbClr val="C0C0C0"/>
                </a:highlight>
              </a:rPr>
              <a:t>paisi</a:t>
            </a:r>
            <a:r>
              <a:rPr lang="en-US" sz="1000" dirty="0">
                <a:highlight>
                  <a:srgbClr val="C0C0C0"/>
                </a:highlight>
              </a:rPr>
              <a:t> tai final output combine </a:t>
            </a:r>
            <a:r>
              <a:rPr lang="en-US" sz="1000" dirty="0" err="1">
                <a:highlight>
                  <a:srgbClr val="C0C0C0"/>
                </a:highlight>
              </a:rPr>
              <a:t>kre</a:t>
            </a:r>
            <a:r>
              <a:rPr lang="en-US" sz="1000" dirty="0">
                <a:highlight>
                  <a:srgbClr val="C0C0C0"/>
                </a:highlight>
              </a:rPr>
              <a:t> cloudy 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FBB7425-BD19-5A6F-C874-5F1B70F342CF}"/>
              </a:ext>
            </a:extLst>
          </p:cNvPr>
          <p:cNvGrpSpPr/>
          <p:nvPr/>
        </p:nvGrpSpPr>
        <p:grpSpPr>
          <a:xfrm>
            <a:off x="3566016" y="5182416"/>
            <a:ext cx="633600" cy="706320"/>
            <a:chOff x="3566016" y="5182416"/>
            <a:chExt cx="633600" cy="70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6813B77-B2A2-7BBC-2326-9C50FE15B8E7}"/>
                    </a:ext>
                  </a:extLst>
                </p14:cNvPr>
                <p14:cNvContentPartPr/>
                <p14:nvPr/>
              </p14:nvContentPartPr>
              <p14:xfrm>
                <a:off x="3566016" y="5210856"/>
                <a:ext cx="574920" cy="677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6813B77-B2A2-7BBC-2326-9C50FE15B8E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557376" y="5202216"/>
                  <a:ext cx="592560" cy="69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6570723-30FC-8F14-BBC9-C7AC501943FB}"/>
                    </a:ext>
                  </a:extLst>
                </p14:cNvPr>
                <p14:cNvContentPartPr/>
                <p14:nvPr/>
              </p14:nvContentPartPr>
              <p14:xfrm>
                <a:off x="3913416" y="5182416"/>
                <a:ext cx="286200" cy="157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6570723-30FC-8F14-BBC9-C7AC501943F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04776" y="5173416"/>
                  <a:ext cx="30384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68D862A-B2B8-240B-C864-4CB6DB5C22EE}"/>
              </a:ext>
            </a:extLst>
          </p:cNvPr>
          <p:cNvGrpSpPr/>
          <p:nvPr/>
        </p:nvGrpSpPr>
        <p:grpSpPr>
          <a:xfrm>
            <a:off x="5623776" y="5219496"/>
            <a:ext cx="208080" cy="788040"/>
            <a:chOff x="5623776" y="5219496"/>
            <a:chExt cx="208080" cy="78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CEF0724-B18B-D863-35FA-8873D3D881B1}"/>
                    </a:ext>
                  </a:extLst>
                </p14:cNvPr>
                <p14:cNvContentPartPr/>
                <p14:nvPr/>
              </p14:nvContentPartPr>
              <p14:xfrm>
                <a:off x="5623776" y="5219496"/>
                <a:ext cx="165600" cy="788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CEF0724-B18B-D863-35FA-8873D3D881B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15136" y="5210856"/>
                  <a:ext cx="183240" cy="80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E8E9441-7E8C-8F1D-12F5-A287DD03634E}"/>
                    </a:ext>
                  </a:extLst>
                </p14:cNvPr>
                <p14:cNvContentPartPr/>
                <p14:nvPr/>
              </p14:nvContentPartPr>
              <p14:xfrm>
                <a:off x="5773176" y="5221296"/>
                <a:ext cx="58680" cy="145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E8E9441-7E8C-8F1D-12F5-A287DD03634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764536" y="5212296"/>
                  <a:ext cx="76320" cy="162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61150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054" y="1120379"/>
            <a:ext cx="9336932" cy="380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568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8CBCA-043E-7346-20D6-FC025649D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F230D7-D0A2-4257-6B34-7FE186AAB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233" y="855052"/>
            <a:ext cx="9161558" cy="46492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1CB2CC2-B810-5C24-EC7F-7831D060E0C5}"/>
                  </a:ext>
                </a:extLst>
              </p14:cNvPr>
              <p14:cNvContentPartPr/>
              <p14:nvPr/>
            </p14:nvContentPartPr>
            <p14:xfrm>
              <a:off x="8512920" y="5594975"/>
              <a:ext cx="1789560" cy="137953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1CB2CC2-B810-5C24-EC7F-7831D060E0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58920" y="5486635"/>
                <a:ext cx="1897200" cy="354272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5E00B6D6-9E65-9F73-75EB-4306E93B42FE}"/>
              </a:ext>
            </a:extLst>
          </p:cNvPr>
          <p:cNvGrpSpPr/>
          <p:nvPr/>
        </p:nvGrpSpPr>
        <p:grpSpPr>
          <a:xfrm>
            <a:off x="749736" y="584856"/>
            <a:ext cx="506160" cy="363240"/>
            <a:chOff x="749736" y="584856"/>
            <a:chExt cx="506160" cy="36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123AA68-9A5F-4851-0853-DBBDBBF3C5C6}"/>
                    </a:ext>
                  </a:extLst>
                </p14:cNvPr>
                <p14:cNvContentPartPr/>
                <p14:nvPr/>
              </p14:nvContentPartPr>
              <p14:xfrm>
                <a:off x="882576" y="603576"/>
                <a:ext cx="169200" cy="3445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123AA68-9A5F-4851-0853-DBBDBBF3C5C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73936" y="594576"/>
                  <a:ext cx="1868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2B01A8A-B7F1-7C4C-5111-E86006B1550C}"/>
                    </a:ext>
                  </a:extLst>
                </p14:cNvPr>
                <p14:cNvContentPartPr/>
                <p14:nvPr/>
              </p14:nvContentPartPr>
              <p14:xfrm>
                <a:off x="813816" y="648936"/>
                <a:ext cx="318960" cy="2260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2B01A8A-B7F1-7C4C-5111-E86006B1550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04816" y="639936"/>
                  <a:ext cx="3366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E69AEEA-DD4D-EFD5-6A2F-BF741F47DCBE}"/>
                    </a:ext>
                  </a:extLst>
                </p14:cNvPr>
                <p14:cNvContentPartPr/>
                <p14:nvPr/>
              </p14:nvContentPartPr>
              <p14:xfrm>
                <a:off x="917496" y="584856"/>
                <a:ext cx="96120" cy="3344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E69AEEA-DD4D-EFD5-6A2F-BF741F47DCB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08856" y="576216"/>
                  <a:ext cx="11376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66D96C2-C6BA-EBA7-69F8-B9D543754565}"/>
                    </a:ext>
                  </a:extLst>
                </p14:cNvPr>
                <p14:cNvContentPartPr/>
                <p14:nvPr/>
              </p14:nvContentPartPr>
              <p14:xfrm>
                <a:off x="749736" y="704736"/>
                <a:ext cx="506160" cy="118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66D96C2-C6BA-EBA7-69F8-B9D54375456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41096" y="695736"/>
                  <a:ext cx="523800" cy="136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42172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216" y="782098"/>
            <a:ext cx="8355123" cy="457879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D0557BF-6615-8E9C-171D-FEFACC64F9E8}"/>
              </a:ext>
            </a:extLst>
          </p:cNvPr>
          <p:cNvGrpSpPr/>
          <p:nvPr/>
        </p:nvGrpSpPr>
        <p:grpSpPr>
          <a:xfrm>
            <a:off x="4782096" y="749736"/>
            <a:ext cx="385920" cy="528120"/>
            <a:chOff x="4782096" y="749736"/>
            <a:chExt cx="385920" cy="52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BF5C7F7-F985-B5FA-87A9-9C8417B3342C}"/>
                    </a:ext>
                  </a:extLst>
                </p14:cNvPr>
                <p14:cNvContentPartPr/>
                <p14:nvPr/>
              </p14:nvContentPartPr>
              <p14:xfrm>
                <a:off x="4804416" y="749736"/>
                <a:ext cx="253080" cy="4028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BF5C7F7-F985-B5FA-87A9-9C8417B3342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795416" y="740736"/>
                  <a:ext cx="27072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95AA757-45C6-DFCE-B4BF-6A4806F1BAD5}"/>
                    </a:ext>
                  </a:extLst>
                </p14:cNvPr>
                <p14:cNvContentPartPr/>
                <p14:nvPr/>
              </p14:nvContentPartPr>
              <p14:xfrm>
                <a:off x="4818816" y="877896"/>
                <a:ext cx="285120" cy="263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95AA757-45C6-DFCE-B4BF-6A4806F1BAD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809816" y="868896"/>
                  <a:ext cx="3027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CC19B23-B685-66F8-1267-AC8DA465C15C}"/>
                    </a:ext>
                  </a:extLst>
                </p14:cNvPr>
                <p14:cNvContentPartPr/>
                <p14:nvPr/>
              </p14:nvContentPartPr>
              <p14:xfrm>
                <a:off x="4952016" y="832176"/>
                <a:ext cx="3960" cy="445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CC19B23-B685-66F8-1267-AC8DA465C15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943376" y="823176"/>
                  <a:ext cx="2160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12B79B1-35ED-FBF6-2460-809A4FCDC5E4}"/>
                    </a:ext>
                  </a:extLst>
                </p14:cNvPr>
                <p14:cNvContentPartPr/>
                <p14:nvPr/>
              </p14:nvContentPartPr>
              <p14:xfrm>
                <a:off x="4782096" y="965376"/>
                <a:ext cx="385920" cy="50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12B79B1-35ED-FBF6-2460-809A4FCDC5E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773096" y="956736"/>
                  <a:ext cx="403560" cy="67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27150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777BB-346B-DA93-C9A8-A591F1FA2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64855C-0F14-7F1A-254F-8FEEE18A5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5" y="1069849"/>
            <a:ext cx="10552176" cy="496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837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874" y="1204003"/>
            <a:ext cx="9134252" cy="415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807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A2F73-E2E5-7791-746B-9E67AC827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D0DA12C-77F3-37E5-7CFE-78D12AB520BE}"/>
              </a:ext>
            </a:extLst>
          </p:cNvPr>
          <p:cNvGrpSpPr/>
          <p:nvPr/>
        </p:nvGrpSpPr>
        <p:grpSpPr>
          <a:xfrm>
            <a:off x="1569442" y="1237969"/>
            <a:ext cx="9627030" cy="4060172"/>
            <a:chOff x="2356348" y="3703262"/>
            <a:chExt cx="6879092" cy="290123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07C388B-2282-81D2-B1EB-4FDFE9081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56348" y="3703262"/>
              <a:ext cx="6879092" cy="828532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1E55CBD-6430-CECC-ED0D-3EF3C2BC41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6348" y="4636298"/>
              <a:ext cx="6672127" cy="1968201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336FA2F-07DA-E0B1-0765-626D69172554}"/>
                  </a:ext>
                </a:extLst>
              </p14:cNvPr>
              <p14:cNvContentPartPr/>
              <p14:nvPr/>
            </p14:nvContentPartPr>
            <p14:xfrm>
              <a:off x="2445696" y="1862063"/>
              <a:ext cx="2743560" cy="55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336FA2F-07DA-E0B1-0765-626D691725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91696" y="1754063"/>
                <a:ext cx="2851200" cy="27072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C935FF3-17F3-018D-A9E9-72A872B75117}"/>
              </a:ext>
            </a:extLst>
          </p:cNvPr>
          <p:cNvSpPr txBox="1"/>
          <p:nvPr/>
        </p:nvSpPr>
        <p:spPr>
          <a:xfrm>
            <a:off x="5843016" y="605752"/>
            <a:ext cx="61419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600" b="1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r>
              <a:rPr lang="en-US" sz="16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is an </a:t>
            </a:r>
            <a:r>
              <a:rPr lang="en-US" sz="1600" b="1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 method</a:t>
            </a:r>
            <a:r>
              <a:rPr lang="en-US" sz="16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that creates many decision trees during training and outputs the </a:t>
            </a:r>
            <a:r>
              <a:rPr lang="en-US" sz="1600" b="1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majority vote</a:t>
            </a:r>
            <a:r>
              <a:rPr lang="en-US" sz="16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(for classification) or </a:t>
            </a:r>
            <a:r>
              <a:rPr lang="en-US" sz="1600" b="1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average prediction</a:t>
            </a:r>
            <a:r>
              <a:rPr lang="en-US" sz="16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(for regression) of those trees to improve accuracy and reduce overfitting.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74CE51-6A0B-1A87-6061-4E9623E3D932}"/>
              </a:ext>
            </a:extLst>
          </p:cNvPr>
          <p:cNvSpPr txBox="1"/>
          <p:nvPr/>
        </p:nvSpPr>
        <p:spPr>
          <a:xfrm>
            <a:off x="-804672" y="3429000"/>
            <a:ext cx="30492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and </a:t>
            </a:r>
            <a:r>
              <a:rPr lang="en-US" sz="1600" dirty="0" err="1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Regresiion</a:t>
            </a:r>
            <a:r>
              <a:rPr lang="en-US" sz="16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trees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DF20FE5-1851-AE0F-0CE1-E3826029DDE9}"/>
              </a:ext>
            </a:extLst>
          </p:cNvPr>
          <p:cNvGrpSpPr/>
          <p:nvPr/>
        </p:nvGrpSpPr>
        <p:grpSpPr>
          <a:xfrm>
            <a:off x="2158776" y="3600216"/>
            <a:ext cx="1681920" cy="223560"/>
            <a:chOff x="2158776" y="3600216"/>
            <a:chExt cx="1681920" cy="22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A74F085-E5EE-E8DF-95D6-515DEFFF5C64}"/>
                    </a:ext>
                  </a:extLst>
                </p14:cNvPr>
                <p14:cNvContentPartPr/>
                <p14:nvPr/>
              </p14:nvContentPartPr>
              <p14:xfrm>
                <a:off x="2158776" y="3600216"/>
                <a:ext cx="1681920" cy="223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A74F085-E5EE-E8DF-95D6-515DEFFF5C6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50136" y="3591576"/>
                  <a:ext cx="16995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8EC2D03-353A-FDC3-69E1-D9C0B787F42A}"/>
                    </a:ext>
                  </a:extLst>
                </p14:cNvPr>
                <p14:cNvContentPartPr/>
                <p14:nvPr/>
              </p14:nvContentPartPr>
              <p14:xfrm>
                <a:off x="2166696" y="3622176"/>
                <a:ext cx="142560" cy="41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8EC2D03-353A-FDC3-69E1-D9C0B787F42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58056" y="3613536"/>
                  <a:ext cx="160200" cy="58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49666B6-3156-CEF0-9569-E204585D5A54}"/>
              </a:ext>
            </a:extLst>
          </p:cNvPr>
          <p:cNvSpPr txBox="1"/>
          <p:nvPr/>
        </p:nvSpPr>
        <p:spPr>
          <a:xfrm>
            <a:off x="2166696" y="5444391"/>
            <a:ext cx="72424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Motivation: </a:t>
            </a:r>
            <a:r>
              <a:rPr lang="en-US" sz="16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Reduce overfitting and improve accuracy. </a:t>
            </a:r>
          </a:p>
          <a:p>
            <a:r>
              <a:rPr lang="en-US" sz="1600" b="1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Main Idea: </a:t>
            </a:r>
            <a:r>
              <a:rPr lang="en-US" sz="16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Build many decision trees and combine their results. </a:t>
            </a:r>
          </a:p>
          <a:p>
            <a:r>
              <a:rPr lang="en-US" sz="1600" b="1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Key: </a:t>
            </a:r>
            <a:r>
              <a:rPr lang="en-US" sz="16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Random sampling of data and features; final prediction by voting/averaging. 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2BBCFB3-F3A6-82E0-81E7-06E76F41CCA7}"/>
              </a:ext>
            </a:extLst>
          </p:cNvPr>
          <p:cNvGrpSpPr/>
          <p:nvPr/>
        </p:nvGrpSpPr>
        <p:grpSpPr>
          <a:xfrm>
            <a:off x="1051416" y="630936"/>
            <a:ext cx="552240" cy="622800"/>
            <a:chOff x="1051416" y="630936"/>
            <a:chExt cx="552240" cy="62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48963FF-5D6E-CC1A-8BFE-081A1EC06F21}"/>
                    </a:ext>
                  </a:extLst>
                </p14:cNvPr>
                <p14:cNvContentPartPr/>
                <p14:nvPr/>
              </p14:nvContentPartPr>
              <p14:xfrm>
                <a:off x="1255176" y="703656"/>
                <a:ext cx="244440" cy="4798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48963FF-5D6E-CC1A-8BFE-081A1EC06F2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46176" y="695016"/>
                  <a:ext cx="26208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ABA6C95-F185-0EB8-2CF3-38490C453AB3}"/>
                    </a:ext>
                  </a:extLst>
                </p14:cNvPr>
                <p14:cNvContentPartPr/>
                <p14:nvPr/>
              </p14:nvContentPartPr>
              <p14:xfrm>
                <a:off x="1124856" y="713376"/>
                <a:ext cx="467280" cy="493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ABA6C95-F185-0EB8-2CF3-38490C453AB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15856" y="704376"/>
                  <a:ext cx="48492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A5D600C-4E8B-B2EE-D316-C42BB14D3A84}"/>
                    </a:ext>
                  </a:extLst>
                </p14:cNvPr>
                <p14:cNvContentPartPr/>
                <p14:nvPr/>
              </p14:nvContentPartPr>
              <p14:xfrm>
                <a:off x="1307376" y="630936"/>
                <a:ext cx="120240" cy="622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A5D600C-4E8B-B2EE-D316-C42BB14D3A8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98736" y="621936"/>
                  <a:ext cx="137880" cy="64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762B42C-BCC1-E452-3641-C51DD575CAED}"/>
                    </a:ext>
                  </a:extLst>
                </p14:cNvPr>
                <p14:cNvContentPartPr/>
                <p14:nvPr/>
              </p14:nvContentPartPr>
              <p14:xfrm>
                <a:off x="1051416" y="944856"/>
                <a:ext cx="552240" cy="107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762B42C-BCC1-E452-3641-C51DD575CAE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42416" y="935856"/>
                  <a:ext cx="569880" cy="124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49958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320" y="877721"/>
            <a:ext cx="10378568" cy="509331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D3B8550-EA6E-F26A-D92F-7C3E4E63BD93}"/>
                  </a:ext>
                </a:extLst>
              </p14:cNvPr>
              <p14:cNvContentPartPr/>
              <p14:nvPr/>
            </p14:nvContentPartPr>
            <p14:xfrm flipV="1">
              <a:off x="2687040" y="1499618"/>
              <a:ext cx="5579136" cy="45719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D3B8550-EA6E-F26A-D92F-7C3E4E63BD9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flipV="1">
                <a:off x="2633038" y="1392464"/>
                <a:ext cx="5686780" cy="2596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64A5BCF-BF59-5E45-7EA2-C08FE26C9F19}"/>
                  </a:ext>
                </a:extLst>
              </p14:cNvPr>
              <p14:cNvContentPartPr/>
              <p14:nvPr/>
            </p14:nvContentPartPr>
            <p14:xfrm>
              <a:off x="957096" y="959976"/>
              <a:ext cx="643320" cy="365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64A5BCF-BF59-5E45-7EA2-C08FE26C9F1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8096" y="950976"/>
                <a:ext cx="66096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F9C2507-7047-405F-C3E2-8B46D84B6C21}"/>
                  </a:ext>
                </a:extLst>
              </p14:cNvPr>
              <p14:cNvContentPartPr/>
              <p14:nvPr/>
            </p14:nvContentPartPr>
            <p14:xfrm>
              <a:off x="1033056" y="950616"/>
              <a:ext cx="390960" cy="444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F9C2507-7047-405F-C3E2-8B46D84B6C2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24416" y="941976"/>
                <a:ext cx="408600" cy="46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F45026D-0E2D-233A-F771-A85E504BF7FB}"/>
                  </a:ext>
                </a:extLst>
              </p14:cNvPr>
              <p14:cNvContentPartPr/>
              <p14:nvPr/>
            </p14:nvContentPartPr>
            <p14:xfrm>
              <a:off x="1193976" y="859176"/>
              <a:ext cx="105480" cy="538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F45026D-0E2D-233A-F771-A85E504BF7F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84976" y="850536"/>
                <a:ext cx="123120" cy="55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9670517-C340-B112-DD61-575F5B7E2BA8}"/>
                  </a:ext>
                </a:extLst>
              </p14:cNvPr>
              <p14:cNvContentPartPr/>
              <p14:nvPr/>
            </p14:nvContentPartPr>
            <p14:xfrm>
              <a:off x="914256" y="1188576"/>
              <a:ext cx="547200" cy="9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9670517-C340-B112-DD61-575F5B7E2BA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05616" y="1179576"/>
                <a:ext cx="564840" cy="2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7594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35" y="191086"/>
            <a:ext cx="11189966" cy="655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311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-177" t="-25445" r="177" b="25445"/>
          <a:stretch/>
        </p:blipFill>
        <p:spPr>
          <a:xfrm>
            <a:off x="1362635" y="-983325"/>
            <a:ext cx="9170166" cy="56568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296" y="4709898"/>
            <a:ext cx="7592378" cy="16471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974FFE-18C9-CCE2-A9E1-DF9455331A25}"/>
              </a:ext>
            </a:extLst>
          </p:cNvPr>
          <p:cNvSpPr txBox="1"/>
          <p:nvPr/>
        </p:nvSpPr>
        <p:spPr>
          <a:xfrm>
            <a:off x="6711696" y="0"/>
            <a:ext cx="4325479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Random Forest: </a:t>
            </a:r>
          </a:p>
          <a:p>
            <a:r>
              <a:rPr lang="en-US" sz="14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* High accuracy and robust performance </a:t>
            </a:r>
          </a:p>
          <a:p>
            <a:r>
              <a:rPr lang="en-US" sz="14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* Reduces overfitting compared to a single decision tree </a:t>
            </a:r>
          </a:p>
          <a:p>
            <a:r>
              <a:rPr lang="en-US" sz="14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* Works well with both classification and regression </a:t>
            </a:r>
          </a:p>
          <a:p>
            <a:r>
              <a:rPr lang="en-US" sz="14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* Handles large datasets and high-dimensional data well </a:t>
            </a:r>
          </a:p>
          <a:p>
            <a:r>
              <a:rPr lang="en-US" sz="14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* Less sensitive to noise and outliers</a:t>
            </a:r>
          </a:p>
          <a:p>
            <a:endParaRPr lang="en-US" sz="1400" dirty="0">
              <a:highlight>
                <a:srgbClr val="C0C0C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A56456-6863-8B42-0908-D89D90894ED8}"/>
              </a:ext>
            </a:extLst>
          </p:cNvPr>
          <p:cNvSpPr txBox="1"/>
          <p:nvPr/>
        </p:nvSpPr>
        <p:spPr>
          <a:xfrm>
            <a:off x="6618242" y="5300247"/>
            <a:ext cx="57058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### **Disadvantages of Random Forest:** </a:t>
            </a:r>
          </a:p>
          <a:p>
            <a:r>
              <a:rPr lang="en-US" sz="14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* More computationally expensive and slower than a single tree </a:t>
            </a:r>
          </a:p>
          <a:p>
            <a:r>
              <a:rPr lang="en-US" sz="14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* Harder to interpret (less explainable) </a:t>
            </a:r>
          </a:p>
          <a:p>
            <a:r>
              <a:rPr lang="en-US" sz="14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* Requires more memory due to many trees </a:t>
            </a:r>
          </a:p>
          <a:p>
            <a:r>
              <a:rPr lang="en-US" sz="14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* Training time can be long for large datasets</a:t>
            </a:r>
          </a:p>
          <a:p>
            <a:endParaRPr lang="en-US" sz="1400" dirty="0">
              <a:highlight>
                <a:srgbClr val="C0C0C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1F44F26-369F-13BB-9472-1139BE42FD75}"/>
                  </a:ext>
                </a:extLst>
              </p14:cNvPr>
              <p14:cNvContentPartPr/>
              <p14:nvPr/>
            </p14:nvContentPartPr>
            <p14:xfrm>
              <a:off x="1294056" y="438696"/>
              <a:ext cx="699120" cy="5734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1F44F26-369F-13BB-9472-1139BE42FD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5416" y="429696"/>
                <a:ext cx="716760" cy="59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435EA68-5CDE-F524-8A7A-6A9F3778FC6E}"/>
                  </a:ext>
                </a:extLst>
              </p14:cNvPr>
              <p14:cNvContentPartPr/>
              <p14:nvPr/>
            </p14:nvContentPartPr>
            <p14:xfrm>
              <a:off x="1459296" y="448056"/>
              <a:ext cx="481320" cy="536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435EA68-5CDE-F524-8A7A-6A9F3778FC6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50656" y="439416"/>
                <a:ext cx="498960" cy="55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B2516F3-8537-2601-045F-9A673189A5FD}"/>
                  </a:ext>
                </a:extLst>
              </p14:cNvPr>
              <p14:cNvContentPartPr/>
              <p14:nvPr/>
            </p14:nvContentPartPr>
            <p14:xfrm>
              <a:off x="1673496" y="484416"/>
              <a:ext cx="46080" cy="4442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B2516F3-8537-2601-045F-9A673189A5F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64856" y="475416"/>
                <a:ext cx="63720" cy="46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3D74B9D-4535-B41E-0CBE-C05355AFB753}"/>
                  </a:ext>
                </a:extLst>
              </p14:cNvPr>
              <p14:cNvContentPartPr/>
              <p14:nvPr/>
            </p14:nvContentPartPr>
            <p14:xfrm>
              <a:off x="1444536" y="740016"/>
              <a:ext cx="512280" cy="378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3D74B9D-4535-B41E-0CBE-C05355AFB75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35536" y="731016"/>
                <a:ext cx="529920" cy="5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948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579" y="740527"/>
            <a:ext cx="9294682" cy="488034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A4E7952-F81A-E605-42A1-BC1CAA5B6566}"/>
              </a:ext>
            </a:extLst>
          </p:cNvPr>
          <p:cNvGrpSpPr/>
          <p:nvPr/>
        </p:nvGrpSpPr>
        <p:grpSpPr>
          <a:xfrm>
            <a:off x="4471416" y="639936"/>
            <a:ext cx="496440" cy="447480"/>
            <a:chOff x="4471416" y="639936"/>
            <a:chExt cx="496440" cy="44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F1CAF8A-5C6D-2E5B-D9F4-A70418495010}"/>
                    </a:ext>
                  </a:extLst>
                </p14:cNvPr>
                <p14:cNvContentPartPr/>
                <p14:nvPr/>
              </p14:nvContentPartPr>
              <p14:xfrm>
                <a:off x="4644936" y="639936"/>
                <a:ext cx="210960" cy="3960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F1CAF8A-5C6D-2E5B-D9F4-A7041849501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36296" y="630936"/>
                  <a:ext cx="22860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CDCE828-69AF-4F79-C632-7BC125CEC0AA}"/>
                    </a:ext>
                  </a:extLst>
                </p14:cNvPr>
                <p14:cNvContentPartPr/>
                <p14:nvPr/>
              </p14:nvContentPartPr>
              <p14:xfrm>
                <a:off x="4599216" y="757656"/>
                <a:ext cx="223200" cy="198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CDCE828-69AF-4F79-C632-7BC125CEC0A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90576" y="748656"/>
                  <a:ext cx="2408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DCF97FA-F415-AC67-B0E8-3EEA01850DB7}"/>
                    </a:ext>
                  </a:extLst>
                </p14:cNvPr>
                <p14:cNvContentPartPr/>
                <p14:nvPr/>
              </p14:nvContentPartPr>
              <p14:xfrm>
                <a:off x="4663296" y="685656"/>
                <a:ext cx="42840" cy="401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DCF97FA-F415-AC67-B0E8-3EEA01850DB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654296" y="676656"/>
                  <a:ext cx="6048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10E4E0F-1A45-3781-9AF9-1EF3E589673B}"/>
                    </a:ext>
                  </a:extLst>
                </p14:cNvPr>
                <p14:cNvContentPartPr/>
                <p14:nvPr/>
              </p14:nvContentPartPr>
              <p14:xfrm>
                <a:off x="4471416" y="817056"/>
                <a:ext cx="496440" cy="198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10E4E0F-1A45-3781-9AF9-1EF3E589673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462776" y="808056"/>
                  <a:ext cx="514080" cy="21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52068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477" y="628650"/>
            <a:ext cx="9124950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00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801415" y="970907"/>
            <a:ext cx="8876814" cy="4040363"/>
            <a:chOff x="2706850" y="182015"/>
            <a:chExt cx="6175893" cy="2811014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06850" y="182015"/>
              <a:ext cx="6175893" cy="2811014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60420" y="1089118"/>
              <a:ext cx="3734344" cy="32167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234D31A-0CDA-B50B-708B-2758AB6EEE36}"/>
              </a:ext>
            </a:extLst>
          </p:cNvPr>
          <p:cNvSpPr txBox="1"/>
          <p:nvPr/>
        </p:nvSpPr>
        <p:spPr>
          <a:xfrm>
            <a:off x="630936" y="5413248"/>
            <a:ext cx="11463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highlight>
                  <a:srgbClr val="FFFF00"/>
                </a:highlight>
              </a:rPr>
              <a:t>Bagging : Reduce variance by averaging multiple model, training approach parallel, equal weighting for all samples, improve stability and reduce overfitting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E9E37E-1098-7947-77DC-B71C5973D0DE}"/>
              </a:ext>
            </a:extLst>
          </p:cNvPr>
          <p:cNvSpPr txBox="1"/>
          <p:nvPr/>
        </p:nvSpPr>
        <p:spPr>
          <a:xfrm>
            <a:off x="411480" y="5952744"/>
            <a:ext cx="12115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ighlight>
                  <a:srgbClr val="FFFF00"/>
                </a:highlight>
              </a:rPr>
              <a:t>Boosting: reduce both variance and bias by focusing on hard to predict examples, train approach is sequential, adjust weight-increase weight for misclassified samples, improves accuracy</a:t>
            </a:r>
          </a:p>
        </p:txBody>
      </p:sp>
    </p:spTree>
    <p:extLst>
      <p:ext uri="{BB962C8B-B14F-4D97-AF65-F5344CB8AC3E}">
        <p14:creationId xmlns:p14="http://schemas.microsoft.com/office/powerpoint/2010/main" val="2157732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00750-47F6-3D30-C6D6-076F6FBC7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FD3053-4A67-9F65-3665-A022365A6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303" y="506413"/>
            <a:ext cx="3734344" cy="3216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F7E05C-08EA-7855-8BB0-7048EE7FD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352" y="828083"/>
            <a:ext cx="8920076" cy="480175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1D49AC2-96D8-3C95-B3FA-2C9CCB605634}"/>
                  </a:ext>
                </a:extLst>
              </p14:cNvPr>
              <p14:cNvContentPartPr/>
              <p14:nvPr/>
            </p14:nvContentPartPr>
            <p14:xfrm>
              <a:off x="2971728" y="1500336"/>
              <a:ext cx="3870720" cy="45719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1D49AC2-96D8-3C95-B3FA-2C9CCB6056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17728" y="1393182"/>
                <a:ext cx="3978360" cy="25967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8810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416" y="1447936"/>
            <a:ext cx="9681325" cy="364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91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555BB-B5E0-FEF0-0B42-4EE7F242B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DB30A90-80F9-41C4-5AA2-E9F12F57C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916" y="899412"/>
            <a:ext cx="8559960" cy="464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7241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898" y="1036214"/>
            <a:ext cx="9438885" cy="443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9216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4725A-F746-C4AB-42F4-4FD7B75BD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DF017F-8DC9-BDAA-EE87-F716A3745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731" y="1125732"/>
            <a:ext cx="8550538" cy="399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907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332" y="1116865"/>
            <a:ext cx="8989568" cy="445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8324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F6422-7103-6FD0-FCE3-EA4AA5397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9B3D2C-0B53-90CB-908D-E2448B34E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885" y="930807"/>
            <a:ext cx="9090230" cy="4573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959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054" y="750194"/>
            <a:ext cx="7345953" cy="44617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031E4B1-4AC6-3CD8-A8D1-637D6455F266}"/>
                  </a:ext>
                </a:extLst>
              </p14:cNvPr>
              <p14:cNvContentPartPr/>
              <p14:nvPr/>
            </p14:nvContentPartPr>
            <p14:xfrm>
              <a:off x="2276496" y="4041216"/>
              <a:ext cx="1335960" cy="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031E4B1-4AC6-3CD8-A8D1-637D6455F2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22496" y="3825216"/>
                <a:ext cx="1443600" cy="43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E2597BE5-7E65-205B-4827-7861A958C920}"/>
              </a:ext>
            </a:extLst>
          </p:cNvPr>
          <p:cNvGrpSpPr/>
          <p:nvPr/>
        </p:nvGrpSpPr>
        <p:grpSpPr>
          <a:xfrm>
            <a:off x="1773216" y="173736"/>
            <a:ext cx="613440" cy="632160"/>
            <a:chOff x="1773216" y="173736"/>
            <a:chExt cx="613440" cy="63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C782F76-9F8D-BF98-4F6F-C7FCB23932B8}"/>
                    </a:ext>
                  </a:extLst>
                </p14:cNvPr>
                <p14:cNvContentPartPr/>
                <p14:nvPr/>
              </p14:nvContentPartPr>
              <p14:xfrm>
                <a:off x="1773216" y="258336"/>
                <a:ext cx="613440" cy="4327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C782F76-9F8D-BF98-4F6F-C7FCB23932B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764576" y="249696"/>
                  <a:ext cx="63108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2193632-2ECB-7EB0-062F-1B003785C4FB}"/>
                    </a:ext>
                  </a:extLst>
                </p14:cNvPr>
                <p14:cNvContentPartPr/>
                <p14:nvPr/>
              </p14:nvContentPartPr>
              <p14:xfrm>
                <a:off x="1902096" y="173736"/>
                <a:ext cx="416880" cy="632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2193632-2ECB-7EB0-062F-1B003785C4F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93096" y="164736"/>
                  <a:ext cx="434520" cy="64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3CE0CEB-1E9C-5E00-463F-408D6061C91F}"/>
                    </a:ext>
                  </a:extLst>
                </p14:cNvPr>
                <p14:cNvContentPartPr/>
                <p14:nvPr/>
              </p14:nvContentPartPr>
              <p14:xfrm>
                <a:off x="2019816" y="173736"/>
                <a:ext cx="65160" cy="570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3CE0CEB-1E9C-5E00-463F-408D6061C91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010816" y="164736"/>
                  <a:ext cx="82800" cy="58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C5455C2-F8B9-7B49-6119-AAD020CDE188}"/>
                    </a:ext>
                  </a:extLst>
                </p14:cNvPr>
                <p14:cNvContentPartPr/>
                <p14:nvPr/>
              </p14:nvContentPartPr>
              <p14:xfrm>
                <a:off x="1828656" y="466056"/>
                <a:ext cx="539280" cy="37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C5455C2-F8B9-7B49-6119-AAD020CDE18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19656" y="457416"/>
                  <a:ext cx="55692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0B2089B-F924-348F-B13C-5A364C254624}"/>
              </a:ext>
            </a:extLst>
          </p:cNvPr>
          <p:cNvGrpSpPr/>
          <p:nvPr/>
        </p:nvGrpSpPr>
        <p:grpSpPr>
          <a:xfrm>
            <a:off x="1783296" y="2450376"/>
            <a:ext cx="257760" cy="250200"/>
            <a:chOff x="1783296" y="2450376"/>
            <a:chExt cx="257760" cy="25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26BF737-5852-2777-BAE8-CF289D887669}"/>
                    </a:ext>
                  </a:extLst>
                </p14:cNvPr>
                <p14:cNvContentPartPr/>
                <p14:nvPr/>
              </p14:nvContentPartPr>
              <p14:xfrm>
                <a:off x="1894536" y="2459376"/>
                <a:ext cx="16920" cy="241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26BF737-5852-2777-BAE8-CF289D88766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85896" y="2450736"/>
                  <a:ext cx="345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D179CAE-1329-87D4-F2A2-C484952CAA9E}"/>
                    </a:ext>
                  </a:extLst>
                </p14:cNvPr>
                <p14:cNvContentPartPr/>
                <p14:nvPr/>
              </p14:nvContentPartPr>
              <p14:xfrm>
                <a:off x="1783296" y="2523816"/>
                <a:ext cx="255600" cy="20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D179CAE-1329-87D4-F2A2-C484952CAA9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74296" y="2514816"/>
                  <a:ext cx="2732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0D8DE13-59E6-DE07-21C9-6CFF774F2771}"/>
                    </a:ext>
                  </a:extLst>
                </p14:cNvPr>
                <p14:cNvContentPartPr/>
                <p14:nvPr/>
              </p14:nvContentPartPr>
              <p14:xfrm>
                <a:off x="1810296" y="2450376"/>
                <a:ext cx="230760" cy="183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0D8DE13-59E6-DE07-21C9-6CFF774F277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01656" y="2441376"/>
                  <a:ext cx="2484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52A31A0-FBA3-914D-2BB3-DB52319EE97D}"/>
                    </a:ext>
                  </a:extLst>
                </p14:cNvPr>
                <p14:cNvContentPartPr/>
                <p14:nvPr/>
              </p14:nvContentPartPr>
              <p14:xfrm>
                <a:off x="1783296" y="2484216"/>
                <a:ext cx="206640" cy="176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52A31A0-FBA3-914D-2BB3-DB52319EE97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774296" y="2475576"/>
                  <a:ext cx="22428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B1662B7-B620-18F9-585C-4B0E679CCD9B}"/>
              </a:ext>
            </a:extLst>
          </p:cNvPr>
          <p:cNvGrpSpPr/>
          <p:nvPr/>
        </p:nvGrpSpPr>
        <p:grpSpPr>
          <a:xfrm>
            <a:off x="1526976" y="3648456"/>
            <a:ext cx="347400" cy="399960"/>
            <a:chOff x="1526976" y="3648456"/>
            <a:chExt cx="347400" cy="39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669DECE-3193-16A4-6CEC-53E708B96403}"/>
                    </a:ext>
                  </a:extLst>
                </p14:cNvPr>
                <p14:cNvContentPartPr/>
                <p14:nvPr/>
              </p14:nvContentPartPr>
              <p14:xfrm>
                <a:off x="1592496" y="3809376"/>
                <a:ext cx="281880" cy="176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669DECE-3193-16A4-6CEC-53E708B9640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583856" y="3800376"/>
                  <a:ext cx="2995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DD42AD4-8025-4285-AA21-772EBB74A744}"/>
                    </a:ext>
                  </a:extLst>
                </p14:cNvPr>
                <p14:cNvContentPartPr/>
                <p14:nvPr/>
              </p14:nvContentPartPr>
              <p14:xfrm>
                <a:off x="1618416" y="3746016"/>
                <a:ext cx="153720" cy="232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DD42AD4-8025-4285-AA21-772EBB74A74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609776" y="3737376"/>
                  <a:ext cx="1713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F860FE4-D31A-7929-6A47-C238DB50A4F8}"/>
                    </a:ext>
                  </a:extLst>
                </p14:cNvPr>
                <p14:cNvContentPartPr/>
                <p14:nvPr/>
              </p14:nvContentPartPr>
              <p14:xfrm>
                <a:off x="1717776" y="3648456"/>
                <a:ext cx="10800" cy="399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F860FE4-D31A-7929-6A47-C238DB50A4F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09136" y="3639456"/>
                  <a:ext cx="2844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4CABCD3-2455-31B7-4094-B56450112D7D}"/>
                    </a:ext>
                  </a:extLst>
                </p14:cNvPr>
                <p14:cNvContentPartPr/>
                <p14:nvPr/>
              </p14:nvContentPartPr>
              <p14:xfrm>
                <a:off x="1526976" y="3836016"/>
                <a:ext cx="270720" cy="69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4CABCD3-2455-31B7-4094-B56450112D7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517976" y="3827376"/>
                  <a:ext cx="2883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406542D-4AA3-9478-EDAF-8D63B1E8EF65}"/>
                    </a:ext>
                  </a:extLst>
                </p14:cNvPr>
                <p14:cNvContentPartPr/>
                <p14:nvPr/>
              </p14:nvContentPartPr>
              <p14:xfrm>
                <a:off x="1673856" y="3885336"/>
                <a:ext cx="182520" cy="55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406542D-4AA3-9478-EDAF-8D63B1E8EF6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664856" y="3876336"/>
                  <a:ext cx="200160" cy="73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4D5D6032-013B-5E3F-7922-1314E3A20B2E}"/>
              </a:ext>
            </a:extLst>
          </p:cNvPr>
          <p:cNvSpPr txBox="1"/>
          <p:nvPr/>
        </p:nvSpPr>
        <p:spPr>
          <a:xfrm>
            <a:off x="4383298" y="2161050"/>
            <a:ext cx="6803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 weak learner is defined as an algorithm that produces hypotheses that are at least slightly better than a random classifier.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0BA931-6B3F-E008-50AF-3D89637BB0C6}"/>
              </a:ext>
            </a:extLst>
          </p:cNvPr>
          <p:cNvSpPr txBox="1"/>
          <p:nvPr/>
        </p:nvSpPr>
        <p:spPr>
          <a:xfrm>
            <a:off x="8110728" y="3648456"/>
            <a:ext cx="357530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Why Use Boosting?</a:t>
            </a:r>
          </a:p>
          <a:p>
            <a:r>
              <a:rPr lang="en-US" sz="1400" dirty="0"/>
              <a:t>Boosting is a popular technique because it offers several distinct advantages:</a:t>
            </a:r>
          </a:p>
          <a:p>
            <a:r>
              <a:rPr lang="en-US" sz="1400" b="1" dirty="0"/>
              <a:t>Efficiency:</a:t>
            </a:r>
            <a:r>
              <a:rPr lang="en-US" sz="1400" dirty="0"/>
              <a:t> There is no need to learn a perfect hypothesis from the start.</a:t>
            </a:r>
          </a:p>
          <a:p>
            <a:r>
              <a:rPr lang="en-US" sz="1400" b="1" dirty="0"/>
              <a:t>Flexibility:</a:t>
            </a:r>
            <a:r>
              <a:rPr lang="en-US" sz="1400" dirty="0"/>
              <a:t> You can boost almost any weak learning algorithm.</a:t>
            </a:r>
          </a:p>
          <a:p>
            <a:r>
              <a:rPr lang="en-US" sz="1400" b="1" dirty="0"/>
              <a:t>Ease of Use:</a:t>
            </a:r>
            <a:r>
              <a:rPr lang="en-US" sz="1400" dirty="0"/>
              <a:t> Boosting algorithms are generally simple to program.</a:t>
            </a:r>
          </a:p>
          <a:p>
            <a:r>
              <a:rPr lang="en-US" sz="1400" b="1" dirty="0"/>
              <a:t>Reliability:</a:t>
            </a:r>
            <a:r>
              <a:rPr lang="en-US" sz="1400" dirty="0"/>
              <a:t> It provides good generalization, meaning the final model usually performs well on new, unseen data.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09189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D328E-8469-5944-7D35-55B391923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C719FD-75C3-C7B4-C4A2-F599CD802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335" y="1743698"/>
            <a:ext cx="9274297" cy="272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8070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64892-0344-F89D-55DF-3B9FC47E4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2B09F8-7B62-D870-0A92-2A6777740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409" y="1282130"/>
            <a:ext cx="9693720" cy="375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36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FD412-7E25-DEF5-05D7-26EC6816A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5B37D8-BD0D-55DF-22CD-C189AB6CA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719" y="1200748"/>
            <a:ext cx="9326528" cy="413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0997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11910-789B-BB22-FBB2-C244946CB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08F350-492E-7968-BC63-7E724EDE4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949" y="824754"/>
            <a:ext cx="5134651" cy="40251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EC3D0C-F9E3-829B-A84B-4AAFCE622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744" y="824754"/>
            <a:ext cx="5035908" cy="315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0808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2F1E2-F822-C4D0-0922-45AC37DC1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D24C91-9D0F-2A2C-C830-094FD5B99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68" y="1004327"/>
            <a:ext cx="6217863" cy="463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3821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5780A-7E0F-406D-2BB0-331B9D53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2111A8-10DB-1F45-E77A-B7B33BAAF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835" y="884422"/>
            <a:ext cx="10811435" cy="460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8492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C199B-3B63-00AF-9E48-1AB530759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0F307F-1C4C-CA8C-1F8C-B60445297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89" y="1226743"/>
            <a:ext cx="10473221" cy="421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2758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25DD7-79A1-A1C7-BF6B-7EDD2F4BD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EB2FA6-EA60-7AC7-38DE-3435D6FCC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156" y="637896"/>
            <a:ext cx="5349332" cy="42837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D5031A-82F6-273F-BFFD-886FB8421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885" y="637896"/>
            <a:ext cx="4738829" cy="3754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7374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59C9E-9AB0-4C13-DF3B-6A63704A2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C61D02-A357-F5F0-774C-ECE0019F1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130" y="584387"/>
            <a:ext cx="6426294" cy="509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5764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7C1A5-104B-88FD-1F8D-331B21BDD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4DD184-75E9-96A8-6CCD-754E6C2F5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59" y="959570"/>
            <a:ext cx="11636188" cy="4938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8794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1BBE9-C022-24FA-EE34-DB8F8C325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EB0C50-7D31-799A-24FE-889A31A9F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965" y="865223"/>
            <a:ext cx="9807388" cy="432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1161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DB71E-85E0-BD19-2600-0FDDFCBF1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06CF08-35B0-3041-75B8-90187F48B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487" y="1233487"/>
            <a:ext cx="7439025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9157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02CFE-8A84-61D3-A7A5-9FC46A335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CC2D53-E398-B9D6-AB8C-00758E6C2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905" y="919084"/>
            <a:ext cx="10578353" cy="461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9211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8CB39-668E-FBE6-6B80-B1EB9EDD2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53A0E9-7386-9B2E-0D02-84C48B2A0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71" y="1087531"/>
            <a:ext cx="5262529" cy="40262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5F07E6-EB2F-F6DE-F048-2EBE5226A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846" y="1087532"/>
            <a:ext cx="5199837" cy="347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3245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47EC8-E1CA-405E-2FC7-6FB426EC2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D0BD09-695B-042A-542B-D6E3D3706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635" y="707091"/>
            <a:ext cx="6778438" cy="523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3610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F5648-702B-DD55-BADE-22AACB985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F2F923-BAF7-C4ED-867B-FC1A55979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576" y="811866"/>
            <a:ext cx="10847294" cy="4896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3741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CB1B8-8E6A-7A31-F110-5A222E0E7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0661F7-24A6-EB57-57EB-DBBD74F6D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6263"/>
            <a:ext cx="12192000" cy="544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5013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CD444-F546-2036-1032-51E110F10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B14CCC-518C-9D3B-EAC5-6739927F2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0829"/>
            <a:ext cx="12192000" cy="457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289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973</TotalTime>
  <Words>431</Words>
  <Application>Microsoft Office PowerPoint</Application>
  <PresentationFormat>Widescreen</PresentationFormat>
  <Paragraphs>34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Kamrul Hasan Tuhin</dc:creator>
  <cp:lastModifiedBy>Md. Ehasan Mahmud</cp:lastModifiedBy>
  <cp:revision>18</cp:revision>
  <dcterms:created xsi:type="dcterms:W3CDTF">2026-01-14T04:26:49Z</dcterms:created>
  <dcterms:modified xsi:type="dcterms:W3CDTF">2026-05-10T21:04:08Z</dcterms:modified>
</cp:coreProperties>
</file>
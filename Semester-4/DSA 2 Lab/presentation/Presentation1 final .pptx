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68B1-124A-42B7-AD91-ADE2379C80D6}" type="datetimeFigureOut">
              <a:rPr lang="en-US" smtClean="0"/>
              <a:t>12-Mar-25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F5B264-CF8F-4BAA-A516-580E2845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E7FB-AF2E-45A5-4F09-8E9975A6D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499E0-1BD8-801B-BA9B-01C08442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B9CF0-8EFC-C5FA-257D-5A6E3BB1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FD76D-05B7-4014-A607-5F93F079D395}" type="datetime1">
              <a:rPr lang="en-US" smtClean="0"/>
              <a:t>12-Mar-25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34458-D976-7A0D-37A1-67B12276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09965-4325-CCCA-1BF9-CA2692A9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D876-CE9C-E936-1374-38BFDFD1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AD2D-B0C0-BACD-EB60-7611825E8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5D513-3B37-F8BC-FCA2-164C0B20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AB2A3-0FB4-48C2-B2CA-4EDBAF5E9BB9}" type="datetime1">
              <a:rPr lang="en-US" smtClean="0"/>
              <a:t>12-Mar-25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11A8-9F71-66E0-C5B2-F38209D9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08AF-1016-DFC6-29F8-86D52038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C530-07B0-90FC-A1CA-788B88D7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E7759-F98D-EBC2-A9FE-68E25042D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FDFF7-BC9B-CCF7-5155-F72CEE19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A3A8-5A88-4F95-A495-47527F4D02A7}" type="datetime1">
              <a:rPr lang="en-US" smtClean="0"/>
              <a:t>12-Mar-25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2B0B0-6DAA-8611-C82D-F55AA3A5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73135-E60D-94F7-391E-1B2B71B9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7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F07E-0898-E4A8-3671-5D4785F0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C315D-3D91-56CA-FCA8-534BAC915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810A0-CCFC-9E4A-0739-A924A6B82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3FCE1-781B-7BF4-BAB7-9D359BAE2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29CD-592D-48AC-B716-37237EC61931}" type="datetime1">
              <a:rPr lang="en-US" smtClean="0"/>
              <a:t>12-Mar-25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DD921-33A1-82C4-B886-E08A34ED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242C-C587-2703-F9A3-EC4AB52D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3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C1C7-7032-2CBD-D668-77044F0D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B4D1A-894A-97E4-320D-E20DE51CD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94EAC-830F-6DC9-5920-B7717E43C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254FD-0BAA-C05B-7690-5C9BA3B98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2B8DA-3E9C-E5C5-E43A-345593ED7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23C37-B963-F7E2-A5E7-FAA3AEA6E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FE7C-E26E-4FD0-9E4E-437A3F7C1190}" type="datetime1">
              <a:rPr lang="en-US" smtClean="0"/>
              <a:t>12-Mar-25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450DD-1187-E849-F65A-D0829F48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DA58E-373F-DBB5-39F5-0E52576C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9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0180-5E2B-0E7D-EE28-1C9AE243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A9BDC-BA6D-9C9B-8692-8EBB44F4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1FD-08BE-4D90-A24C-B20C0B1F5645}" type="datetime1">
              <a:rPr lang="en-US" smtClean="0"/>
              <a:t>12-Mar-25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2B007-5EEB-29EC-6091-362599A5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C50F4-3CC0-EB62-CD38-A6086B43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19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FE844-62C5-A9F3-4B71-09298AB4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6D83A-9982-4E70-8434-74BC948C1E35}" type="datetime1">
              <a:rPr lang="en-US" smtClean="0"/>
              <a:t>12-Mar-25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24A88-13C8-2DBA-2237-A8F16385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E407C-0C44-D50F-3095-7B97EC49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8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59743-10F5-8EDC-A32B-0D07C40D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22004-4684-DEE6-F7CF-60638B04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E152E-1BF4-C5EA-5C93-F0686CA24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C96EF-1FCB-4EF3-37D9-E076E135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EB-3ECF-4B72-B592-8520A56F9F4C}" type="datetime1">
              <a:rPr lang="en-US" smtClean="0"/>
              <a:t>12-Mar-25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FC838-C848-FFDD-08F5-B91D9491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36BF-D11D-C0FC-409A-62005D91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2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1082-B99F-3E23-A10E-1C032CDF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11E76-FBFC-969D-D50A-B9A92E1B6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F6272-90B6-6FFF-7FFC-B62107010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1599-0BCE-7399-6A75-D8CBDEBF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1AB57-9E50-483A-9138-14406CCA64B8}" type="datetime1">
              <a:rPr lang="en-US" smtClean="0"/>
              <a:t>12-Mar-25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A7696-7D36-9935-6E64-B6744623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5D3FF-C138-3F1C-3C18-7ACD466C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D2DA-3B3F-BC04-5948-27EBED19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B3BE0-4C50-B341-4844-9F78D5A99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1D65B-798F-9D02-C2FC-DA062DF7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9CDEC-8F73-4FF5-9F5A-5923536C0562}" type="datetime1">
              <a:rPr lang="en-US" smtClean="0"/>
              <a:t>12-Mar-25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935C2-6659-94AB-1139-046A4A47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368E7-7D7F-A883-251D-EEACD1B5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9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542BE-9157-3D0C-71B3-CA46F6219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C2DF2-DA4F-D047-C9C6-050B28E79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BFAA-EF45-BDC8-C920-783A7704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4AC78-E047-43B6-92AF-14EACE4634C7}" type="datetime1">
              <a:rPr lang="en-US" smtClean="0"/>
              <a:t>12-Mar-25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52620-EFA4-7AE5-F94B-28B2E48E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3FA8-16BA-1260-4373-5E274C4A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2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88184-3B6A-59B0-E653-9DEF7DCA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19353-FA82-6CA5-F688-B95641D54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23A98-BAFA-9668-6767-9CE7CD3AB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2C159-10F5-4890-8ACA-AB5EC3483FC3}" type="datetime1">
              <a:rPr lang="en-US" smtClean="0"/>
              <a:t>12-Mar-25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D153-70B4-1439-E3A3-93A5334CE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5B2B-DB09-AB18-E49F-36067F81A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D6136-38C0-4A24-A11A-E5B0D8858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8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A40D2A-FBB8-D6AC-5DAA-6C244BE924A1}"/>
              </a:ext>
            </a:extLst>
          </p:cNvPr>
          <p:cNvSpPr txBox="1"/>
          <p:nvPr/>
        </p:nvSpPr>
        <p:spPr>
          <a:xfrm>
            <a:off x="4379293" y="466344"/>
            <a:ext cx="2487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u="sng" dirty="0"/>
              <a:t>Presentstion-01</a:t>
            </a:r>
            <a:endParaRPr lang="en-US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34595-7B4B-C364-14B5-821517AB8112}"/>
              </a:ext>
            </a:extLst>
          </p:cNvPr>
          <p:cNvSpPr txBox="1"/>
          <p:nvPr/>
        </p:nvSpPr>
        <p:spPr>
          <a:xfrm>
            <a:off x="3210608" y="1170432"/>
            <a:ext cx="5432321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Data Structure and Algorithms-II Lab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2202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7431B-9997-3642-B2D6-DBA8522BDF0C}"/>
              </a:ext>
            </a:extLst>
          </p:cNvPr>
          <p:cNvSpPr txBox="1"/>
          <p:nvPr/>
        </p:nvSpPr>
        <p:spPr>
          <a:xfrm>
            <a:off x="3593554" y="3108960"/>
            <a:ext cx="500489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Nowrin Molla(202122104004)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Sazid Mahmud Emon Khan(202122104005)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Tanima Akter(202122104011)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Md. Ehasan Mahmud (202122104026)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Meherab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Hossen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(202122104028)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Saki Al Muiz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Dhruvo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(202122104030)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60DFE7-3302-C28C-900C-5FBA2D198197}"/>
              </a:ext>
            </a:extLst>
          </p:cNvPr>
          <p:cNvSpPr txBox="1"/>
          <p:nvPr/>
        </p:nvSpPr>
        <p:spPr>
          <a:xfrm>
            <a:off x="3869538" y="2220206"/>
            <a:ext cx="416113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Topics: Splay Tree Deletion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9A73DE-4FA1-A1F1-A1BA-2C16556C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8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49C3CD-959C-D60A-714A-48A20C19007A}"/>
              </a:ext>
            </a:extLst>
          </p:cNvPr>
          <p:cNvSpPr txBox="1"/>
          <p:nvPr/>
        </p:nvSpPr>
        <p:spPr>
          <a:xfrm>
            <a:off x="5062807" y="329184"/>
            <a:ext cx="1808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Splay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13365-B4FF-4E94-3265-CC310719DC74}"/>
              </a:ext>
            </a:extLst>
          </p:cNvPr>
          <p:cNvSpPr txBox="1"/>
          <p:nvPr/>
        </p:nvSpPr>
        <p:spPr>
          <a:xfrm>
            <a:off x="475488" y="1335024"/>
            <a:ext cx="229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is splay tree?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E04E3-A215-D0F5-20CF-F9EBD1CAE8E5}"/>
              </a:ext>
            </a:extLst>
          </p:cNvPr>
          <p:cNvSpPr txBox="1"/>
          <p:nvPr/>
        </p:nvSpPr>
        <p:spPr>
          <a:xfrm>
            <a:off x="1371601" y="1704356"/>
            <a:ext cx="10186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Splay tree is a self-adjusting binary search tree. Splaying means rearrange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s all the elements in the root of the tree.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61C8C-C47D-DF55-D65A-D28E7DDE0F92}"/>
              </a:ext>
            </a:extLst>
          </p:cNvPr>
          <p:cNvSpPr txBox="1"/>
          <p:nvPr/>
        </p:nvSpPr>
        <p:spPr>
          <a:xfrm>
            <a:off x="658368" y="3059668"/>
            <a:ext cx="2288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Rotation in splay tree: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9BAB5-2F3F-FDB0-607A-12DFDDF8ECAB}"/>
              </a:ext>
            </a:extLst>
          </p:cNvPr>
          <p:cNvSpPr txBox="1"/>
          <p:nvPr/>
        </p:nvSpPr>
        <p:spPr>
          <a:xfrm>
            <a:off x="1621378" y="3429000"/>
            <a:ext cx="49363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Zig Rotation (Single Right Rotation)</a:t>
            </a:r>
            <a:br>
              <a:rPr lang="en-US" dirty="0"/>
            </a:br>
            <a:r>
              <a:rPr lang="en-US" dirty="0"/>
              <a:t>2. Zag Rotation (Single Left Rotation)</a:t>
            </a:r>
            <a:br>
              <a:rPr lang="en-US" dirty="0"/>
            </a:br>
            <a:r>
              <a:rPr lang="en-US" dirty="0"/>
              <a:t>3. Zig-Zig Rotation (Move two position to Right)</a:t>
            </a:r>
            <a:br>
              <a:rPr lang="en-US" dirty="0"/>
            </a:br>
            <a:r>
              <a:rPr lang="en-US" dirty="0"/>
              <a:t>4. Zag-Zag Rotation (Move two position to Left)</a:t>
            </a:r>
            <a:br>
              <a:rPr lang="en-US" dirty="0"/>
            </a:br>
            <a:r>
              <a:rPr lang="en-US" dirty="0"/>
              <a:t>5. Zig-Zag Rotation (one position to Right then left)</a:t>
            </a:r>
            <a:br>
              <a:rPr lang="en-US" dirty="0"/>
            </a:br>
            <a:r>
              <a:rPr lang="en-US" dirty="0"/>
              <a:t>6. Zag-Zig Rotation (one position Left then Right)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41FE9-6FFE-D5D3-52F9-0F30A934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1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83A658-78C4-A830-FC6A-295A5135BD55}"/>
              </a:ext>
            </a:extLst>
          </p:cNvPr>
          <p:cNvSpPr txBox="1"/>
          <p:nvPr/>
        </p:nvSpPr>
        <p:spPr>
          <a:xfrm>
            <a:off x="630936" y="658368"/>
            <a:ext cx="19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given Splay Tree: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2E333-E20E-7EA0-E84E-6D470D0C5EDD}"/>
              </a:ext>
            </a:extLst>
          </p:cNvPr>
          <p:cNvSpPr txBox="1"/>
          <p:nvPr/>
        </p:nvSpPr>
        <p:spPr>
          <a:xfrm>
            <a:off x="4709160" y="11155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3ED33-DD3C-631A-D048-E35C579B1A88}"/>
              </a:ext>
            </a:extLst>
          </p:cNvPr>
          <p:cNvSpPr txBox="1"/>
          <p:nvPr/>
        </p:nvSpPr>
        <p:spPr>
          <a:xfrm>
            <a:off x="3822192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00559-D44B-48D4-D8FB-66A84DBF81DC}"/>
              </a:ext>
            </a:extLst>
          </p:cNvPr>
          <p:cNvSpPr txBox="1"/>
          <p:nvPr/>
        </p:nvSpPr>
        <p:spPr>
          <a:xfrm>
            <a:off x="5677296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6FAAA-646A-1BA2-CACE-308B2B4D6B87}"/>
              </a:ext>
            </a:extLst>
          </p:cNvPr>
          <p:cNvSpPr txBox="1"/>
          <p:nvPr/>
        </p:nvSpPr>
        <p:spPr>
          <a:xfrm>
            <a:off x="2776728" y="30596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A4883-72E8-4377-E8FD-3D353A953CE7}"/>
              </a:ext>
            </a:extLst>
          </p:cNvPr>
          <p:cNvSpPr txBox="1"/>
          <p:nvPr/>
        </p:nvSpPr>
        <p:spPr>
          <a:xfrm>
            <a:off x="6690360" y="287500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0120F-F42C-CE95-18B5-5CD311DF0C59}"/>
              </a:ext>
            </a:extLst>
          </p:cNvPr>
          <p:cNvSpPr txBox="1"/>
          <p:nvPr/>
        </p:nvSpPr>
        <p:spPr>
          <a:xfrm>
            <a:off x="7656576" y="368577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6281F3-708B-0E54-7940-E3BAA5D28D80}"/>
              </a:ext>
            </a:extLst>
          </p:cNvPr>
          <p:cNvSpPr txBox="1"/>
          <p:nvPr/>
        </p:nvSpPr>
        <p:spPr>
          <a:xfrm>
            <a:off x="6690360" y="478788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6837C6-D98B-7F5C-5A6D-C6D73D96B0E7}"/>
              </a:ext>
            </a:extLst>
          </p:cNvPr>
          <p:cNvSpPr txBox="1"/>
          <p:nvPr/>
        </p:nvSpPr>
        <p:spPr>
          <a:xfrm>
            <a:off x="8772144" y="469770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0031F4-3311-DBE4-549B-932D167AB0CF}"/>
              </a:ext>
            </a:extLst>
          </p:cNvPr>
          <p:cNvCxnSpPr/>
          <p:nvPr/>
        </p:nvCxnSpPr>
        <p:spPr>
          <a:xfrm flipH="1">
            <a:off x="4240896" y="1484900"/>
            <a:ext cx="468264" cy="462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132367-6784-4D5E-04CB-36065436F2DA}"/>
              </a:ext>
            </a:extLst>
          </p:cNvPr>
          <p:cNvCxnSpPr>
            <a:cxnSpLocks/>
          </p:cNvCxnSpPr>
          <p:nvPr/>
        </p:nvCxnSpPr>
        <p:spPr>
          <a:xfrm flipH="1">
            <a:off x="3195432" y="2317004"/>
            <a:ext cx="626760" cy="742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A4D77E-AFC4-0C7A-AA5B-02FEE439C5BE}"/>
              </a:ext>
            </a:extLst>
          </p:cNvPr>
          <p:cNvCxnSpPr>
            <a:cxnSpLocks/>
          </p:cNvCxnSpPr>
          <p:nvPr/>
        </p:nvCxnSpPr>
        <p:spPr>
          <a:xfrm>
            <a:off x="5127864" y="1509546"/>
            <a:ext cx="549432" cy="4381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B59BD5-77ED-7095-E05A-A9A444C79F5B}"/>
              </a:ext>
            </a:extLst>
          </p:cNvPr>
          <p:cNvCxnSpPr>
            <a:cxnSpLocks/>
          </p:cNvCxnSpPr>
          <p:nvPr/>
        </p:nvCxnSpPr>
        <p:spPr>
          <a:xfrm>
            <a:off x="6140928" y="2317004"/>
            <a:ext cx="549432" cy="5579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71FC2A-A7A3-F195-DAEB-05DF17BDD21F}"/>
              </a:ext>
            </a:extLst>
          </p:cNvPr>
          <p:cNvCxnSpPr>
            <a:cxnSpLocks/>
          </p:cNvCxnSpPr>
          <p:nvPr/>
        </p:nvCxnSpPr>
        <p:spPr>
          <a:xfrm>
            <a:off x="7109064" y="3244334"/>
            <a:ext cx="547512" cy="485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4B6206-8705-4081-8B36-59B820EC6E2A}"/>
              </a:ext>
            </a:extLst>
          </p:cNvPr>
          <p:cNvCxnSpPr>
            <a:cxnSpLocks/>
          </p:cNvCxnSpPr>
          <p:nvPr/>
        </p:nvCxnSpPr>
        <p:spPr>
          <a:xfrm>
            <a:off x="8075280" y="4055102"/>
            <a:ext cx="696864" cy="6426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719C31-30C1-7F95-BFF0-32302858135A}"/>
              </a:ext>
            </a:extLst>
          </p:cNvPr>
          <p:cNvCxnSpPr>
            <a:cxnSpLocks/>
          </p:cNvCxnSpPr>
          <p:nvPr/>
        </p:nvCxnSpPr>
        <p:spPr>
          <a:xfrm flipH="1">
            <a:off x="7109064" y="4005072"/>
            <a:ext cx="569580" cy="782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36031AA-78EB-6C22-C586-02125196F786}"/>
              </a:ext>
            </a:extLst>
          </p:cNvPr>
          <p:cNvSpPr txBox="1"/>
          <p:nvPr/>
        </p:nvSpPr>
        <p:spPr>
          <a:xfrm>
            <a:off x="4031544" y="5669280"/>
            <a:ext cx="5159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Delete: 16, 12, 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DF658-8F75-234B-49A9-19605093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7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72DFC-CC30-2249-75CB-B2C64CEE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522E74-88F6-C248-48E1-B8DB84AA585B}"/>
              </a:ext>
            </a:extLst>
          </p:cNvPr>
          <p:cNvSpPr txBox="1"/>
          <p:nvPr/>
        </p:nvSpPr>
        <p:spPr>
          <a:xfrm>
            <a:off x="424478" y="587002"/>
            <a:ext cx="115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Delete: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E9948-03C0-6D82-9A17-33B2BD03DFC9}"/>
              </a:ext>
            </a:extLst>
          </p:cNvPr>
          <p:cNvSpPr txBox="1"/>
          <p:nvPr/>
        </p:nvSpPr>
        <p:spPr>
          <a:xfrm>
            <a:off x="4709160" y="11155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7B3AB-0F9C-2C11-01DC-5A6CB0FEB9E0}"/>
              </a:ext>
            </a:extLst>
          </p:cNvPr>
          <p:cNvSpPr txBox="1"/>
          <p:nvPr/>
        </p:nvSpPr>
        <p:spPr>
          <a:xfrm>
            <a:off x="3822192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78DD5-8133-527F-E212-2F66535469FA}"/>
              </a:ext>
            </a:extLst>
          </p:cNvPr>
          <p:cNvSpPr txBox="1"/>
          <p:nvPr/>
        </p:nvSpPr>
        <p:spPr>
          <a:xfrm>
            <a:off x="5677296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2A4B3-EA9A-337E-AB09-2A71816A96D5}"/>
              </a:ext>
            </a:extLst>
          </p:cNvPr>
          <p:cNvSpPr txBox="1"/>
          <p:nvPr/>
        </p:nvSpPr>
        <p:spPr>
          <a:xfrm>
            <a:off x="2776728" y="30596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CB971-B69C-7DA1-CA41-AB17CFAF9807}"/>
              </a:ext>
            </a:extLst>
          </p:cNvPr>
          <p:cNvSpPr txBox="1"/>
          <p:nvPr/>
        </p:nvSpPr>
        <p:spPr>
          <a:xfrm>
            <a:off x="6690360" y="287500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303A42-1363-E85B-5623-AB659E69CB96}"/>
              </a:ext>
            </a:extLst>
          </p:cNvPr>
          <p:cNvSpPr txBox="1"/>
          <p:nvPr/>
        </p:nvSpPr>
        <p:spPr>
          <a:xfrm>
            <a:off x="7656576" y="368577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47358D-7E82-554D-DEF6-51B31A61D278}"/>
              </a:ext>
            </a:extLst>
          </p:cNvPr>
          <p:cNvSpPr txBox="1"/>
          <p:nvPr/>
        </p:nvSpPr>
        <p:spPr>
          <a:xfrm>
            <a:off x="6690360" y="478788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951D2-D4D7-B52C-3C00-B801C12E8BAA}"/>
              </a:ext>
            </a:extLst>
          </p:cNvPr>
          <p:cNvSpPr txBox="1"/>
          <p:nvPr/>
        </p:nvSpPr>
        <p:spPr>
          <a:xfrm>
            <a:off x="8772144" y="469770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2A7E74-FC05-72FC-A052-B1411CDECF7C}"/>
              </a:ext>
            </a:extLst>
          </p:cNvPr>
          <p:cNvCxnSpPr/>
          <p:nvPr/>
        </p:nvCxnSpPr>
        <p:spPr>
          <a:xfrm flipH="1">
            <a:off x="4240896" y="1484900"/>
            <a:ext cx="468264" cy="462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26C802-C3A6-0A19-0CB2-8E1BCB7B769B}"/>
              </a:ext>
            </a:extLst>
          </p:cNvPr>
          <p:cNvCxnSpPr>
            <a:cxnSpLocks/>
          </p:cNvCxnSpPr>
          <p:nvPr/>
        </p:nvCxnSpPr>
        <p:spPr>
          <a:xfrm flipH="1">
            <a:off x="3195432" y="2317004"/>
            <a:ext cx="626760" cy="742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8EF77D-71A4-44F5-4DDC-917F6100986A}"/>
              </a:ext>
            </a:extLst>
          </p:cNvPr>
          <p:cNvCxnSpPr>
            <a:cxnSpLocks/>
          </p:cNvCxnSpPr>
          <p:nvPr/>
        </p:nvCxnSpPr>
        <p:spPr>
          <a:xfrm>
            <a:off x="5127864" y="1509546"/>
            <a:ext cx="549432" cy="4381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D88DCB-D67A-FEA6-3B9E-607292360021}"/>
              </a:ext>
            </a:extLst>
          </p:cNvPr>
          <p:cNvCxnSpPr>
            <a:cxnSpLocks/>
          </p:cNvCxnSpPr>
          <p:nvPr/>
        </p:nvCxnSpPr>
        <p:spPr>
          <a:xfrm>
            <a:off x="6140928" y="2317004"/>
            <a:ext cx="549432" cy="5579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1686EA-40D5-09DB-5223-2E8751A98312}"/>
              </a:ext>
            </a:extLst>
          </p:cNvPr>
          <p:cNvCxnSpPr>
            <a:cxnSpLocks/>
          </p:cNvCxnSpPr>
          <p:nvPr/>
        </p:nvCxnSpPr>
        <p:spPr>
          <a:xfrm>
            <a:off x="7109064" y="3244334"/>
            <a:ext cx="547512" cy="485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9DAAF1-1225-FC69-C2D1-80F2F18E6448}"/>
              </a:ext>
            </a:extLst>
          </p:cNvPr>
          <p:cNvCxnSpPr>
            <a:cxnSpLocks/>
          </p:cNvCxnSpPr>
          <p:nvPr/>
        </p:nvCxnSpPr>
        <p:spPr>
          <a:xfrm>
            <a:off x="8075280" y="4055102"/>
            <a:ext cx="696864" cy="6426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F38351-9427-F42C-6F73-EEC66F40F6E9}"/>
              </a:ext>
            </a:extLst>
          </p:cNvPr>
          <p:cNvCxnSpPr>
            <a:cxnSpLocks/>
          </p:cNvCxnSpPr>
          <p:nvPr/>
        </p:nvCxnSpPr>
        <p:spPr>
          <a:xfrm flipH="1">
            <a:off x="7109064" y="4005072"/>
            <a:ext cx="569580" cy="782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8F1B82C1-30AD-E2C2-5EB0-62B566BB20C6}"/>
              </a:ext>
            </a:extLst>
          </p:cNvPr>
          <p:cNvSpPr/>
          <p:nvPr/>
        </p:nvSpPr>
        <p:spPr>
          <a:xfrm rot="5723657">
            <a:off x="5372933" y="1354432"/>
            <a:ext cx="921407" cy="1372091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CE084-BA32-6249-1E0E-12537E21E230}"/>
              </a:ext>
            </a:extLst>
          </p:cNvPr>
          <p:cNvSpPr txBox="1"/>
          <p:nvPr/>
        </p:nvSpPr>
        <p:spPr>
          <a:xfrm>
            <a:off x="6690360" y="1920240"/>
            <a:ext cx="17429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Left Rotate of 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3686BB-FE23-1895-21A1-81230ECC2730}"/>
              </a:ext>
            </a:extLst>
          </p:cNvPr>
          <p:cNvSpPr txBox="1"/>
          <p:nvPr/>
        </p:nvSpPr>
        <p:spPr>
          <a:xfrm>
            <a:off x="2017776" y="639973"/>
            <a:ext cx="5224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have to take 16 as root by using required rotation.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D9192C-B57D-57E6-6E00-514F2FB1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85F759-BC4F-9C90-F2EF-00C0E05C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B6FC29-51CC-67B7-A441-8F1DB2671D96}"/>
              </a:ext>
            </a:extLst>
          </p:cNvPr>
          <p:cNvSpPr txBox="1"/>
          <p:nvPr/>
        </p:nvSpPr>
        <p:spPr>
          <a:xfrm>
            <a:off x="424478" y="587002"/>
            <a:ext cx="115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Delete: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2342E-4341-52CB-3334-3E4B908532DE}"/>
              </a:ext>
            </a:extLst>
          </p:cNvPr>
          <p:cNvSpPr txBox="1"/>
          <p:nvPr/>
        </p:nvSpPr>
        <p:spPr>
          <a:xfrm>
            <a:off x="4709160" y="11155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E7AA7-C491-3C12-BFA7-E59869F661BD}"/>
              </a:ext>
            </a:extLst>
          </p:cNvPr>
          <p:cNvSpPr txBox="1"/>
          <p:nvPr/>
        </p:nvSpPr>
        <p:spPr>
          <a:xfrm>
            <a:off x="3822192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AE74C-DFA3-6FF4-3F93-69FAA3C5AFD1}"/>
              </a:ext>
            </a:extLst>
          </p:cNvPr>
          <p:cNvSpPr txBox="1"/>
          <p:nvPr/>
        </p:nvSpPr>
        <p:spPr>
          <a:xfrm>
            <a:off x="5677296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A389D-6A6D-8EDD-FA22-B10964E32144}"/>
              </a:ext>
            </a:extLst>
          </p:cNvPr>
          <p:cNvSpPr txBox="1"/>
          <p:nvPr/>
        </p:nvSpPr>
        <p:spPr>
          <a:xfrm>
            <a:off x="2776728" y="30596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8435A-6A6E-8C05-D655-3DBA7087D188}"/>
              </a:ext>
            </a:extLst>
          </p:cNvPr>
          <p:cNvSpPr txBox="1"/>
          <p:nvPr/>
        </p:nvSpPr>
        <p:spPr>
          <a:xfrm>
            <a:off x="6687312" y="281709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7B137-F09F-16C5-E5F2-54B08F122816}"/>
              </a:ext>
            </a:extLst>
          </p:cNvPr>
          <p:cNvSpPr txBox="1"/>
          <p:nvPr/>
        </p:nvSpPr>
        <p:spPr>
          <a:xfrm>
            <a:off x="5721096" y="391920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D5AF3F-F482-9C87-8902-23A28D985FDE}"/>
              </a:ext>
            </a:extLst>
          </p:cNvPr>
          <p:cNvSpPr txBox="1"/>
          <p:nvPr/>
        </p:nvSpPr>
        <p:spPr>
          <a:xfrm>
            <a:off x="7802880" y="382902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C26C6E-6B57-AA3C-4AB1-E5305674D679}"/>
              </a:ext>
            </a:extLst>
          </p:cNvPr>
          <p:cNvCxnSpPr/>
          <p:nvPr/>
        </p:nvCxnSpPr>
        <p:spPr>
          <a:xfrm flipH="1">
            <a:off x="4240896" y="1484900"/>
            <a:ext cx="468264" cy="462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40F363-5576-7727-0032-B6EA53C7B4FB}"/>
              </a:ext>
            </a:extLst>
          </p:cNvPr>
          <p:cNvCxnSpPr>
            <a:cxnSpLocks/>
          </p:cNvCxnSpPr>
          <p:nvPr/>
        </p:nvCxnSpPr>
        <p:spPr>
          <a:xfrm flipH="1">
            <a:off x="3195432" y="2317004"/>
            <a:ext cx="626760" cy="742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EF1880-F95A-9372-DD5D-66F85F2AF0BA}"/>
              </a:ext>
            </a:extLst>
          </p:cNvPr>
          <p:cNvCxnSpPr>
            <a:cxnSpLocks/>
          </p:cNvCxnSpPr>
          <p:nvPr/>
        </p:nvCxnSpPr>
        <p:spPr>
          <a:xfrm>
            <a:off x="5127864" y="1509546"/>
            <a:ext cx="549432" cy="4381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7377FA-F8E3-64E5-3636-CF8875C2AAE1}"/>
              </a:ext>
            </a:extLst>
          </p:cNvPr>
          <p:cNvCxnSpPr>
            <a:cxnSpLocks/>
          </p:cNvCxnSpPr>
          <p:nvPr/>
        </p:nvCxnSpPr>
        <p:spPr>
          <a:xfrm>
            <a:off x="6139800" y="2375654"/>
            <a:ext cx="547512" cy="485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975B5C-CF87-1FFB-0BCD-E802DF4DCBB5}"/>
              </a:ext>
            </a:extLst>
          </p:cNvPr>
          <p:cNvCxnSpPr>
            <a:cxnSpLocks/>
          </p:cNvCxnSpPr>
          <p:nvPr/>
        </p:nvCxnSpPr>
        <p:spPr>
          <a:xfrm>
            <a:off x="7106016" y="3186422"/>
            <a:ext cx="696864" cy="6426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BA9A23-9011-AD29-C20B-796B1DBE7FE0}"/>
              </a:ext>
            </a:extLst>
          </p:cNvPr>
          <p:cNvCxnSpPr>
            <a:cxnSpLocks/>
          </p:cNvCxnSpPr>
          <p:nvPr/>
        </p:nvCxnSpPr>
        <p:spPr>
          <a:xfrm flipH="1">
            <a:off x="6139800" y="3136392"/>
            <a:ext cx="569580" cy="782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F41B316E-D9FD-22D1-C2F1-9CD5DC72439C}"/>
              </a:ext>
            </a:extLst>
          </p:cNvPr>
          <p:cNvSpPr/>
          <p:nvPr/>
        </p:nvSpPr>
        <p:spPr>
          <a:xfrm rot="5723657">
            <a:off x="5372933" y="1354432"/>
            <a:ext cx="921407" cy="1372091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3BBF2-5C27-DD1C-9AB2-A5C1B610421A}"/>
              </a:ext>
            </a:extLst>
          </p:cNvPr>
          <p:cNvSpPr txBox="1"/>
          <p:nvPr/>
        </p:nvSpPr>
        <p:spPr>
          <a:xfrm>
            <a:off x="6690360" y="1920240"/>
            <a:ext cx="233628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One Zag Rotation of 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8EC4C4-D67E-FCF5-6982-E199E957A048}"/>
              </a:ext>
            </a:extLst>
          </p:cNvPr>
          <p:cNvSpPr txBox="1"/>
          <p:nvPr/>
        </p:nvSpPr>
        <p:spPr>
          <a:xfrm>
            <a:off x="2017776" y="639973"/>
            <a:ext cx="5224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have to take 16 as root by using required rotation.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2B64A-E95F-FA4F-C9CB-636A56B1068A}"/>
              </a:ext>
            </a:extLst>
          </p:cNvPr>
          <p:cNvSpPr txBox="1"/>
          <p:nvPr/>
        </p:nvSpPr>
        <p:spPr>
          <a:xfrm>
            <a:off x="4693920" y="311148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83D055-4FA4-FB90-026F-09CE79040FCC}"/>
              </a:ext>
            </a:extLst>
          </p:cNvPr>
          <p:cNvCxnSpPr>
            <a:cxnSpLocks/>
          </p:cNvCxnSpPr>
          <p:nvPr/>
        </p:nvCxnSpPr>
        <p:spPr>
          <a:xfrm flipH="1">
            <a:off x="5112624" y="2328672"/>
            <a:ext cx="569580" cy="782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9E6B4A6-ED89-C724-2816-6312BBA2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5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4DA2E-CFC9-3AE0-1CF6-EADB8E55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22C6C-B70A-495E-26F4-BB231060A9D9}"/>
              </a:ext>
            </a:extLst>
          </p:cNvPr>
          <p:cNvSpPr txBox="1"/>
          <p:nvPr/>
        </p:nvSpPr>
        <p:spPr>
          <a:xfrm>
            <a:off x="424478" y="587002"/>
            <a:ext cx="115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Delete: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FEC66-E844-AEEE-4A7C-D2A6A6BC7910}"/>
              </a:ext>
            </a:extLst>
          </p:cNvPr>
          <p:cNvSpPr txBox="1"/>
          <p:nvPr/>
        </p:nvSpPr>
        <p:spPr>
          <a:xfrm>
            <a:off x="4709160" y="11155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0A153-2557-C5D7-9770-99DED28A2044}"/>
              </a:ext>
            </a:extLst>
          </p:cNvPr>
          <p:cNvSpPr txBox="1"/>
          <p:nvPr/>
        </p:nvSpPr>
        <p:spPr>
          <a:xfrm>
            <a:off x="3822192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300F0-F9E3-D480-A125-F4CDA529BFD1}"/>
              </a:ext>
            </a:extLst>
          </p:cNvPr>
          <p:cNvSpPr txBox="1"/>
          <p:nvPr/>
        </p:nvSpPr>
        <p:spPr>
          <a:xfrm>
            <a:off x="5677296" y="1947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31D64-F529-7CB2-7EF8-FF788C9E065D}"/>
              </a:ext>
            </a:extLst>
          </p:cNvPr>
          <p:cNvSpPr txBox="1"/>
          <p:nvPr/>
        </p:nvSpPr>
        <p:spPr>
          <a:xfrm>
            <a:off x="2776728" y="30596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F8C5B-5E39-62D0-100B-EA8E90CA0048}"/>
              </a:ext>
            </a:extLst>
          </p:cNvPr>
          <p:cNvSpPr txBox="1"/>
          <p:nvPr/>
        </p:nvSpPr>
        <p:spPr>
          <a:xfrm>
            <a:off x="6687312" y="281709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B10B7-22EC-7F04-588A-B3B57F558C8B}"/>
              </a:ext>
            </a:extLst>
          </p:cNvPr>
          <p:cNvSpPr txBox="1"/>
          <p:nvPr/>
        </p:nvSpPr>
        <p:spPr>
          <a:xfrm>
            <a:off x="3892296" y="393749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9F6AAD-C3F9-33F1-BF8B-C51D7EC771CC}"/>
              </a:ext>
            </a:extLst>
          </p:cNvPr>
          <p:cNvSpPr txBox="1"/>
          <p:nvPr/>
        </p:nvSpPr>
        <p:spPr>
          <a:xfrm>
            <a:off x="5599176" y="393749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4E0E9-F976-8A11-6B68-D9401854971D}"/>
              </a:ext>
            </a:extLst>
          </p:cNvPr>
          <p:cNvCxnSpPr/>
          <p:nvPr/>
        </p:nvCxnSpPr>
        <p:spPr>
          <a:xfrm flipH="1">
            <a:off x="4240896" y="1484900"/>
            <a:ext cx="468264" cy="462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F18531-29D7-1273-699E-32DAC60618D4}"/>
              </a:ext>
            </a:extLst>
          </p:cNvPr>
          <p:cNvCxnSpPr>
            <a:cxnSpLocks/>
          </p:cNvCxnSpPr>
          <p:nvPr/>
        </p:nvCxnSpPr>
        <p:spPr>
          <a:xfrm flipH="1">
            <a:off x="3195432" y="2317004"/>
            <a:ext cx="626760" cy="742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D06621-2063-F573-9792-00ECBB1759BC}"/>
              </a:ext>
            </a:extLst>
          </p:cNvPr>
          <p:cNvCxnSpPr>
            <a:cxnSpLocks/>
          </p:cNvCxnSpPr>
          <p:nvPr/>
        </p:nvCxnSpPr>
        <p:spPr>
          <a:xfrm>
            <a:off x="5127864" y="1509546"/>
            <a:ext cx="549432" cy="4381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A97E75-3DEA-4071-3819-7CF9EBC99243}"/>
              </a:ext>
            </a:extLst>
          </p:cNvPr>
          <p:cNvCxnSpPr>
            <a:cxnSpLocks/>
          </p:cNvCxnSpPr>
          <p:nvPr/>
        </p:nvCxnSpPr>
        <p:spPr>
          <a:xfrm>
            <a:off x="6139800" y="2375654"/>
            <a:ext cx="547512" cy="485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6CD8DA-4CF8-82CA-2485-4138C175BF07}"/>
              </a:ext>
            </a:extLst>
          </p:cNvPr>
          <p:cNvCxnSpPr>
            <a:cxnSpLocks/>
          </p:cNvCxnSpPr>
          <p:nvPr/>
        </p:nvCxnSpPr>
        <p:spPr>
          <a:xfrm>
            <a:off x="5129784" y="3480816"/>
            <a:ext cx="469392" cy="4420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4A6B48B-69B5-24A7-BB86-29FBFCC0DD31}"/>
              </a:ext>
            </a:extLst>
          </p:cNvPr>
          <p:cNvCxnSpPr>
            <a:cxnSpLocks/>
          </p:cNvCxnSpPr>
          <p:nvPr/>
        </p:nvCxnSpPr>
        <p:spPr>
          <a:xfrm flipH="1">
            <a:off x="4311000" y="3487437"/>
            <a:ext cx="379872" cy="450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7848A6A6-52F6-593F-E095-352E89F9AF7C}"/>
              </a:ext>
            </a:extLst>
          </p:cNvPr>
          <p:cNvSpPr/>
          <p:nvPr/>
        </p:nvSpPr>
        <p:spPr>
          <a:xfrm rot="2697178">
            <a:off x="4384027" y="681825"/>
            <a:ext cx="921407" cy="1372091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1E500-CCEA-6B14-AE11-E32B67D7855B}"/>
              </a:ext>
            </a:extLst>
          </p:cNvPr>
          <p:cNvSpPr txBox="1"/>
          <p:nvPr/>
        </p:nvSpPr>
        <p:spPr>
          <a:xfrm>
            <a:off x="5596128" y="1133332"/>
            <a:ext cx="28439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One Zag Rotation of root 12.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01B5F-DE98-5E99-E4BB-3E3130A108A5}"/>
              </a:ext>
            </a:extLst>
          </p:cNvPr>
          <p:cNvSpPr txBox="1"/>
          <p:nvPr/>
        </p:nvSpPr>
        <p:spPr>
          <a:xfrm>
            <a:off x="6413556" y="484525"/>
            <a:ext cx="5224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have to take 16 as root by using required rotation.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A5D0A-0A69-47C7-D6B1-10E0E8AFEE19}"/>
              </a:ext>
            </a:extLst>
          </p:cNvPr>
          <p:cNvSpPr txBox="1"/>
          <p:nvPr/>
        </p:nvSpPr>
        <p:spPr>
          <a:xfrm>
            <a:off x="4693920" y="311148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981E68-E69B-00BB-F2CB-CF2409AD1F16}"/>
              </a:ext>
            </a:extLst>
          </p:cNvPr>
          <p:cNvCxnSpPr>
            <a:cxnSpLocks/>
          </p:cNvCxnSpPr>
          <p:nvPr/>
        </p:nvCxnSpPr>
        <p:spPr>
          <a:xfrm flipH="1">
            <a:off x="5112624" y="2328672"/>
            <a:ext cx="569580" cy="782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7D035B2-9D79-05E5-C7BB-93F44EFC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8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8A866-61B4-B813-DDD0-41492EB3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45FB39-A97C-6C21-A065-732A66B5CB1C}"/>
              </a:ext>
            </a:extLst>
          </p:cNvPr>
          <p:cNvCxnSpPr>
            <a:cxnSpLocks/>
          </p:cNvCxnSpPr>
          <p:nvPr/>
        </p:nvCxnSpPr>
        <p:spPr>
          <a:xfrm flipH="1">
            <a:off x="3154680" y="1368525"/>
            <a:ext cx="388620" cy="37950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E07CD13-74BA-EC5C-9995-F4155C7CFCCF}"/>
              </a:ext>
            </a:extLst>
          </p:cNvPr>
          <p:cNvCxnSpPr>
            <a:cxnSpLocks/>
          </p:cNvCxnSpPr>
          <p:nvPr/>
        </p:nvCxnSpPr>
        <p:spPr>
          <a:xfrm>
            <a:off x="3154680" y="1368525"/>
            <a:ext cx="385572" cy="4156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EB410D-A851-75D4-BED6-001A4FFAE0A0}"/>
              </a:ext>
            </a:extLst>
          </p:cNvPr>
          <p:cNvSpPr txBox="1"/>
          <p:nvPr/>
        </p:nvSpPr>
        <p:spPr>
          <a:xfrm>
            <a:off x="424478" y="587002"/>
            <a:ext cx="115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Delete: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65ABB-469B-5098-5DFE-CA3B7BFD90FF}"/>
              </a:ext>
            </a:extLst>
          </p:cNvPr>
          <p:cNvSpPr txBox="1"/>
          <p:nvPr/>
        </p:nvSpPr>
        <p:spPr>
          <a:xfrm>
            <a:off x="3131820" y="142036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9307A-1A73-14F1-C887-3D10AD829AE1}"/>
              </a:ext>
            </a:extLst>
          </p:cNvPr>
          <p:cNvSpPr txBox="1"/>
          <p:nvPr/>
        </p:nvSpPr>
        <p:spPr>
          <a:xfrm>
            <a:off x="2244852" y="22524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6AF286-A18F-C572-F7D2-F7F1451C33F1}"/>
              </a:ext>
            </a:extLst>
          </p:cNvPr>
          <p:cNvSpPr txBox="1"/>
          <p:nvPr/>
        </p:nvSpPr>
        <p:spPr>
          <a:xfrm>
            <a:off x="4099956" y="22524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D38FF-5BD5-D2CA-10D5-44DD28D8A897}"/>
              </a:ext>
            </a:extLst>
          </p:cNvPr>
          <p:cNvSpPr txBox="1"/>
          <p:nvPr/>
        </p:nvSpPr>
        <p:spPr>
          <a:xfrm>
            <a:off x="1302906" y="3372351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EE62A-92EA-3B0F-F4EC-33A2A6FF5A7F}"/>
              </a:ext>
            </a:extLst>
          </p:cNvPr>
          <p:cNvSpPr txBox="1"/>
          <p:nvPr/>
        </p:nvSpPr>
        <p:spPr>
          <a:xfrm>
            <a:off x="2314956" y="424229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4DA1E-24C6-5627-479A-AEE456C63CC5}"/>
              </a:ext>
            </a:extLst>
          </p:cNvPr>
          <p:cNvSpPr txBox="1"/>
          <p:nvPr/>
        </p:nvSpPr>
        <p:spPr>
          <a:xfrm>
            <a:off x="4021836" y="424229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B05532-378F-8810-8EB3-FA24B5240C40}"/>
              </a:ext>
            </a:extLst>
          </p:cNvPr>
          <p:cNvCxnSpPr/>
          <p:nvPr/>
        </p:nvCxnSpPr>
        <p:spPr>
          <a:xfrm flipH="1">
            <a:off x="2663556" y="1789700"/>
            <a:ext cx="468264" cy="4627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CE5568-7535-263C-740A-7E2A4510FD4C}"/>
              </a:ext>
            </a:extLst>
          </p:cNvPr>
          <p:cNvCxnSpPr>
            <a:cxnSpLocks/>
          </p:cNvCxnSpPr>
          <p:nvPr/>
        </p:nvCxnSpPr>
        <p:spPr>
          <a:xfrm flipH="1">
            <a:off x="1721610" y="2637568"/>
            <a:ext cx="505236" cy="734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8D7679-52F0-DE0F-5F36-DBAE38C89BC3}"/>
              </a:ext>
            </a:extLst>
          </p:cNvPr>
          <p:cNvCxnSpPr>
            <a:cxnSpLocks/>
          </p:cNvCxnSpPr>
          <p:nvPr/>
        </p:nvCxnSpPr>
        <p:spPr>
          <a:xfrm>
            <a:off x="3550524" y="1814346"/>
            <a:ext cx="549432" cy="4381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AC0A79-F857-A996-A6AF-AD54ED782C85}"/>
              </a:ext>
            </a:extLst>
          </p:cNvPr>
          <p:cNvCxnSpPr>
            <a:cxnSpLocks/>
          </p:cNvCxnSpPr>
          <p:nvPr/>
        </p:nvCxnSpPr>
        <p:spPr>
          <a:xfrm>
            <a:off x="3552444" y="3785616"/>
            <a:ext cx="469392" cy="4420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7C8D522-8AD4-9424-30ED-4CB20FEF3F08}"/>
              </a:ext>
            </a:extLst>
          </p:cNvPr>
          <p:cNvCxnSpPr>
            <a:cxnSpLocks/>
          </p:cNvCxnSpPr>
          <p:nvPr/>
        </p:nvCxnSpPr>
        <p:spPr>
          <a:xfrm flipH="1">
            <a:off x="2733660" y="3792237"/>
            <a:ext cx="379872" cy="450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3444B1-5CD0-0106-C28B-BF64B3578CBB}"/>
              </a:ext>
            </a:extLst>
          </p:cNvPr>
          <p:cNvSpPr txBox="1"/>
          <p:nvPr/>
        </p:nvSpPr>
        <p:spPr>
          <a:xfrm>
            <a:off x="5596128" y="1133332"/>
            <a:ext cx="641237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Delete 16</a:t>
            </a:r>
            <a:r>
              <a:rPr lang="en-US" dirty="0"/>
              <a:t>. Here 15 is the max value of left sub tree. So we have to add 15 as root of the left sub tree by using required rotation.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5D28C-D42E-C677-AF72-5FDBDE855CF4}"/>
              </a:ext>
            </a:extLst>
          </p:cNvPr>
          <p:cNvSpPr txBox="1"/>
          <p:nvPr/>
        </p:nvSpPr>
        <p:spPr>
          <a:xfrm>
            <a:off x="6017880" y="503658"/>
            <a:ext cx="39216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Root is 16. Now, We can delete 16.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9B3C02-7D08-7E91-A638-8444C96B5641}"/>
              </a:ext>
            </a:extLst>
          </p:cNvPr>
          <p:cNvSpPr txBox="1"/>
          <p:nvPr/>
        </p:nvSpPr>
        <p:spPr>
          <a:xfrm>
            <a:off x="3116580" y="341628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FAE037-A42F-74CA-1049-068350FB8CEF}"/>
              </a:ext>
            </a:extLst>
          </p:cNvPr>
          <p:cNvSpPr txBox="1"/>
          <p:nvPr/>
        </p:nvSpPr>
        <p:spPr>
          <a:xfrm>
            <a:off x="489120" y="424229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351A9C-07D3-91B0-045D-BF45C25BDEF6}"/>
              </a:ext>
            </a:extLst>
          </p:cNvPr>
          <p:cNvCxnSpPr>
            <a:cxnSpLocks/>
          </p:cNvCxnSpPr>
          <p:nvPr/>
        </p:nvCxnSpPr>
        <p:spPr>
          <a:xfrm flipH="1">
            <a:off x="907824" y="3785616"/>
            <a:ext cx="427002" cy="456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757572-86D5-3794-2EF1-88B6B2B346E9}"/>
              </a:ext>
            </a:extLst>
          </p:cNvPr>
          <p:cNvCxnSpPr/>
          <p:nvPr/>
        </p:nvCxnSpPr>
        <p:spPr>
          <a:xfrm>
            <a:off x="2663556" y="2637568"/>
            <a:ext cx="449976" cy="7787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7B09E0E-FCD0-A86F-F85F-213402F1D755}"/>
              </a:ext>
            </a:extLst>
          </p:cNvPr>
          <p:cNvSpPr txBox="1"/>
          <p:nvPr/>
        </p:nvSpPr>
        <p:spPr>
          <a:xfrm>
            <a:off x="8341318" y="302971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88986A-9F6D-46FA-C087-4882AF1941AF}"/>
              </a:ext>
            </a:extLst>
          </p:cNvPr>
          <p:cNvSpPr txBox="1"/>
          <p:nvPr/>
        </p:nvSpPr>
        <p:spPr>
          <a:xfrm>
            <a:off x="7610010" y="372618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77D43D-6F87-D61D-7073-1D91E59CEC5F}"/>
              </a:ext>
            </a:extLst>
          </p:cNvPr>
          <p:cNvSpPr txBox="1"/>
          <p:nvPr/>
        </p:nvSpPr>
        <p:spPr>
          <a:xfrm>
            <a:off x="8278700" y="445943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5BA094-5449-692E-F206-DFAE8A2B2A5E}"/>
              </a:ext>
            </a:extLst>
          </p:cNvPr>
          <p:cNvSpPr txBox="1"/>
          <p:nvPr/>
        </p:nvSpPr>
        <p:spPr>
          <a:xfrm>
            <a:off x="9916188" y="448314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2767B4B-5AE5-D5A1-B5AA-1C1803C25AF4}"/>
              </a:ext>
            </a:extLst>
          </p:cNvPr>
          <p:cNvCxnSpPr>
            <a:cxnSpLocks/>
          </p:cNvCxnSpPr>
          <p:nvPr/>
        </p:nvCxnSpPr>
        <p:spPr>
          <a:xfrm flipH="1">
            <a:off x="8046720" y="3414808"/>
            <a:ext cx="276592" cy="311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7C1073A-112C-1711-A7D6-75DD97DEB584}"/>
              </a:ext>
            </a:extLst>
          </p:cNvPr>
          <p:cNvCxnSpPr>
            <a:cxnSpLocks/>
          </p:cNvCxnSpPr>
          <p:nvPr/>
        </p:nvCxnSpPr>
        <p:spPr>
          <a:xfrm>
            <a:off x="9455318" y="4050207"/>
            <a:ext cx="469392" cy="4420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14AB444-EB4B-87FE-21C2-FF6A16E0E2EE}"/>
              </a:ext>
            </a:extLst>
          </p:cNvPr>
          <p:cNvCxnSpPr>
            <a:cxnSpLocks/>
          </p:cNvCxnSpPr>
          <p:nvPr/>
        </p:nvCxnSpPr>
        <p:spPr>
          <a:xfrm flipH="1">
            <a:off x="8678388" y="4041124"/>
            <a:ext cx="379872" cy="450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30AABE3-1ECD-22FC-4913-B2DD03D7464E}"/>
              </a:ext>
            </a:extLst>
          </p:cNvPr>
          <p:cNvSpPr txBox="1"/>
          <p:nvPr/>
        </p:nvSpPr>
        <p:spPr>
          <a:xfrm>
            <a:off x="9036614" y="367331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3134CA-F54F-21F5-1E1E-20320F3B60CA}"/>
              </a:ext>
            </a:extLst>
          </p:cNvPr>
          <p:cNvSpPr txBox="1"/>
          <p:nvPr/>
        </p:nvSpPr>
        <p:spPr>
          <a:xfrm>
            <a:off x="6908490" y="441707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817DA5-6843-D119-5002-DE60DE454A8B}"/>
              </a:ext>
            </a:extLst>
          </p:cNvPr>
          <p:cNvCxnSpPr>
            <a:cxnSpLocks/>
          </p:cNvCxnSpPr>
          <p:nvPr/>
        </p:nvCxnSpPr>
        <p:spPr>
          <a:xfrm flipH="1">
            <a:off x="7330242" y="409551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6EA385E-83DB-C367-B6D6-A2CDC93F66FB}"/>
              </a:ext>
            </a:extLst>
          </p:cNvPr>
          <p:cNvCxnSpPr>
            <a:cxnSpLocks/>
          </p:cNvCxnSpPr>
          <p:nvPr/>
        </p:nvCxnSpPr>
        <p:spPr>
          <a:xfrm>
            <a:off x="8760022" y="3414808"/>
            <a:ext cx="276592" cy="247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60C2C34-0174-D84E-331B-E3C692A5A930}"/>
              </a:ext>
            </a:extLst>
          </p:cNvPr>
          <p:cNvSpPr txBox="1"/>
          <p:nvPr/>
        </p:nvSpPr>
        <p:spPr>
          <a:xfrm>
            <a:off x="6786158" y="2877312"/>
            <a:ext cx="1429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Left sub tree: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12D95C0-6508-CFC7-703F-E979586E8BC8}"/>
              </a:ext>
            </a:extLst>
          </p:cNvPr>
          <p:cNvSpPr/>
          <p:nvPr/>
        </p:nvSpPr>
        <p:spPr>
          <a:xfrm>
            <a:off x="6576060" y="2804160"/>
            <a:ext cx="5326380" cy="25679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B72DC7-E423-EA03-6DED-B0ED6F3D4779}"/>
              </a:ext>
            </a:extLst>
          </p:cNvPr>
          <p:cNvSpPr txBox="1"/>
          <p:nvPr/>
        </p:nvSpPr>
        <p:spPr>
          <a:xfrm>
            <a:off x="9405054" y="3201162"/>
            <a:ext cx="22924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One Zag rotation of 12</a:t>
            </a:r>
          </a:p>
        </p:txBody>
      </p:sp>
      <p:sp>
        <p:nvSpPr>
          <p:cNvPr id="58" name="Arrow: Curved Right 57">
            <a:extLst>
              <a:ext uri="{FF2B5EF4-FFF2-40B4-BE49-F238E27FC236}">
                <a16:creationId xmlns:a16="http://schemas.microsoft.com/office/drawing/2014/main" id="{0F273979-A13E-F193-7AD1-552D150C65EB}"/>
              </a:ext>
            </a:extLst>
          </p:cNvPr>
          <p:cNvSpPr/>
          <p:nvPr/>
        </p:nvSpPr>
        <p:spPr>
          <a:xfrm rot="2376866">
            <a:off x="8267374" y="2748665"/>
            <a:ext cx="333518" cy="835365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85866C-88DE-945F-BFFA-3A3C06D6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38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BB4FB-D8A5-B068-E3BA-127B516C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CDD11084-EF2D-19DE-9875-5060AE4BE9B1}"/>
              </a:ext>
            </a:extLst>
          </p:cNvPr>
          <p:cNvSpPr txBox="1"/>
          <p:nvPr/>
        </p:nvSpPr>
        <p:spPr>
          <a:xfrm>
            <a:off x="2466298" y="14523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AE6A5F-5641-24CD-ED5E-5D5205597C6E}"/>
              </a:ext>
            </a:extLst>
          </p:cNvPr>
          <p:cNvSpPr txBox="1"/>
          <p:nvPr/>
        </p:nvSpPr>
        <p:spPr>
          <a:xfrm>
            <a:off x="1734990" y="214884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AE57C6-0DB4-0FC2-9632-9A2F726A7DFF}"/>
              </a:ext>
            </a:extLst>
          </p:cNvPr>
          <p:cNvSpPr txBox="1"/>
          <p:nvPr/>
        </p:nvSpPr>
        <p:spPr>
          <a:xfrm>
            <a:off x="2403680" y="288209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5533A26-1541-E9CC-BDE0-5276E7264D36}"/>
              </a:ext>
            </a:extLst>
          </p:cNvPr>
          <p:cNvCxnSpPr>
            <a:cxnSpLocks/>
          </p:cNvCxnSpPr>
          <p:nvPr/>
        </p:nvCxnSpPr>
        <p:spPr>
          <a:xfrm flipH="1">
            <a:off x="2171700" y="1837468"/>
            <a:ext cx="276592" cy="311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B4145A2-3B80-925E-E4E6-916CA8E4BC92}"/>
              </a:ext>
            </a:extLst>
          </p:cNvPr>
          <p:cNvSpPr txBox="1"/>
          <p:nvPr/>
        </p:nvSpPr>
        <p:spPr>
          <a:xfrm>
            <a:off x="3161594" y="209597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9618ED-4445-6113-85DF-F576026740EF}"/>
              </a:ext>
            </a:extLst>
          </p:cNvPr>
          <p:cNvSpPr txBox="1"/>
          <p:nvPr/>
        </p:nvSpPr>
        <p:spPr>
          <a:xfrm>
            <a:off x="1033470" y="283973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9AC7D0F-B9A9-6EC4-D290-CA8F9752A2CC}"/>
              </a:ext>
            </a:extLst>
          </p:cNvPr>
          <p:cNvCxnSpPr>
            <a:cxnSpLocks/>
          </p:cNvCxnSpPr>
          <p:nvPr/>
        </p:nvCxnSpPr>
        <p:spPr>
          <a:xfrm flipH="1">
            <a:off x="1455222" y="251817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B63BF9-00D5-EF05-392A-EA857FF93F67}"/>
              </a:ext>
            </a:extLst>
          </p:cNvPr>
          <p:cNvCxnSpPr>
            <a:cxnSpLocks/>
          </p:cNvCxnSpPr>
          <p:nvPr/>
        </p:nvCxnSpPr>
        <p:spPr>
          <a:xfrm>
            <a:off x="2885002" y="1837468"/>
            <a:ext cx="276592" cy="247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B1FA974-A238-9C3E-8814-28AA5088C946}"/>
              </a:ext>
            </a:extLst>
          </p:cNvPr>
          <p:cNvSpPr txBox="1"/>
          <p:nvPr/>
        </p:nvSpPr>
        <p:spPr>
          <a:xfrm>
            <a:off x="426792" y="617241"/>
            <a:ext cx="142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Left sub tree: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115E6A-9EB9-F074-50B6-3A09FDBDD95D}"/>
              </a:ext>
            </a:extLst>
          </p:cNvPr>
          <p:cNvSpPr txBox="1"/>
          <p:nvPr/>
        </p:nvSpPr>
        <p:spPr>
          <a:xfrm>
            <a:off x="3155005" y="1135358"/>
            <a:ext cx="1577015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Now, we have to do One Zag rotation of 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326F43-7E82-383A-608C-156CD3505DFA}"/>
              </a:ext>
            </a:extLst>
          </p:cNvPr>
          <p:cNvSpPr txBox="1"/>
          <p:nvPr/>
        </p:nvSpPr>
        <p:spPr>
          <a:xfrm>
            <a:off x="340050" y="353315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B84D85-7973-97AF-1F8A-DB6CBFD7AD48}"/>
              </a:ext>
            </a:extLst>
          </p:cNvPr>
          <p:cNvCxnSpPr>
            <a:cxnSpLocks/>
          </p:cNvCxnSpPr>
          <p:nvPr/>
        </p:nvCxnSpPr>
        <p:spPr>
          <a:xfrm flipH="1">
            <a:off x="761802" y="321159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8085480-58F6-ADBE-074D-F52542399D71}"/>
              </a:ext>
            </a:extLst>
          </p:cNvPr>
          <p:cNvCxnSpPr>
            <a:cxnSpLocks/>
          </p:cNvCxnSpPr>
          <p:nvPr/>
        </p:nvCxnSpPr>
        <p:spPr>
          <a:xfrm>
            <a:off x="2150243" y="2518172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Arrow: Curved Right 33">
            <a:extLst>
              <a:ext uri="{FF2B5EF4-FFF2-40B4-BE49-F238E27FC236}">
                <a16:creationId xmlns:a16="http://schemas.microsoft.com/office/drawing/2014/main" id="{89F2F418-C353-A372-1334-AD2B007AE0F6}"/>
              </a:ext>
            </a:extLst>
          </p:cNvPr>
          <p:cNvSpPr/>
          <p:nvPr/>
        </p:nvSpPr>
        <p:spPr>
          <a:xfrm rot="2595497">
            <a:off x="2348388" y="997458"/>
            <a:ext cx="436710" cy="1252728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D88601-8960-4D75-333F-42CCC1AAA98D}"/>
              </a:ext>
            </a:extLst>
          </p:cNvPr>
          <p:cNvSpPr txBox="1"/>
          <p:nvPr/>
        </p:nvSpPr>
        <p:spPr>
          <a:xfrm>
            <a:off x="1710834" y="673009"/>
            <a:ext cx="234833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(After one zag rotation of 12.)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68D61E-6609-73A5-4132-054F4A16A0C0}"/>
              </a:ext>
            </a:extLst>
          </p:cNvPr>
          <p:cNvSpPr txBox="1"/>
          <p:nvPr/>
        </p:nvSpPr>
        <p:spPr>
          <a:xfrm>
            <a:off x="8874718" y="117805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5EECAC-A2F1-02DB-50CC-CDD254C67C7A}"/>
              </a:ext>
            </a:extLst>
          </p:cNvPr>
          <p:cNvSpPr txBox="1"/>
          <p:nvPr/>
        </p:nvSpPr>
        <p:spPr>
          <a:xfrm>
            <a:off x="8143410" y="187452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CF6B22-43E9-ADDE-8459-4EC0A0FC1E26}"/>
              </a:ext>
            </a:extLst>
          </p:cNvPr>
          <p:cNvSpPr txBox="1"/>
          <p:nvPr/>
        </p:nvSpPr>
        <p:spPr>
          <a:xfrm>
            <a:off x="8111060" y="327833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D4FF81A-D19F-4957-D210-61669E9F5800}"/>
              </a:ext>
            </a:extLst>
          </p:cNvPr>
          <p:cNvCxnSpPr>
            <a:cxnSpLocks/>
          </p:cNvCxnSpPr>
          <p:nvPr/>
        </p:nvCxnSpPr>
        <p:spPr>
          <a:xfrm flipH="1">
            <a:off x="8580120" y="1563148"/>
            <a:ext cx="276592" cy="311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1113F07-F076-86E2-6741-DD3A08905CD4}"/>
              </a:ext>
            </a:extLst>
          </p:cNvPr>
          <p:cNvSpPr txBox="1"/>
          <p:nvPr/>
        </p:nvSpPr>
        <p:spPr>
          <a:xfrm>
            <a:off x="7441890" y="256541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5E2AAF3-6BD5-C615-7190-697AD4BF3C44}"/>
              </a:ext>
            </a:extLst>
          </p:cNvPr>
          <p:cNvCxnSpPr>
            <a:cxnSpLocks/>
          </p:cNvCxnSpPr>
          <p:nvPr/>
        </p:nvCxnSpPr>
        <p:spPr>
          <a:xfrm flipH="1">
            <a:off x="7863642" y="224385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143992D-22B2-6D2F-F2F4-F2C4A4DE2CE6}"/>
              </a:ext>
            </a:extLst>
          </p:cNvPr>
          <p:cNvSpPr txBox="1"/>
          <p:nvPr/>
        </p:nvSpPr>
        <p:spPr>
          <a:xfrm>
            <a:off x="6748470" y="325883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7EF4F39-9379-10B4-841B-63274D5B0357}"/>
              </a:ext>
            </a:extLst>
          </p:cNvPr>
          <p:cNvCxnSpPr>
            <a:cxnSpLocks/>
          </p:cNvCxnSpPr>
          <p:nvPr/>
        </p:nvCxnSpPr>
        <p:spPr>
          <a:xfrm flipH="1">
            <a:off x="7170222" y="293727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AAB4691-71E1-7405-D4F1-91BB608678F2}"/>
              </a:ext>
            </a:extLst>
          </p:cNvPr>
          <p:cNvCxnSpPr>
            <a:cxnSpLocks/>
          </p:cNvCxnSpPr>
          <p:nvPr/>
        </p:nvCxnSpPr>
        <p:spPr>
          <a:xfrm>
            <a:off x="7857623" y="2914412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4FFC876-FA3F-1446-AF4A-AB42D8966AED}"/>
              </a:ext>
            </a:extLst>
          </p:cNvPr>
          <p:cNvSpPr txBox="1"/>
          <p:nvPr/>
        </p:nvSpPr>
        <p:spPr>
          <a:xfrm>
            <a:off x="9144721" y="2201900"/>
            <a:ext cx="214101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After zag rotation of 14, now left sub tree’s max value are in the root of left sub tree.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17062D-E130-18C3-D345-390EF8B3ED6D}"/>
              </a:ext>
            </a:extLst>
          </p:cNvPr>
          <p:cNvSpPr txBox="1"/>
          <p:nvPr/>
        </p:nvSpPr>
        <p:spPr>
          <a:xfrm>
            <a:off x="6039810" y="396749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59C9A47-CE16-9979-28AA-3441ED93D9BC}"/>
              </a:ext>
            </a:extLst>
          </p:cNvPr>
          <p:cNvCxnSpPr>
            <a:cxnSpLocks/>
          </p:cNvCxnSpPr>
          <p:nvPr/>
        </p:nvCxnSpPr>
        <p:spPr>
          <a:xfrm flipH="1">
            <a:off x="6461562" y="364593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2CD4F5C2-9709-2D8C-918F-244692ED2FF6}"/>
              </a:ext>
            </a:extLst>
          </p:cNvPr>
          <p:cNvSpPr/>
          <p:nvPr/>
        </p:nvSpPr>
        <p:spPr>
          <a:xfrm>
            <a:off x="4716780" y="2156460"/>
            <a:ext cx="1379220" cy="321565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06093C-B8DD-4A0F-A7C0-A4AF1DD776D5}"/>
              </a:ext>
            </a:extLst>
          </p:cNvPr>
          <p:cNvSpPr txBox="1"/>
          <p:nvPr/>
        </p:nvSpPr>
        <p:spPr>
          <a:xfrm>
            <a:off x="3037653" y="5137142"/>
            <a:ext cx="5524461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Now, we have to add a join operation with right sub tree.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1CDE38-DBA0-6206-F777-9DEAD1FF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4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2F9F6-B9A2-F035-8B88-C575BEDC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A2922B1B-04C1-A0B2-8B02-D51B92A395F6}"/>
              </a:ext>
            </a:extLst>
          </p:cNvPr>
          <p:cNvSpPr txBox="1"/>
          <p:nvPr/>
        </p:nvSpPr>
        <p:spPr>
          <a:xfrm>
            <a:off x="5102818" y="156667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78A92C-0A93-362D-7715-14DB018816B1}"/>
              </a:ext>
            </a:extLst>
          </p:cNvPr>
          <p:cNvSpPr txBox="1"/>
          <p:nvPr/>
        </p:nvSpPr>
        <p:spPr>
          <a:xfrm>
            <a:off x="4371510" y="226314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B95187-DA77-6D1E-5BF1-9829ABEA4480}"/>
              </a:ext>
            </a:extLst>
          </p:cNvPr>
          <p:cNvSpPr txBox="1"/>
          <p:nvPr/>
        </p:nvSpPr>
        <p:spPr>
          <a:xfrm>
            <a:off x="4339160" y="366695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96175F-B2F0-37DF-6D49-C9785FE8A7EE}"/>
              </a:ext>
            </a:extLst>
          </p:cNvPr>
          <p:cNvCxnSpPr>
            <a:cxnSpLocks/>
          </p:cNvCxnSpPr>
          <p:nvPr/>
        </p:nvCxnSpPr>
        <p:spPr>
          <a:xfrm flipH="1">
            <a:off x="4808220" y="1951768"/>
            <a:ext cx="276592" cy="311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424C567-A215-0686-EFBA-90326F2FBC51}"/>
              </a:ext>
            </a:extLst>
          </p:cNvPr>
          <p:cNvSpPr txBox="1"/>
          <p:nvPr/>
        </p:nvSpPr>
        <p:spPr>
          <a:xfrm>
            <a:off x="3669990" y="295403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E9E57F-44BD-1CC8-7F76-64F41F547045}"/>
              </a:ext>
            </a:extLst>
          </p:cNvPr>
          <p:cNvCxnSpPr>
            <a:cxnSpLocks/>
          </p:cNvCxnSpPr>
          <p:nvPr/>
        </p:nvCxnSpPr>
        <p:spPr>
          <a:xfrm flipH="1">
            <a:off x="4091742" y="263247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1923F1C-0999-A0B8-8094-34171FE5044B}"/>
              </a:ext>
            </a:extLst>
          </p:cNvPr>
          <p:cNvSpPr txBox="1"/>
          <p:nvPr/>
        </p:nvSpPr>
        <p:spPr>
          <a:xfrm>
            <a:off x="2976570" y="364745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EB60A8-AB4C-D4AB-456C-91F8B0DF4C57}"/>
              </a:ext>
            </a:extLst>
          </p:cNvPr>
          <p:cNvCxnSpPr>
            <a:cxnSpLocks/>
          </p:cNvCxnSpPr>
          <p:nvPr/>
        </p:nvCxnSpPr>
        <p:spPr>
          <a:xfrm flipH="1">
            <a:off x="3398322" y="332589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6FDE79E-2F3F-1AC6-9612-8C8D7F05D7C2}"/>
              </a:ext>
            </a:extLst>
          </p:cNvPr>
          <p:cNvCxnSpPr>
            <a:cxnSpLocks/>
          </p:cNvCxnSpPr>
          <p:nvPr/>
        </p:nvCxnSpPr>
        <p:spPr>
          <a:xfrm>
            <a:off x="4085723" y="3303032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086DE92-BB7D-2E24-1CAC-48BB050AC6A4}"/>
              </a:ext>
            </a:extLst>
          </p:cNvPr>
          <p:cNvSpPr txBox="1"/>
          <p:nvPr/>
        </p:nvSpPr>
        <p:spPr>
          <a:xfrm>
            <a:off x="2267910" y="435611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3D12332-AE1E-766D-568C-CC373001D736}"/>
              </a:ext>
            </a:extLst>
          </p:cNvPr>
          <p:cNvCxnSpPr>
            <a:cxnSpLocks/>
          </p:cNvCxnSpPr>
          <p:nvPr/>
        </p:nvCxnSpPr>
        <p:spPr>
          <a:xfrm flipH="1">
            <a:off x="2689662" y="4034552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37BDF31-9855-2527-FDC6-C839314ABBF2}"/>
              </a:ext>
            </a:extLst>
          </p:cNvPr>
          <p:cNvSpPr txBox="1"/>
          <p:nvPr/>
        </p:nvSpPr>
        <p:spPr>
          <a:xfrm>
            <a:off x="5767924" y="229993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262F6B-1524-03FE-7E28-11F478426DFF}"/>
              </a:ext>
            </a:extLst>
          </p:cNvPr>
          <p:cNvCxnSpPr>
            <a:cxnSpLocks/>
          </p:cNvCxnSpPr>
          <p:nvPr/>
        </p:nvCxnSpPr>
        <p:spPr>
          <a:xfrm>
            <a:off x="5514487" y="1936004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12A602-B0B8-FC4A-6957-514C562022E2}"/>
              </a:ext>
            </a:extLst>
          </p:cNvPr>
          <p:cNvSpPr txBox="1"/>
          <p:nvPr/>
        </p:nvSpPr>
        <p:spPr>
          <a:xfrm>
            <a:off x="2823988" y="656214"/>
            <a:ext cx="3707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Splay Tree after delete 16: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07D3C-CE11-59E5-E67E-5FB9BAE3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1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420B1-7F25-9229-1555-C06165CA5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0F4D867-7103-2008-D352-633C1B161017}"/>
              </a:ext>
            </a:extLst>
          </p:cNvPr>
          <p:cNvSpPr txBox="1"/>
          <p:nvPr/>
        </p:nvSpPr>
        <p:spPr>
          <a:xfrm>
            <a:off x="3066754" y="94030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844DF9-98CD-5157-045B-A71EF4EDCFC1}"/>
              </a:ext>
            </a:extLst>
          </p:cNvPr>
          <p:cNvSpPr txBox="1"/>
          <p:nvPr/>
        </p:nvSpPr>
        <p:spPr>
          <a:xfrm>
            <a:off x="2335446" y="163677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A0CCCF-7C9A-5A83-6EBF-9C4985482F0D}"/>
              </a:ext>
            </a:extLst>
          </p:cNvPr>
          <p:cNvSpPr txBox="1"/>
          <p:nvPr/>
        </p:nvSpPr>
        <p:spPr>
          <a:xfrm>
            <a:off x="2303096" y="304059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18F926-7992-3304-9E93-481BC5CF6EBE}"/>
              </a:ext>
            </a:extLst>
          </p:cNvPr>
          <p:cNvCxnSpPr>
            <a:cxnSpLocks/>
          </p:cNvCxnSpPr>
          <p:nvPr/>
        </p:nvCxnSpPr>
        <p:spPr>
          <a:xfrm flipH="1">
            <a:off x="2772156" y="1325404"/>
            <a:ext cx="276592" cy="311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FA1DF49-0A89-8DEE-8C0C-AA64F8314594}"/>
              </a:ext>
            </a:extLst>
          </p:cNvPr>
          <p:cNvSpPr txBox="1"/>
          <p:nvPr/>
        </p:nvSpPr>
        <p:spPr>
          <a:xfrm>
            <a:off x="1633926" y="2327673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B078C30-2C5E-3B4B-5E2A-5B260D7EE0C9}"/>
              </a:ext>
            </a:extLst>
          </p:cNvPr>
          <p:cNvCxnSpPr>
            <a:cxnSpLocks/>
          </p:cNvCxnSpPr>
          <p:nvPr/>
        </p:nvCxnSpPr>
        <p:spPr>
          <a:xfrm flipH="1">
            <a:off x="2055678" y="2006108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1366242-E3F4-705A-2E03-1B2347299DAE}"/>
              </a:ext>
            </a:extLst>
          </p:cNvPr>
          <p:cNvSpPr txBox="1"/>
          <p:nvPr/>
        </p:nvSpPr>
        <p:spPr>
          <a:xfrm>
            <a:off x="940506" y="3021093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8AE5C50-EEF2-D23D-DFF5-3F633A212717}"/>
              </a:ext>
            </a:extLst>
          </p:cNvPr>
          <p:cNvCxnSpPr>
            <a:cxnSpLocks/>
          </p:cNvCxnSpPr>
          <p:nvPr/>
        </p:nvCxnSpPr>
        <p:spPr>
          <a:xfrm flipH="1">
            <a:off x="1362258" y="2699528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484A673-3F8F-255E-8B0E-31782643EA86}"/>
              </a:ext>
            </a:extLst>
          </p:cNvPr>
          <p:cNvCxnSpPr>
            <a:cxnSpLocks/>
          </p:cNvCxnSpPr>
          <p:nvPr/>
        </p:nvCxnSpPr>
        <p:spPr>
          <a:xfrm>
            <a:off x="2049659" y="2676668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A7408B6-E36A-D863-E2F9-A7F90E74D5A7}"/>
              </a:ext>
            </a:extLst>
          </p:cNvPr>
          <p:cNvSpPr txBox="1"/>
          <p:nvPr/>
        </p:nvSpPr>
        <p:spPr>
          <a:xfrm>
            <a:off x="231846" y="3729753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3B1B09A-6EE1-0C37-557A-6F7357BD0E50}"/>
              </a:ext>
            </a:extLst>
          </p:cNvPr>
          <p:cNvCxnSpPr>
            <a:cxnSpLocks/>
          </p:cNvCxnSpPr>
          <p:nvPr/>
        </p:nvCxnSpPr>
        <p:spPr>
          <a:xfrm flipH="1">
            <a:off x="653598" y="3408188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94BDF0-5080-A2F2-C3E8-43A5C880EA1D}"/>
              </a:ext>
            </a:extLst>
          </p:cNvPr>
          <p:cNvSpPr txBox="1"/>
          <p:nvPr/>
        </p:nvSpPr>
        <p:spPr>
          <a:xfrm>
            <a:off x="3731860" y="167356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2DC183-B223-85CC-8F5F-F620ECF3A323}"/>
              </a:ext>
            </a:extLst>
          </p:cNvPr>
          <p:cNvCxnSpPr>
            <a:cxnSpLocks/>
          </p:cNvCxnSpPr>
          <p:nvPr/>
        </p:nvCxnSpPr>
        <p:spPr>
          <a:xfrm>
            <a:off x="3478423" y="1309640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6FE24-BA55-019E-3A4D-541D2A8242FF}"/>
              </a:ext>
            </a:extLst>
          </p:cNvPr>
          <p:cNvSpPr txBox="1"/>
          <p:nvPr/>
        </p:nvSpPr>
        <p:spPr>
          <a:xfrm>
            <a:off x="286710" y="34064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12: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802FE-B97A-C615-6017-BE2442C97220}"/>
              </a:ext>
            </a:extLst>
          </p:cNvPr>
          <p:cNvSpPr txBox="1"/>
          <p:nvPr/>
        </p:nvSpPr>
        <p:spPr>
          <a:xfrm>
            <a:off x="9961330" y="116433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DD146-CC23-E3F3-42EF-D02F703ABBCF}"/>
              </a:ext>
            </a:extLst>
          </p:cNvPr>
          <p:cNvSpPr txBox="1"/>
          <p:nvPr/>
        </p:nvSpPr>
        <p:spPr>
          <a:xfrm>
            <a:off x="9085242" y="45110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CAE0-8EC5-6169-0316-2BC88A128A33}"/>
              </a:ext>
            </a:extLst>
          </p:cNvPr>
          <p:cNvSpPr txBox="1"/>
          <p:nvPr/>
        </p:nvSpPr>
        <p:spPr>
          <a:xfrm>
            <a:off x="9052892" y="185492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D69329-966D-386A-EB41-0AE4002E8A36}"/>
              </a:ext>
            </a:extLst>
          </p:cNvPr>
          <p:cNvCxnSpPr>
            <a:cxnSpLocks/>
          </p:cNvCxnSpPr>
          <p:nvPr/>
        </p:nvCxnSpPr>
        <p:spPr>
          <a:xfrm flipH="1" flipV="1">
            <a:off x="9503946" y="832628"/>
            <a:ext cx="457384" cy="33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746CCE-3298-7506-7E29-43CACB393D68}"/>
              </a:ext>
            </a:extLst>
          </p:cNvPr>
          <p:cNvSpPr txBox="1"/>
          <p:nvPr/>
        </p:nvSpPr>
        <p:spPr>
          <a:xfrm>
            <a:off x="8383722" y="1142001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45A49D-A121-9237-7FB6-229F67B32AD5}"/>
              </a:ext>
            </a:extLst>
          </p:cNvPr>
          <p:cNvCxnSpPr>
            <a:cxnSpLocks/>
          </p:cNvCxnSpPr>
          <p:nvPr/>
        </p:nvCxnSpPr>
        <p:spPr>
          <a:xfrm flipH="1">
            <a:off x="8805474" y="820436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5C8525-324D-A8E0-F27C-CD2925C81EE4}"/>
              </a:ext>
            </a:extLst>
          </p:cNvPr>
          <p:cNvSpPr txBox="1"/>
          <p:nvPr/>
        </p:nvSpPr>
        <p:spPr>
          <a:xfrm>
            <a:off x="7690302" y="1835421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B0C32C-7FBE-AF1C-C0C5-18BA45C53E57}"/>
              </a:ext>
            </a:extLst>
          </p:cNvPr>
          <p:cNvCxnSpPr>
            <a:cxnSpLocks/>
          </p:cNvCxnSpPr>
          <p:nvPr/>
        </p:nvCxnSpPr>
        <p:spPr>
          <a:xfrm flipH="1">
            <a:off x="8112054" y="1513856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F19DCE-428D-708F-C3B7-05A12F9A7693}"/>
              </a:ext>
            </a:extLst>
          </p:cNvPr>
          <p:cNvCxnSpPr>
            <a:cxnSpLocks/>
          </p:cNvCxnSpPr>
          <p:nvPr/>
        </p:nvCxnSpPr>
        <p:spPr>
          <a:xfrm>
            <a:off x="8799455" y="1490996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772B2B-E749-D218-4BDA-C908CDABE2CF}"/>
              </a:ext>
            </a:extLst>
          </p:cNvPr>
          <p:cNvSpPr txBox="1"/>
          <p:nvPr/>
        </p:nvSpPr>
        <p:spPr>
          <a:xfrm>
            <a:off x="6981642" y="2544081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116B83-5C72-C0B5-12C7-6AC661AB6835}"/>
              </a:ext>
            </a:extLst>
          </p:cNvPr>
          <p:cNvCxnSpPr>
            <a:cxnSpLocks/>
          </p:cNvCxnSpPr>
          <p:nvPr/>
        </p:nvCxnSpPr>
        <p:spPr>
          <a:xfrm flipH="1">
            <a:off x="7403394" y="2222516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21D9D9-0796-EA1B-876D-13E05C629326}"/>
              </a:ext>
            </a:extLst>
          </p:cNvPr>
          <p:cNvSpPr txBox="1"/>
          <p:nvPr/>
        </p:nvSpPr>
        <p:spPr>
          <a:xfrm>
            <a:off x="10626436" y="189759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2D41D8-87CE-1C91-A2AE-AB0F07300896}"/>
              </a:ext>
            </a:extLst>
          </p:cNvPr>
          <p:cNvCxnSpPr>
            <a:cxnSpLocks/>
          </p:cNvCxnSpPr>
          <p:nvPr/>
        </p:nvCxnSpPr>
        <p:spPr>
          <a:xfrm>
            <a:off x="10372999" y="1533668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34BEDA47-A880-ADCC-F219-D84F4645297C}"/>
              </a:ext>
            </a:extLst>
          </p:cNvPr>
          <p:cNvSpPr/>
          <p:nvPr/>
        </p:nvSpPr>
        <p:spPr>
          <a:xfrm rot="18366562">
            <a:off x="2567935" y="861894"/>
            <a:ext cx="1195768" cy="47003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FD4A5A6-A299-8D4F-8F01-AFC4AC3FDA7F}"/>
              </a:ext>
            </a:extLst>
          </p:cNvPr>
          <p:cNvSpPr/>
          <p:nvPr/>
        </p:nvSpPr>
        <p:spPr>
          <a:xfrm>
            <a:off x="5051967" y="1691378"/>
            <a:ext cx="1402075" cy="321565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E87290-FA89-E80B-1B8E-443FE553B139}"/>
              </a:ext>
            </a:extLst>
          </p:cNvPr>
          <p:cNvSpPr txBox="1"/>
          <p:nvPr/>
        </p:nvSpPr>
        <p:spPr>
          <a:xfrm>
            <a:off x="6405838" y="4453128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10B737-E644-DDA8-1FFF-37C7EF336FBB}"/>
              </a:ext>
            </a:extLst>
          </p:cNvPr>
          <p:cNvSpPr txBox="1"/>
          <p:nvPr/>
        </p:nvSpPr>
        <p:spPr>
          <a:xfrm>
            <a:off x="5529750" y="373989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E93F86-1DAA-99BC-95E2-49CE6E53AF75}"/>
              </a:ext>
            </a:extLst>
          </p:cNvPr>
          <p:cNvSpPr txBox="1"/>
          <p:nvPr/>
        </p:nvSpPr>
        <p:spPr>
          <a:xfrm>
            <a:off x="5771720" y="526258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E5BA47-564B-65EE-6173-FC00A4459622}"/>
              </a:ext>
            </a:extLst>
          </p:cNvPr>
          <p:cNvCxnSpPr>
            <a:cxnSpLocks/>
          </p:cNvCxnSpPr>
          <p:nvPr/>
        </p:nvCxnSpPr>
        <p:spPr>
          <a:xfrm flipH="1" flipV="1">
            <a:off x="5948454" y="4121420"/>
            <a:ext cx="457384" cy="33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19CD6C-5EAB-B5DD-2969-DB8FBDBFE9E8}"/>
              </a:ext>
            </a:extLst>
          </p:cNvPr>
          <p:cNvSpPr txBox="1"/>
          <p:nvPr/>
        </p:nvSpPr>
        <p:spPr>
          <a:xfrm>
            <a:off x="4828230" y="4430793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50480D-6F8F-96E4-4DE2-D509E14CCF95}"/>
              </a:ext>
            </a:extLst>
          </p:cNvPr>
          <p:cNvCxnSpPr>
            <a:cxnSpLocks/>
          </p:cNvCxnSpPr>
          <p:nvPr/>
        </p:nvCxnSpPr>
        <p:spPr>
          <a:xfrm flipH="1">
            <a:off x="5249982" y="4109228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B514288-28A4-EE0B-1622-7754E71A3ABE}"/>
              </a:ext>
            </a:extLst>
          </p:cNvPr>
          <p:cNvSpPr txBox="1"/>
          <p:nvPr/>
        </p:nvSpPr>
        <p:spPr>
          <a:xfrm>
            <a:off x="4134810" y="5124213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FB340A-5A15-CE64-39FC-21EAAF224826}"/>
              </a:ext>
            </a:extLst>
          </p:cNvPr>
          <p:cNvCxnSpPr>
            <a:cxnSpLocks/>
          </p:cNvCxnSpPr>
          <p:nvPr/>
        </p:nvCxnSpPr>
        <p:spPr>
          <a:xfrm flipH="1">
            <a:off x="4556562" y="4802648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25CCCA-BF91-A4B0-1238-94AA364E3473}"/>
              </a:ext>
            </a:extLst>
          </p:cNvPr>
          <p:cNvCxnSpPr>
            <a:cxnSpLocks/>
          </p:cNvCxnSpPr>
          <p:nvPr/>
        </p:nvCxnSpPr>
        <p:spPr>
          <a:xfrm flipH="1">
            <a:off x="6177146" y="4820674"/>
            <a:ext cx="223982" cy="489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B386CDE-1497-575F-47DB-77F3D92FC1F7}"/>
              </a:ext>
            </a:extLst>
          </p:cNvPr>
          <p:cNvSpPr txBox="1"/>
          <p:nvPr/>
        </p:nvSpPr>
        <p:spPr>
          <a:xfrm>
            <a:off x="7070944" y="5186386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F7B53A-1770-9E57-80B3-8477535EC58B}"/>
              </a:ext>
            </a:extLst>
          </p:cNvPr>
          <p:cNvCxnSpPr>
            <a:cxnSpLocks/>
          </p:cNvCxnSpPr>
          <p:nvPr/>
        </p:nvCxnSpPr>
        <p:spPr>
          <a:xfrm>
            <a:off x="6817507" y="4822460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Arrow: Curved Down 56">
            <a:extLst>
              <a:ext uri="{FF2B5EF4-FFF2-40B4-BE49-F238E27FC236}">
                <a16:creationId xmlns:a16="http://schemas.microsoft.com/office/drawing/2014/main" id="{A350F36D-FD96-E9BC-3D75-9D63F47C790E}"/>
              </a:ext>
            </a:extLst>
          </p:cNvPr>
          <p:cNvSpPr/>
          <p:nvPr/>
        </p:nvSpPr>
        <p:spPr>
          <a:xfrm rot="18366562">
            <a:off x="8590522" y="375346"/>
            <a:ext cx="1195768" cy="47003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ED7BAAB6-146B-65A0-2442-43AC30C954BC}"/>
              </a:ext>
            </a:extLst>
          </p:cNvPr>
          <p:cNvSpPr/>
          <p:nvPr/>
        </p:nvSpPr>
        <p:spPr>
          <a:xfrm rot="3410288">
            <a:off x="7534883" y="2856489"/>
            <a:ext cx="310838" cy="176681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1F07BA-EF70-EB29-3992-0DBBDCA758C4}"/>
              </a:ext>
            </a:extLst>
          </p:cNvPr>
          <p:cNvSpPr txBox="1"/>
          <p:nvPr/>
        </p:nvSpPr>
        <p:spPr>
          <a:xfrm>
            <a:off x="7753696" y="590571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704F5DD-3979-FD56-1155-B4EDE31C7B2F}"/>
              </a:ext>
            </a:extLst>
          </p:cNvPr>
          <p:cNvCxnSpPr>
            <a:cxnSpLocks/>
          </p:cNvCxnSpPr>
          <p:nvPr/>
        </p:nvCxnSpPr>
        <p:spPr>
          <a:xfrm>
            <a:off x="7489648" y="5555718"/>
            <a:ext cx="279582" cy="3472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D5D2078-41E2-C6CB-C945-D84B99215701}"/>
              </a:ext>
            </a:extLst>
          </p:cNvPr>
          <p:cNvCxnSpPr>
            <a:cxnSpLocks/>
          </p:cNvCxnSpPr>
          <p:nvPr/>
        </p:nvCxnSpPr>
        <p:spPr>
          <a:xfrm flipH="1">
            <a:off x="5398963" y="3665863"/>
            <a:ext cx="627443" cy="48963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04C156B-945D-2C7E-C141-56B018BD3662}"/>
              </a:ext>
            </a:extLst>
          </p:cNvPr>
          <p:cNvCxnSpPr>
            <a:cxnSpLocks/>
          </p:cNvCxnSpPr>
          <p:nvPr/>
        </p:nvCxnSpPr>
        <p:spPr>
          <a:xfrm>
            <a:off x="5503171" y="3568970"/>
            <a:ext cx="491579" cy="71830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E34A88B-0BD5-335D-F803-0491DC16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6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A59F0-5639-059D-40BD-5E25066A2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2EB92380-05D7-9CAA-FA8A-DFC087F36DF5}"/>
              </a:ext>
            </a:extLst>
          </p:cNvPr>
          <p:cNvSpPr txBox="1"/>
          <p:nvPr/>
        </p:nvSpPr>
        <p:spPr>
          <a:xfrm>
            <a:off x="5976070" y="298094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046C10-385F-77C7-34B8-732B354ADA6D}"/>
              </a:ext>
            </a:extLst>
          </p:cNvPr>
          <p:cNvSpPr txBox="1"/>
          <p:nvPr/>
        </p:nvSpPr>
        <p:spPr>
          <a:xfrm>
            <a:off x="5341952" y="379040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0596DC-DEC9-1977-35A4-1651A9CFB0B5}"/>
              </a:ext>
            </a:extLst>
          </p:cNvPr>
          <p:cNvCxnSpPr>
            <a:cxnSpLocks/>
          </p:cNvCxnSpPr>
          <p:nvPr/>
        </p:nvCxnSpPr>
        <p:spPr>
          <a:xfrm flipH="1" flipV="1">
            <a:off x="5518686" y="2649236"/>
            <a:ext cx="457384" cy="33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A6F68BB-66FB-3CB7-B91A-FF40B318B5A2}"/>
              </a:ext>
            </a:extLst>
          </p:cNvPr>
          <p:cNvSpPr txBox="1"/>
          <p:nvPr/>
        </p:nvSpPr>
        <p:spPr>
          <a:xfrm>
            <a:off x="5111694" y="230938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55A59A-B0C2-53A0-579D-75563FB2046D}"/>
              </a:ext>
            </a:extLst>
          </p:cNvPr>
          <p:cNvSpPr txBox="1"/>
          <p:nvPr/>
        </p:nvSpPr>
        <p:spPr>
          <a:xfrm>
            <a:off x="4418274" y="300280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60E01E-8612-A313-A2A9-6770905F5F10}"/>
              </a:ext>
            </a:extLst>
          </p:cNvPr>
          <p:cNvCxnSpPr>
            <a:cxnSpLocks/>
          </p:cNvCxnSpPr>
          <p:nvPr/>
        </p:nvCxnSpPr>
        <p:spPr>
          <a:xfrm flipH="1">
            <a:off x="4840026" y="2681240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86B574-9A81-2510-B045-37052430786F}"/>
              </a:ext>
            </a:extLst>
          </p:cNvPr>
          <p:cNvCxnSpPr>
            <a:cxnSpLocks/>
          </p:cNvCxnSpPr>
          <p:nvPr/>
        </p:nvCxnSpPr>
        <p:spPr>
          <a:xfrm flipH="1">
            <a:off x="5747378" y="3348490"/>
            <a:ext cx="223982" cy="489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D0E5D11-0DF2-8FA1-0672-BAF9C92572CC}"/>
              </a:ext>
            </a:extLst>
          </p:cNvPr>
          <p:cNvSpPr txBox="1"/>
          <p:nvPr/>
        </p:nvSpPr>
        <p:spPr>
          <a:xfrm>
            <a:off x="6641176" y="371420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F228C41-FC80-26DC-6B76-7B99B3B89B1A}"/>
              </a:ext>
            </a:extLst>
          </p:cNvPr>
          <p:cNvCxnSpPr>
            <a:cxnSpLocks/>
          </p:cNvCxnSpPr>
          <p:nvPr/>
        </p:nvCxnSpPr>
        <p:spPr>
          <a:xfrm>
            <a:off x="6387739" y="3350276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E846591-CC1D-0533-49D0-C7E87C12F891}"/>
              </a:ext>
            </a:extLst>
          </p:cNvPr>
          <p:cNvSpPr txBox="1"/>
          <p:nvPr/>
        </p:nvSpPr>
        <p:spPr>
          <a:xfrm>
            <a:off x="7323928" y="443353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A2A4311-C48D-8D5F-D790-C382B63CDBD9}"/>
              </a:ext>
            </a:extLst>
          </p:cNvPr>
          <p:cNvCxnSpPr>
            <a:cxnSpLocks/>
          </p:cNvCxnSpPr>
          <p:nvPr/>
        </p:nvCxnSpPr>
        <p:spPr>
          <a:xfrm>
            <a:off x="7059880" y="4083534"/>
            <a:ext cx="279582" cy="3472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7CA729-73EF-D580-AB97-010018935FF6}"/>
              </a:ext>
            </a:extLst>
          </p:cNvPr>
          <p:cNvSpPr txBox="1"/>
          <p:nvPr/>
        </p:nvSpPr>
        <p:spPr>
          <a:xfrm>
            <a:off x="3771772" y="582954"/>
            <a:ext cx="4191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Final Splay Tree after delete 12: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2AE039-ECFB-82D2-D328-4E25DB27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2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96916-6EA4-0CA0-740E-5E915107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8AA3309-63F8-89F9-440F-1F09F94356D2}"/>
              </a:ext>
            </a:extLst>
          </p:cNvPr>
          <p:cNvSpPr txBox="1"/>
          <p:nvPr/>
        </p:nvSpPr>
        <p:spPr>
          <a:xfrm>
            <a:off x="2728045" y="298094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E48FEC-39D8-B0B9-5A56-A92E4AECB71E}"/>
              </a:ext>
            </a:extLst>
          </p:cNvPr>
          <p:cNvSpPr txBox="1"/>
          <p:nvPr/>
        </p:nvSpPr>
        <p:spPr>
          <a:xfrm>
            <a:off x="2093927" y="379040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3151A5-EEFE-9561-7071-6F44E95DEBF2}"/>
              </a:ext>
            </a:extLst>
          </p:cNvPr>
          <p:cNvCxnSpPr>
            <a:cxnSpLocks/>
          </p:cNvCxnSpPr>
          <p:nvPr/>
        </p:nvCxnSpPr>
        <p:spPr>
          <a:xfrm flipH="1" flipV="1">
            <a:off x="2270661" y="2649236"/>
            <a:ext cx="457384" cy="33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302726-F546-5E4E-938D-01715241C64C}"/>
              </a:ext>
            </a:extLst>
          </p:cNvPr>
          <p:cNvSpPr txBox="1"/>
          <p:nvPr/>
        </p:nvSpPr>
        <p:spPr>
          <a:xfrm>
            <a:off x="1863669" y="230938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B53219-39E0-81C9-4786-B47CB6F21D6C}"/>
              </a:ext>
            </a:extLst>
          </p:cNvPr>
          <p:cNvSpPr txBox="1"/>
          <p:nvPr/>
        </p:nvSpPr>
        <p:spPr>
          <a:xfrm>
            <a:off x="1170249" y="300280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CF8CAD-C282-BA03-427B-F1EBF9A5A736}"/>
              </a:ext>
            </a:extLst>
          </p:cNvPr>
          <p:cNvCxnSpPr>
            <a:cxnSpLocks/>
          </p:cNvCxnSpPr>
          <p:nvPr/>
        </p:nvCxnSpPr>
        <p:spPr>
          <a:xfrm flipH="1">
            <a:off x="1592001" y="2681240"/>
            <a:ext cx="297963" cy="321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867FF69-FCF2-49A1-AEF6-1E78EE0E4D74}"/>
              </a:ext>
            </a:extLst>
          </p:cNvPr>
          <p:cNvCxnSpPr>
            <a:cxnSpLocks/>
          </p:cNvCxnSpPr>
          <p:nvPr/>
        </p:nvCxnSpPr>
        <p:spPr>
          <a:xfrm flipH="1">
            <a:off x="2499353" y="3348490"/>
            <a:ext cx="223982" cy="489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C0F108-64AC-7EEB-09D5-97F4D43DE16C}"/>
              </a:ext>
            </a:extLst>
          </p:cNvPr>
          <p:cNvSpPr txBox="1"/>
          <p:nvPr/>
        </p:nvSpPr>
        <p:spPr>
          <a:xfrm>
            <a:off x="3393151" y="371420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61638E7-DB1E-074A-CAF7-750D8482178E}"/>
              </a:ext>
            </a:extLst>
          </p:cNvPr>
          <p:cNvCxnSpPr>
            <a:cxnSpLocks/>
          </p:cNvCxnSpPr>
          <p:nvPr/>
        </p:nvCxnSpPr>
        <p:spPr>
          <a:xfrm>
            <a:off x="3139714" y="3350276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E8023C0-A962-97A1-6D6F-4A31A2E60AEB}"/>
              </a:ext>
            </a:extLst>
          </p:cNvPr>
          <p:cNvSpPr txBox="1"/>
          <p:nvPr/>
        </p:nvSpPr>
        <p:spPr>
          <a:xfrm>
            <a:off x="4075903" y="443353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2AEEA28-AB4C-F619-31A1-82789D3FA657}"/>
              </a:ext>
            </a:extLst>
          </p:cNvPr>
          <p:cNvCxnSpPr>
            <a:cxnSpLocks/>
          </p:cNvCxnSpPr>
          <p:nvPr/>
        </p:nvCxnSpPr>
        <p:spPr>
          <a:xfrm>
            <a:off x="3811855" y="4083534"/>
            <a:ext cx="279582" cy="3472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5ED5CA0-26FA-45A6-2D1C-B1922547FB32}"/>
              </a:ext>
            </a:extLst>
          </p:cNvPr>
          <p:cNvSpPr txBox="1"/>
          <p:nvPr/>
        </p:nvSpPr>
        <p:spPr>
          <a:xfrm>
            <a:off x="838072" y="954429"/>
            <a:ext cx="1331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Delete 7: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97695419-5AB5-B455-BFD1-B5C7EE3DF727}"/>
              </a:ext>
            </a:extLst>
          </p:cNvPr>
          <p:cNvSpPr/>
          <p:nvPr/>
        </p:nvSpPr>
        <p:spPr>
          <a:xfrm rot="19642775">
            <a:off x="1562973" y="2125769"/>
            <a:ext cx="982353" cy="50723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E9C2E-421E-F665-62E1-6F6349DD2942}"/>
              </a:ext>
            </a:extLst>
          </p:cNvPr>
          <p:cNvSpPr txBox="1"/>
          <p:nvPr/>
        </p:nvSpPr>
        <p:spPr>
          <a:xfrm>
            <a:off x="8481145" y="3152394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22809-3A96-53D7-5B69-2DBB6111190B}"/>
              </a:ext>
            </a:extLst>
          </p:cNvPr>
          <p:cNvSpPr txBox="1"/>
          <p:nvPr/>
        </p:nvSpPr>
        <p:spPr>
          <a:xfrm>
            <a:off x="7847027" y="396185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AF7139-7635-C2DD-EFF2-3858044C787A}"/>
              </a:ext>
            </a:extLst>
          </p:cNvPr>
          <p:cNvCxnSpPr>
            <a:cxnSpLocks/>
          </p:cNvCxnSpPr>
          <p:nvPr/>
        </p:nvCxnSpPr>
        <p:spPr>
          <a:xfrm flipH="1" flipV="1">
            <a:off x="8023761" y="2820686"/>
            <a:ext cx="457384" cy="33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C271754-F570-0B9E-AC13-12913BCC943B}"/>
              </a:ext>
            </a:extLst>
          </p:cNvPr>
          <p:cNvSpPr txBox="1"/>
          <p:nvPr/>
        </p:nvSpPr>
        <p:spPr>
          <a:xfrm>
            <a:off x="7616769" y="248083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4B106-0FFC-D5A8-A53A-1C96588C3AEE}"/>
              </a:ext>
            </a:extLst>
          </p:cNvPr>
          <p:cNvSpPr txBox="1"/>
          <p:nvPr/>
        </p:nvSpPr>
        <p:spPr>
          <a:xfrm>
            <a:off x="6780474" y="181218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34A1D-8CFE-C1FD-E146-2356816BB9B8}"/>
              </a:ext>
            </a:extLst>
          </p:cNvPr>
          <p:cNvCxnSpPr>
            <a:cxnSpLocks/>
          </p:cNvCxnSpPr>
          <p:nvPr/>
        </p:nvCxnSpPr>
        <p:spPr>
          <a:xfrm flipH="1" flipV="1">
            <a:off x="7198967" y="2181512"/>
            <a:ext cx="417802" cy="2993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2C7BD0-F3B4-F035-D16F-268EFBF44636}"/>
              </a:ext>
            </a:extLst>
          </p:cNvPr>
          <p:cNvCxnSpPr>
            <a:cxnSpLocks/>
          </p:cNvCxnSpPr>
          <p:nvPr/>
        </p:nvCxnSpPr>
        <p:spPr>
          <a:xfrm flipH="1">
            <a:off x="8252453" y="3519940"/>
            <a:ext cx="223982" cy="489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A15CF9-514D-7D49-CB14-988524AD3142}"/>
              </a:ext>
            </a:extLst>
          </p:cNvPr>
          <p:cNvSpPr txBox="1"/>
          <p:nvPr/>
        </p:nvSpPr>
        <p:spPr>
          <a:xfrm>
            <a:off x="9146251" y="388565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478D82-8052-2093-E630-BD732CB940D8}"/>
              </a:ext>
            </a:extLst>
          </p:cNvPr>
          <p:cNvCxnSpPr>
            <a:cxnSpLocks/>
          </p:cNvCxnSpPr>
          <p:nvPr/>
        </p:nvCxnSpPr>
        <p:spPr>
          <a:xfrm>
            <a:off x="8892814" y="3521726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0B7872-1D00-5EB1-6DD8-7E4B580E7BBB}"/>
              </a:ext>
            </a:extLst>
          </p:cNvPr>
          <p:cNvSpPr txBox="1"/>
          <p:nvPr/>
        </p:nvSpPr>
        <p:spPr>
          <a:xfrm>
            <a:off x="9829003" y="460498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095A0-40C4-3100-A65C-688342E95BC4}"/>
              </a:ext>
            </a:extLst>
          </p:cNvPr>
          <p:cNvCxnSpPr>
            <a:cxnSpLocks/>
          </p:cNvCxnSpPr>
          <p:nvPr/>
        </p:nvCxnSpPr>
        <p:spPr>
          <a:xfrm>
            <a:off x="9564955" y="4254984"/>
            <a:ext cx="279582" cy="3472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E1A27A-7B73-5734-CB69-9A463E979B09}"/>
              </a:ext>
            </a:extLst>
          </p:cNvPr>
          <p:cNvCxnSpPr>
            <a:cxnSpLocks/>
          </p:cNvCxnSpPr>
          <p:nvPr/>
        </p:nvCxnSpPr>
        <p:spPr>
          <a:xfrm flipH="1">
            <a:off x="6629400" y="1638300"/>
            <a:ext cx="734759" cy="6738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394AC5-2ED7-F0C6-FF8F-1A2240CB1F60}"/>
              </a:ext>
            </a:extLst>
          </p:cNvPr>
          <p:cNvCxnSpPr>
            <a:cxnSpLocks/>
          </p:cNvCxnSpPr>
          <p:nvPr/>
        </p:nvCxnSpPr>
        <p:spPr>
          <a:xfrm>
            <a:off x="6667500" y="1638300"/>
            <a:ext cx="702706" cy="8044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23CB26B-750B-0D8D-6F99-F9EB13F7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76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E53F9-5B4D-3091-3F14-377C7D36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C9A9F3F-FB10-8BEB-915D-EFC7E06DC84A}"/>
              </a:ext>
            </a:extLst>
          </p:cNvPr>
          <p:cNvSpPr txBox="1"/>
          <p:nvPr/>
        </p:nvSpPr>
        <p:spPr>
          <a:xfrm>
            <a:off x="3644014" y="674197"/>
            <a:ext cx="4391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After Deletion of 7 the final Tree: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F5C4C-B52C-B6B9-1F80-AA94AB880CB6}"/>
              </a:ext>
            </a:extLst>
          </p:cNvPr>
          <p:cNvSpPr txBox="1"/>
          <p:nvPr/>
        </p:nvSpPr>
        <p:spPr>
          <a:xfrm>
            <a:off x="5566495" y="2914269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1EE27-2200-8FB0-37FE-94CA6DF1236C}"/>
              </a:ext>
            </a:extLst>
          </p:cNvPr>
          <p:cNvSpPr txBox="1"/>
          <p:nvPr/>
        </p:nvSpPr>
        <p:spPr>
          <a:xfrm>
            <a:off x="4932377" y="372372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AA4F-95CE-606A-16E8-A72B6D6E7E85}"/>
              </a:ext>
            </a:extLst>
          </p:cNvPr>
          <p:cNvCxnSpPr>
            <a:cxnSpLocks/>
          </p:cNvCxnSpPr>
          <p:nvPr/>
        </p:nvCxnSpPr>
        <p:spPr>
          <a:xfrm flipH="1" flipV="1">
            <a:off x="5109111" y="2582561"/>
            <a:ext cx="457384" cy="33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7FBFA2-C1A3-552B-6E22-69CBCF45E5AA}"/>
              </a:ext>
            </a:extLst>
          </p:cNvPr>
          <p:cNvSpPr txBox="1"/>
          <p:nvPr/>
        </p:nvSpPr>
        <p:spPr>
          <a:xfrm>
            <a:off x="4702119" y="2242710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DB9047-3BAD-BB79-7683-78431DC019D1}"/>
              </a:ext>
            </a:extLst>
          </p:cNvPr>
          <p:cNvCxnSpPr>
            <a:cxnSpLocks/>
          </p:cNvCxnSpPr>
          <p:nvPr/>
        </p:nvCxnSpPr>
        <p:spPr>
          <a:xfrm flipH="1">
            <a:off x="5337803" y="3281815"/>
            <a:ext cx="223982" cy="4890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222290-A1C2-429D-62ED-F78254FF8F1F}"/>
              </a:ext>
            </a:extLst>
          </p:cNvPr>
          <p:cNvSpPr txBox="1"/>
          <p:nvPr/>
        </p:nvSpPr>
        <p:spPr>
          <a:xfrm>
            <a:off x="6231601" y="3647527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9A947D-AEB5-15C3-ECD5-221404F3526A}"/>
              </a:ext>
            </a:extLst>
          </p:cNvPr>
          <p:cNvCxnSpPr>
            <a:cxnSpLocks/>
          </p:cNvCxnSpPr>
          <p:nvPr/>
        </p:nvCxnSpPr>
        <p:spPr>
          <a:xfrm>
            <a:off x="5978164" y="3283601"/>
            <a:ext cx="268971" cy="3611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14995D1-4D0B-DB26-0619-4D6506F76282}"/>
              </a:ext>
            </a:extLst>
          </p:cNvPr>
          <p:cNvSpPr txBox="1"/>
          <p:nvPr/>
        </p:nvSpPr>
        <p:spPr>
          <a:xfrm>
            <a:off x="6914353" y="4366855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DAB603-CAE3-8F0D-386E-2F5B35AAB9EF}"/>
              </a:ext>
            </a:extLst>
          </p:cNvPr>
          <p:cNvCxnSpPr>
            <a:cxnSpLocks/>
          </p:cNvCxnSpPr>
          <p:nvPr/>
        </p:nvCxnSpPr>
        <p:spPr>
          <a:xfrm>
            <a:off x="6650305" y="4016859"/>
            <a:ext cx="279582" cy="3472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ACEEF-F8C8-04D8-505A-0A88E587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3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B8D81-C623-DCD0-395E-8E8F9132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E9936-BACD-003E-4043-AF63886D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C985F-AFA7-4A4C-52D8-F6EF6B4C3018}"/>
              </a:ext>
            </a:extLst>
          </p:cNvPr>
          <p:cNvSpPr txBox="1"/>
          <p:nvPr/>
        </p:nvSpPr>
        <p:spPr>
          <a:xfrm>
            <a:off x="704088" y="61264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AB5375-D578-6A40-F2E3-00A3BD52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" y="1308060"/>
            <a:ext cx="6801613" cy="49372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F29FE3-89CB-8DCF-05CF-2557BA8FC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805" y="3035808"/>
            <a:ext cx="4842617" cy="26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7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7BECC-0EB9-14BC-6E29-81A715F6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5E86E-8FEA-0F07-8D7E-5783FAE1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825B24-064B-21C3-6E69-D7FDC4B7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37" y="543961"/>
            <a:ext cx="9059227" cy="610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12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2B57B-C536-8F72-0E62-F7B77A30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DD7A23-1141-BB40-69D4-284B92E0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BEA30-625F-53D4-9E35-D923BDB9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5" y="218411"/>
            <a:ext cx="8101585" cy="65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98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14257-CFC0-0568-D363-04EC8975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1EAAAE-56DA-6D7D-19BA-42E7E43E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FC0B7E-404F-5665-7116-FA921501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871" y="357636"/>
            <a:ext cx="5639017" cy="614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49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2B0A6-7A5B-3C8C-3AAC-F115315C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D3146-3F79-FF2E-74C4-98F1A72D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C10B4-0ADE-B1F6-7EBE-D342619B0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61" y="625312"/>
            <a:ext cx="4753638" cy="1419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C900E-DFA8-A1F4-2F61-953703C56D71}"/>
              </a:ext>
            </a:extLst>
          </p:cNvPr>
          <p:cNvSpPr txBox="1"/>
          <p:nvPr/>
        </p:nvSpPr>
        <p:spPr>
          <a:xfrm>
            <a:off x="1051560" y="235915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ACDCB9-A609-4365-7B99-E2A3AE438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21" y="2888580"/>
            <a:ext cx="8794261" cy="287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18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EBFDF-9F4B-24CB-3234-3DAFA848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549A9-7A69-51F7-4AE4-31EA5B96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136-38C0-4A24-A11A-E5B0D8858F9B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3A15A-A90C-6E14-A3F3-918981FB081A}"/>
              </a:ext>
            </a:extLst>
          </p:cNvPr>
          <p:cNvSpPr txBox="1"/>
          <p:nvPr/>
        </p:nvSpPr>
        <p:spPr>
          <a:xfrm>
            <a:off x="4687824" y="2869204"/>
            <a:ext cx="2816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6714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531</Words>
  <Application>Microsoft Office PowerPoint</Application>
  <PresentationFormat>Widescreen</PresentationFormat>
  <Paragraphs>168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Nunito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Ehasan Mahmud</dc:creator>
  <cp:lastModifiedBy>Ehasan Mahmud</cp:lastModifiedBy>
  <cp:revision>4</cp:revision>
  <dcterms:created xsi:type="dcterms:W3CDTF">2025-03-10T09:23:19Z</dcterms:created>
  <dcterms:modified xsi:type="dcterms:W3CDTF">2025-03-12T10:58:31Z</dcterms:modified>
</cp:coreProperties>
</file>
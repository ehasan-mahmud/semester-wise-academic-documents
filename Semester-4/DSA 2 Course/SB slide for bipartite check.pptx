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6" r:id="rId1"/>
  </p:sldMasterIdLst>
  <p:notesMasterIdLst>
    <p:notesMasterId r:id="rId42"/>
  </p:notesMasterIdLst>
  <p:sldIdLst>
    <p:sldId id="277" r:id="rId2"/>
    <p:sldId id="278" r:id="rId3"/>
    <p:sldId id="276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96" r:id="rId13"/>
    <p:sldId id="298" r:id="rId14"/>
    <p:sldId id="297" r:id="rId15"/>
    <p:sldId id="299" r:id="rId16"/>
    <p:sldId id="300" r:id="rId17"/>
    <p:sldId id="287" r:id="rId18"/>
    <p:sldId id="288" r:id="rId19"/>
    <p:sldId id="289" r:id="rId20"/>
    <p:sldId id="290" r:id="rId21"/>
    <p:sldId id="291" r:id="rId22"/>
    <p:sldId id="292" r:id="rId23"/>
    <p:sldId id="313" r:id="rId24"/>
    <p:sldId id="294" r:id="rId25"/>
    <p:sldId id="295" r:id="rId26"/>
    <p:sldId id="301" r:id="rId27"/>
    <p:sldId id="302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4" r:id="rId38"/>
    <p:sldId id="315" r:id="rId39"/>
    <p:sldId id="316" r:id="rId40"/>
    <p:sldId id="259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89" autoAdjust="0"/>
    <p:restoredTop sz="95256" autoAdjust="0"/>
  </p:normalViewPr>
  <p:slideViewPr>
    <p:cSldViewPr>
      <p:cViewPr varScale="1">
        <p:scale>
          <a:sx n="86" d="100"/>
          <a:sy n="86" d="100"/>
        </p:scale>
        <p:origin x="1282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6A8A6-D823-4184-925C-8478B55CF8C3}" type="datetimeFigureOut">
              <a:rPr lang="en-US" smtClean="0"/>
              <a:t>5/16/2023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9D753B-3003-4B6B-BCD1-50DEBCA3C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2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1986" y="304800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aseline="0"/>
            </a:lvl1pPr>
          </a:lstStyle>
          <a:p>
            <a:r>
              <a:rPr lang="en-US" dirty="0"/>
              <a:t>PROPOSITIONAL LOGIC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380" y="1295400"/>
            <a:ext cx="1453612" cy="1371600"/>
          </a:xfrm>
          <a:prstGeom prst="rect">
            <a:avLst/>
          </a:prstGeom>
        </p:spPr>
      </p:pic>
      <p:grpSp>
        <p:nvGrpSpPr>
          <p:cNvPr id="14" name="Group 13"/>
          <p:cNvGrpSpPr/>
          <p:nvPr userDrawn="1"/>
        </p:nvGrpSpPr>
        <p:grpSpPr>
          <a:xfrm>
            <a:off x="2882979" y="4859967"/>
            <a:ext cx="3310414" cy="640377"/>
            <a:chOff x="637612" y="4895910"/>
            <a:chExt cx="3310414" cy="640377"/>
          </a:xfrm>
        </p:grpSpPr>
        <p:sp>
          <p:nvSpPr>
            <p:cNvPr id="6" name="TextBox 5"/>
            <p:cNvSpPr txBox="1"/>
            <p:nvPr userDrawn="1"/>
          </p:nvSpPr>
          <p:spPr>
            <a:xfrm>
              <a:off x="1635203" y="4895910"/>
              <a:ext cx="1315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/>
              <a:r>
                <a:rPr lang="en-US" sz="1800" i="1" u="none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Prepared by</a:t>
              </a:r>
            </a:p>
          </p:txBody>
        </p:sp>
        <p:sp>
          <p:nvSpPr>
            <p:cNvPr id="13" name="TextBox 12"/>
            <p:cNvSpPr txBox="1"/>
            <p:nvPr userDrawn="1"/>
          </p:nvSpPr>
          <p:spPr>
            <a:xfrm>
              <a:off x="637612" y="5105400"/>
              <a:ext cx="33104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2200" i="1" u="sng" dirty="0" err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Swapnil</a:t>
              </a:r>
              <a:r>
                <a:rPr lang="en-US" sz="2200" i="1" u="sng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i="1" u="sng" dirty="0" err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Biswas</a:t>
              </a:r>
              <a:endParaRPr lang="en-US" sz="2200" i="1" u="sng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93087"/>
            <a:ext cx="1143000" cy="1078513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-457200"/>
            <a:ext cx="8229600" cy="1600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1447800"/>
            <a:ext cx="8229600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hank you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THANK 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ANY  QUESTIONS?</a:t>
            </a:r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380" y="1752600"/>
            <a:ext cx="1453612" cy="137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7200" y="6438662"/>
            <a:ext cx="228600" cy="206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85846" y="6438734"/>
            <a:ext cx="228600" cy="206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80CB818-7379-467D-8E76-EF9D9074A26C}" type="datetime2">
              <a:rPr lang="en-US" smtClean="0"/>
              <a:t>Tuesday, May 16, 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8" r:id="rId2"/>
    <p:sldLayoutId id="2147484179" r:id="rId3"/>
    <p:sldLayoutId id="2147484180" r:id="rId4"/>
    <p:sldLayoutId id="2147484181" r:id="rId5"/>
    <p:sldLayoutId id="2147484182" r:id="rId6"/>
    <p:sldLayoutId id="2147484183" r:id="rId7"/>
    <p:sldLayoutId id="2147484184" r:id="rId8"/>
    <p:sldLayoutId id="2147484185" r:id="rId9"/>
    <p:sldLayoutId id="2147484186" r:id="rId10"/>
    <p:sldLayoutId id="2147484187" r:id="rId11"/>
  </p:sldLayoutIdLst>
  <p:hf sldNum="0"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0" i="0" dirty="0" err="1">
                <a:solidFill>
                  <a:srgbClr val="B8067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hporvrs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CLASSROOM CODE</a:t>
            </a:r>
          </a:p>
        </p:txBody>
      </p:sp>
    </p:spTree>
    <p:extLst>
      <p:ext uri="{BB962C8B-B14F-4D97-AF65-F5344CB8AC3E}">
        <p14:creationId xmlns:p14="http://schemas.microsoft.com/office/powerpoint/2010/main" val="1090700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837F7-64CD-90A8-B99D-C970DE650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 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7FC25D-4EC6-6900-4712-FF4CE19244A1}"/>
              </a:ext>
            </a:extLst>
          </p:cNvPr>
          <p:cNvSpPr txBox="1"/>
          <p:nvPr/>
        </p:nvSpPr>
        <p:spPr>
          <a:xfrm>
            <a:off x="457201" y="1676400"/>
            <a:ext cx="8229599" cy="76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Mathematics and its Applications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7th Edition by K. Rosen,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C3A3BF-0F72-E11D-88C9-267DF2298BCB}"/>
              </a:ext>
            </a:extLst>
          </p:cNvPr>
          <p:cNvSpPr txBox="1"/>
          <p:nvPr/>
        </p:nvSpPr>
        <p:spPr>
          <a:xfrm>
            <a:off x="457201" y="2638063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Mathematics with Applications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 by Susanna S. Epp Gagne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ECA35-8551-CE88-5EF4-949E6A1B5D92}"/>
              </a:ext>
            </a:extLst>
          </p:cNvPr>
          <p:cNvSpPr txBox="1"/>
          <p:nvPr/>
        </p:nvSpPr>
        <p:spPr>
          <a:xfrm>
            <a:off x="457200" y="3623452"/>
            <a:ext cx="65314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Mathematics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Schaum's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outlines, 4th edition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39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986" y="76200"/>
            <a:ext cx="7772400" cy="4267200"/>
          </a:xfrm>
        </p:spPr>
        <p:txBody>
          <a:bodyPr/>
          <a:lstStyle/>
          <a:p>
            <a:r>
              <a:rPr lang="en-US" dirty="0"/>
              <a:t>GRAPHS</a:t>
            </a:r>
          </a:p>
        </p:txBody>
      </p:sp>
    </p:spTree>
    <p:extLst>
      <p:ext uri="{BB962C8B-B14F-4D97-AF65-F5344CB8AC3E}">
        <p14:creationId xmlns:p14="http://schemas.microsoft.com/office/powerpoint/2010/main" val="290445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INTRODUCTION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63855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discrete structure consisting of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vertices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edges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5B93CE-3CF0-6D9F-D67F-6B6278ABA9ED}"/>
              </a:ext>
            </a:extLst>
          </p:cNvPr>
          <p:cNvSpPr/>
          <p:nvPr/>
        </p:nvSpPr>
        <p:spPr>
          <a:xfrm>
            <a:off x="5348796" y="2436485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4535E6E-C540-14C5-A038-371DFE61F6D5}"/>
              </a:ext>
            </a:extLst>
          </p:cNvPr>
          <p:cNvSpPr/>
          <p:nvPr/>
        </p:nvSpPr>
        <p:spPr>
          <a:xfrm>
            <a:off x="6644196" y="2951020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130E9C1-6E2D-0921-B77B-76A5021A9FBD}"/>
              </a:ext>
            </a:extLst>
          </p:cNvPr>
          <p:cNvSpPr/>
          <p:nvPr/>
        </p:nvSpPr>
        <p:spPr>
          <a:xfrm>
            <a:off x="5958396" y="3960485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4739522-CF64-C874-65AC-660C98FE63D7}"/>
              </a:ext>
            </a:extLst>
          </p:cNvPr>
          <p:cNvSpPr/>
          <p:nvPr/>
        </p:nvSpPr>
        <p:spPr>
          <a:xfrm>
            <a:off x="8168196" y="3198485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B0AE95E-AC7A-9F13-1E12-024AF8539A0A}"/>
              </a:ext>
            </a:extLst>
          </p:cNvPr>
          <p:cNvCxnSpPr>
            <a:stCxn id="9" idx="6"/>
            <a:endCxn id="16" idx="1"/>
          </p:cNvCxnSpPr>
          <p:nvPr/>
        </p:nvCxnSpPr>
        <p:spPr>
          <a:xfrm>
            <a:off x="5882196" y="2703185"/>
            <a:ext cx="840115" cy="3259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0A4621-A037-2DAF-0F5F-67D6825147E5}"/>
              </a:ext>
            </a:extLst>
          </p:cNvPr>
          <p:cNvCxnSpPr>
            <a:stCxn id="16" idx="6"/>
            <a:endCxn id="18" idx="2"/>
          </p:cNvCxnSpPr>
          <p:nvPr/>
        </p:nvCxnSpPr>
        <p:spPr>
          <a:xfrm>
            <a:off x="7177596" y="3217720"/>
            <a:ext cx="990600" cy="2474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9F31C7-881F-5A10-98B8-56EBA3CF1867}"/>
              </a:ext>
            </a:extLst>
          </p:cNvPr>
          <p:cNvCxnSpPr>
            <a:stCxn id="16" idx="3"/>
            <a:endCxn id="17" idx="7"/>
          </p:cNvCxnSpPr>
          <p:nvPr/>
        </p:nvCxnSpPr>
        <p:spPr>
          <a:xfrm flipH="1">
            <a:off x="6413681" y="3406305"/>
            <a:ext cx="308630" cy="6322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41F52A-6333-2886-58CB-249BE178938D}"/>
              </a:ext>
            </a:extLst>
          </p:cNvPr>
          <p:cNvCxnSpPr>
            <a:stCxn id="9" idx="4"/>
            <a:endCxn id="17" idx="1"/>
          </p:cNvCxnSpPr>
          <p:nvPr/>
        </p:nvCxnSpPr>
        <p:spPr>
          <a:xfrm>
            <a:off x="5615496" y="2969885"/>
            <a:ext cx="421015" cy="10687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6AB8E7B-83F1-05BA-8760-DF0336F7876D}"/>
              </a:ext>
            </a:extLst>
          </p:cNvPr>
          <p:cNvSpPr txBox="1"/>
          <p:nvPr/>
        </p:nvSpPr>
        <p:spPr>
          <a:xfrm>
            <a:off x="4992480" y="224409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G:</a:t>
            </a: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9671B46D-04E0-E18A-912E-82B0E51037DF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65716" y="1674485"/>
            <a:ext cx="762000" cy="2442230"/>
          </a:xfrm>
          <a:prstGeom prst="curvedConnector3">
            <a:avLst>
              <a:gd name="adj1" fmla="val -18115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5F43741-395D-71DF-9CA6-F19C8CDF024D}"/>
              </a:ext>
            </a:extLst>
          </p:cNvPr>
          <p:cNvSpPr txBox="1"/>
          <p:nvPr/>
        </p:nvSpPr>
        <p:spPr>
          <a:xfrm>
            <a:off x="457200" y="2182536"/>
            <a:ext cx="20165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Traditionally: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530665-17B9-B4AB-851D-C46C05C2B661}"/>
              </a:ext>
            </a:extLst>
          </p:cNvPr>
          <p:cNvSpPr txBox="1"/>
          <p:nvPr/>
        </p:nvSpPr>
        <p:spPr>
          <a:xfrm>
            <a:off x="876169" y="2598248"/>
            <a:ext cx="41031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Vertices are illustrated by circle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F9EA1D-1D7C-8BE6-2655-B599A91F168C}"/>
              </a:ext>
            </a:extLst>
          </p:cNvPr>
          <p:cNvSpPr txBox="1"/>
          <p:nvPr/>
        </p:nvSpPr>
        <p:spPr>
          <a:xfrm>
            <a:off x="869847" y="3039240"/>
            <a:ext cx="37898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Edges are illustrated by lines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709570-3CFD-AF78-DEDD-229514809C1E}"/>
              </a:ext>
            </a:extLst>
          </p:cNvPr>
          <p:cNvSpPr txBox="1"/>
          <p:nvPr/>
        </p:nvSpPr>
        <p:spPr>
          <a:xfrm>
            <a:off x="457200" y="3607713"/>
            <a:ext cx="39533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the figure G is a graph with: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9CC45D-628A-32B1-99C2-E6CD27B0FEC0}"/>
              </a:ext>
            </a:extLst>
          </p:cNvPr>
          <p:cNvSpPr txBox="1"/>
          <p:nvPr/>
        </p:nvSpPr>
        <p:spPr>
          <a:xfrm>
            <a:off x="869847" y="4062998"/>
            <a:ext cx="16193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4 vertices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449279-5AF7-6A69-58C1-04C7BD6DE6A6}"/>
              </a:ext>
            </a:extLst>
          </p:cNvPr>
          <p:cNvSpPr txBox="1"/>
          <p:nvPr/>
        </p:nvSpPr>
        <p:spPr>
          <a:xfrm>
            <a:off x="3165630" y="4062998"/>
            <a:ext cx="13837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5 edges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DAA24F-D905-BB04-71CC-156F36379998}"/>
              </a:ext>
            </a:extLst>
          </p:cNvPr>
          <p:cNvSpPr txBox="1"/>
          <p:nvPr/>
        </p:nvSpPr>
        <p:spPr>
          <a:xfrm>
            <a:off x="457200" y="4750713"/>
            <a:ext cx="59458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Each edge must be associated with two vertices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06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  <p:bldP spid="16" grpId="0" animBg="1"/>
      <p:bldP spid="17" grpId="0" animBg="1"/>
      <p:bldP spid="18" grpId="0" animBg="1"/>
      <p:bldP spid="13" grpId="0"/>
      <p:bldP spid="21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VERTEX AND EDGE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12616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Vertex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530665-17B9-B4AB-851D-C46C05C2B661}"/>
              </a:ext>
            </a:extLst>
          </p:cNvPr>
          <p:cNvSpPr txBox="1"/>
          <p:nvPr/>
        </p:nvSpPr>
        <p:spPr>
          <a:xfrm>
            <a:off x="838200" y="2120443"/>
            <a:ext cx="28632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Represents an object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F9EA1D-1D7C-8BE6-2655-B599A91F168C}"/>
              </a:ext>
            </a:extLst>
          </p:cNvPr>
          <p:cNvSpPr txBox="1"/>
          <p:nvPr/>
        </p:nvSpPr>
        <p:spPr>
          <a:xfrm>
            <a:off x="831878" y="2561435"/>
            <a:ext cx="5853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ex: City, Human, Task, Letter, Number etc.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6224DD-980F-8C49-3FF9-174B428FC52D}"/>
              </a:ext>
            </a:extLst>
          </p:cNvPr>
          <p:cNvSpPr txBox="1"/>
          <p:nvPr/>
        </p:nvSpPr>
        <p:spPr>
          <a:xfrm>
            <a:off x="831878" y="3043916"/>
            <a:ext cx="28782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Plural form: Vertices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B2A2E-09B8-BC0E-E44B-EF02A5D53205}"/>
              </a:ext>
            </a:extLst>
          </p:cNvPr>
          <p:cNvSpPr txBox="1"/>
          <p:nvPr/>
        </p:nvSpPr>
        <p:spPr>
          <a:xfrm>
            <a:off x="457200" y="3637592"/>
            <a:ext cx="10839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Edge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088EC-46D4-1FC0-9CCB-03E0683475EB}"/>
              </a:ext>
            </a:extLst>
          </p:cNvPr>
          <p:cNvSpPr txBox="1"/>
          <p:nvPr/>
        </p:nvSpPr>
        <p:spPr>
          <a:xfrm>
            <a:off x="838200" y="4081635"/>
            <a:ext cx="63113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Defines some kind of relationship between vertices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033514-61EA-E5FD-1C20-CBE04871305A}"/>
              </a:ext>
            </a:extLst>
          </p:cNvPr>
          <p:cNvSpPr txBox="1"/>
          <p:nvPr/>
        </p:nvSpPr>
        <p:spPr>
          <a:xfrm>
            <a:off x="831878" y="4522627"/>
            <a:ext cx="83183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example: If the cities of a country are considered as vertices then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edges can be the presence of a road between the cities</a:t>
            </a:r>
          </a:p>
        </p:txBody>
      </p:sp>
    </p:spTree>
    <p:extLst>
      <p:ext uri="{BB962C8B-B14F-4D97-AF65-F5344CB8AC3E}">
        <p14:creationId xmlns:p14="http://schemas.microsoft.com/office/powerpoint/2010/main" val="210898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3" grpId="0"/>
      <p:bldP spid="24" grpId="0"/>
      <p:bldP spid="4" grpId="0"/>
      <p:bldP spid="6" grpId="0"/>
      <p:bldP spid="8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400" dirty="0"/>
              <a:t>EXAMPLE OF GRAPH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47800"/>
            <a:ext cx="81758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IATA of six cities {DAC, CGP, CXB, JSR, BZL, RJH}.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D8EC7-31FE-3313-ACB3-9C6B69718752}"/>
              </a:ext>
            </a:extLst>
          </p:cNvPr>
          <p:cNvSpPr txBox="1"/>
          <p:nvPr/>
        </p:nvSpPr>
        <p:spPr>
          <a:xfrm>
            <a:off x="452021" y="1874248"/>
            <a:ext cx="83094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 the air-travel services are available between the following cities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0D58CC-77E8-6E1E-B0B0-C67DAB9F9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040619"/>
              </p:ext>
            </p:extLst>
          </p:nvPr>
        </p:nvGraphicFramePr>
        <p:xfrm>
          <a:off x="914400" y="2438400"/>
          <a:ext cx="16002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771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816429">
                  <a:extLst>
                    <a:ext uri="{9D8B030D-6E8A-4147-A177-3AD203B41FA5}">
                      <a16:colId xmlns:a16="http://schemas.microsoft.com/office/drawing/2014/main" val="17151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CXB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9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BZL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RJH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30669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6694D93-AC08-4270-3F83-E5DC12F8D247}"/>
              </a:ext>
            </a:extLst>
          </p:cNvPr>
          <p:cNvSpPr txBox="1"/>
          <p:nvPr/>
        </p:nvSpPr>
        <p:spPr>
          <a:xfrm>
            <a:off x="2590800" y="2286000"/>
            <a:ext cx="49728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 model this information in to graph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C6E1E1-B8D4-DBFF-A5D8-0146F0C85CF0}"/>
              </a:ext>
            </a:extLst>
          </p:cNvPr>
          <p:cNvSpPr txBox="1"/>
          <p:nvPr/>
        </p:nvSpPr>
        <p:spPr>
          <a:xfrm>
            <a:off x="2971800" y="2716887"/>
            <a:ext cx="29338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Cities can be vertices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8A0BA2-EDB8-6B4A-9138-5956EE57765F}"/>
              </a:ext>
            </a:extLst>
          </p:cNvPr>
          <p:cNvSpPr/>
          <p:nvPr/>
        </p:nvSpPr>
        <p:spPr>
          <a:xfrm>
            <a:off x="2743200" y="3900676"/>
            <a:ext cx="5334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E4A305D-4B8B-A3B2-6B1B-BFA9A68BBA25}"/>
              </a:ext>
            </a:extLst>
          </p:cNvPr>
          <p:cNvSpPr/>
          <p:nvPr/>
        </p:nvSpPr>
        <p:spPr>
          <a:xfrm>
            <a:off x="3886200" y="3900676"/>
            <a:ext cx="5334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459B552-971E-7A32-CECE-69D6FE9E7711}"/>
              </a:ext>
            </a:extLst>
          </p:cNvPr>
          <p:cNvSpPr/>
          <p:nvPr/>
        </p:nvSpPr>
        <p:spPr>
          <a:xfrm>
            <a:off x="5029200" y="3900676"/>
            <a:ext cx="5334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B5A46BD-298C-6C2B-3E74-FE57BD834FAB}"/>
              </a:ext>
            </a:extLst>
          </p:cNvPr>
          <p:cNvSpPr/>
          <p:nvPr/>
        </p:nvSpPr>
        <p:spPr>
          <a:xfrm>
            <a:off x="6172200" y="3900676"/>
            <a:ext cx="5334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BA00965-43C9-A6D9-0452-3269EA38BD85}"/>
              </a:ext>
            </a:extLst>
          </p:cNvPr>
          <p:cNvSpPr/>
          <p:nvPr/>
        </p:nvSpPr>
        <p:spPr>
          <a:xfrm>
            <a:off x="7315200" y="3900676"/>
            <a:ext cx="5334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AC95A25-83B7-B4B9-57C3-F0EA38DAE19B}"/>
              </a:ext>
            </a:extLst>
          </p:cNvPr>
          <p:cNvSpPr/>
          <p:nvPr/>
        </p:nvSpPr>
        <p:spPr>
          <a:xfrm>
            <a:off x="8458200" y="3900676"/>
            <a:ext cx="5334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B28254-5B30-3366-B829-E9D3D092327F}"/>
              </a:ext>
            </a:extLst>
          </p:cNvPr>
          <p:cNvSpPr txBox="1"/>
          <p:nvPr/>
        </p:nvSpPr>
        <p:spPr>
          <a:xfrm>
            <a:off x="2687536" y="3976876"/>
            <a:ext cx="64472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DAC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778C18-8468-1266-46D9-73E585008498}"/>
              </a:ext>
            </a:extLst>
          </p:cNvPr>
          <p:cNvSpPr txBox="1"/>
          <p:nvPr/>
        </p:nvSpPr>
        <p:spPr>
          <a:xfrm>
            <a:off x="3854719" y="3983263"/>
            <a:ext cx="60946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CGP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C799C6-BC9F-C70C-65F1-ADA3CA8A47D3}"/>
              </a:ext>
            </a:extLst>
          </p:cNvPr>
          <p:cNvSpPr txBox="1"/>
          <p:nvPr/>
        </p:nvSpPr>
        <p:spPr>
          <a:xfrm>
            <a:off x="4977257" y="3983263"/>
            <a:ext cx="63350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CXB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E5F914-B048-69C5-7DBD-5BAA01716A44}"/>
              </a:ext>
            </a:extLst>
          </p:cNvPr>
          <p:cNvSpPr txBox="1"/>
          <p:nvPr/>
        </p:nvSpPr>
        <p:spPr>
          <a:xfrm>
            <a:off x="6184082" y="3983262"/>
            <a:ext cx="53732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JSR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8B7B48-F8E1-AC82-1803-EBF1A80BBDD6}"/>
              </a:ext>
            </a:extLst>
          </p:cNvPr>
          <p:cNvSpPr txBox="1"/>
          <p:nvPr/>
        </p:nvSpPr>
        <p:spPr>
          <a:xfrm>
            <a:off x="7283581" y="4003933"/>
            <a:ext cx="5966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BZL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927035-0E27-7BC6-15D6-E009E2FA8B06}"/>
              </a:ext>
            </a:extLst>
          </p:cNvPr>
          <p:cNvSpPr txBox="1"/>
          <p:nvPr/>
        </p:nvSpPr>
        <p:spPr>
          <a:xfrm>
            <a:off x="8438603" y="4003932"/>
            <a:ext cx="57259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RJH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2B60D3-B58C-00B4-5DF4-9751C4598BC5}"/>
              </a:ext>
            </a:extLst>
          </p:cNvPr>
          <p:cNvSpPr txBox="1"/>
          <p:nvPr/>
        </p:nvSpPr>
        <p:spPr>
          <a:xfrm>
            <a:off x="2971800" y="3170855"/>
            <a:ext cx="57654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Edges can be the presence of air-travel service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7AC1934-CC8F-FF66-0AA9-D1BCFECB5188}"/>
              </a:ext>
            </a:extLst>
          </p:cNvPr>
          <p:cNvCxnSpPr>
            <a:stCxn id="22" idx="6"/>
            <a:endCxn id="25" idx="2"/>
          </p:cNvCxnSpPr>
          <p:nvPr/>
        </p:nvCxnSpPr>
        <p:spPr>
          <a:xfrm>
            <a:off x="3276600" y="4167376"/>
            <a:ext cx="609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92810FB-364A-7451-6801-99D07B545801}"/>
              </a:ext>
            </a:extLst>
          </p:cNvPr>
          <p:cNvCxnSpPr>
            <a:stCxn id="25" idx="6"/>
            <a:endCxn id="26" idx="2"/>
          </p:cNvCxnSpPr>
          <p:nvPr/>
        </p:nvCxnSpPr>
        <p:spPr>
          <a:xfrm>
            <a:off x="4419600" y="4167376"/>
            <a:ext cx="609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94F383B6-4210-40C1-1C6C-3F62B39DDB51}"/>
              </a:ext>
            </a:extLst>
          </p:cNvPr>
          <p:cNvCxnSpPr>
            <a:stCxn id="22" idx="0"/>
            <a:endCxn id="27" idx="0"/>
          </p:cNvCxnSpPr>
          <p:nvPr/>
        </p:nvCxnSpPr>
        <p:spPr>
          <a:xfrm rot="5400000" flipH="1" flipV="1">
            <a:off x="4724400" y="2186176"/>
            <a:ext cx="12700" cy="3429000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7D46049-3511-1E09-331E-9985D1DF64B8}"/>
              </a:ext>
            </a:extLst>
          </p:cNvPr>
          <p:cNvCxnSpPr>
            <a:stCxn id="28" idx="6"/>
            <a:endCxn id="29" idx="2"/>
          </p:cNvCxnSpPr>
          <p:nvPr/>
        </p:nvCxnSpPr>
        <p:spPr>
          <a:xfrm>
            <a:off x="7848600" y="4167376"/>
            <a:ext cx="609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9AAAF5D8-2E64-6E49-F3E4-68E7B793B473}"/>
              </a:ext>
            </a:extLst>
          </p:cNvPr>
          <p:cNvCxnSpPr>
            <a:stCxn id="25" idx="4"/>
            <a:endCxn id="27" idx="4"/>
          </p:cNvCxnSpPr>
          <p:nvPr/>
        </p:nvCxnSpPr>
        <p:spPr>
          <a:xfrm rot="16200000" flipH="1">
            <a:off x="5295900" y="3291076"/>
            <a:ext cx="12700" cy="2286000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F6443953-6ACF-8B3C-30B4-ECDF354210C5}"/>
              </a:ext>
            </a:extLst>
          </p:cNvPr>
          <p:cNvSpPr/>
          <p:nvPr/>
        </p:nvSpPr>
        <p:spPr>
          <a:xfrm>
            <a:off x="990600" y="2514600"/>
            <a:ext cx="14478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0E04E54-82D4-8F93-F73D-193F7F1A85A0}"/>
              </a:ext>
            </a:extLst>
          </p:cNvPr>
          <p:cNvSpPr/>
          <p:nvPr/>
        </p:nvSpPr>
        <p:spPr>
          <a:xfrm>
            <a:off x="990600" y="2895600"/>
            <a:ext cx="14478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3CD1F96-C685-B1C6-BA9B-15E48C26463C}"/>
              </a:ext>
            </a:extLst>
          </p:cNvPr>
          <p:cNvSpPr/>
          <p:nvPr/>
        </p:nvSpPr>
        <p:spPr>
          <a:xfrm>
            <a:off x="990600" y="3290336"/>
            <a:ext cx="14478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4379266-4CB9-52AC-1913-D3A26CDD13CE}"/>
              </a:ext>
            </a:extLst>
          </p:cNvPr>
          <p:cNvSpPr/>
          <p:nvPr/>
        </p:nvSpPr>
        <p:spPr>
          <a:xfrm>
            <a:off x="990600" y="3685020"/>
            <a:ext cx="14478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9071F2-6892-8938-1EB3-D43F9D82884A}"/>
              </a:ext>
            </a:extLst>
          </p:cNvPr>
          <p:cNvSpPr/>
          <p:nvPr/>
        </p:nvSpPr>
        <p:spPr>
          <a:xfrm>
            <a:off x="990600" y="4079704"/>
            <a:ext cx="14478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130012-0F51-FE4E-86C7-7797E39B7783}"/>
              </a:ext>
            </a:extLst>
          </p:cNvPr>
          <p:cNvSpPr txBox="1"/>
          <p:nvPr/>
        </p:nvSpPr>
        <p:spPr>
          <a:xfrm>
            <a:off x="452021" y="4715463"/>
            <a:ext cx="83663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From graph, determine the following pairs are reachable by air or not.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E1A4C3-092F-C702-7EEA-2CDA222A0A24}"/>
              </a:ext>
            </a:extLst>
          </p:cNvPr>
          <p:cNvSpPr txBox="1"/>
          <p:nvPr/>
        </p:nvSpPr>
        <p:spPr>
          <a:xfrm>
            <a:off x="914400" y="5166620"/>
            <a:ext cx="19239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CXB to JSR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993889-83A0-CCC0-7359-57D31AD8B728}"/>
              </a:ext>
            </a:extLst>
          </p:cNvPr>
          <p:cNvSpPr txBox="1"/>
          <p:nvPr/>
        </p:nvSpPr>
        <p:spPr>
          <a:xfrm>
            <a:off x="3125915" y="5166619"/>
            <a:ext cx="10647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YES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1293363-82CE-D934-7A74-17991794CD53}"/>
              </a:ext>
            </a:extLst>
          </p:cNvPr>
          <p:cNvCxnSpPr>
            <a:stCxn id="26" idx="2"/>
            <a:endCxn id="25" idx="6"/>
          </p:cNvCxnSpPr>
          <p:nvPr/>
        </p:nvCxnSpPr>
        <p:spPr>
          <a:xfrm flipH="1">
            <a:off x="4419600" y="4167376"/>
            <a:ext cx="609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31DF96DC-8A05-DFAC-AA3C-4752EA825D44}"/>
              </a:ext>
            </a:extLst>
          </p:cNvPr>
          <p:cNvCxnSpPr>
            <a:stCxn id="25" idx="4"/>
            <a:endCxn id="27" idx="4"/>
          </p:cNvCxnSpPr>
          <p:nvPr/>
        </p:nvCxnSpPr>
        <p:spPr>
          <a:xfrm rot="16200000" flipH="1">
            <a:off x="5295900" y="3291076"/>
            <a:ext cx="12700" cy="2286000"/>
          </a:xfrm>
          <a:prstGeom prst="curvedConnector3">
            <a:avLst>
              <a:gd name="adj1" fmla="val 180000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5E13E43-B557-B221-B9CD-46CBBC853C56}"/>
              </a:ext>
            </a:extLst>
          </p:cNvPr>
          <p:cNvSpPr txBox="1"/>
          <p:nvPr/>
        </p:nvSpPr>
        <p:spPr>
          <a:xfrm>
            <a:off x="4953372" y="5144363"/>
            <a:ext cx="19399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JSR to DAC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FC78B93-66B4-4B4C-548D-F88DEDA54907}"/>
              </a:ext>
            </a:extLst>
          </p:cNvPr>
          <p:cNvSpPr txBox="1"/>
          <p:nvPr/>
        </p:nvSpPr>
        <p:spPr>
          <a:xfrm>
            <a:off x="7164887" y="5144362"/>
            <a:ext cx="10647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YES</a:t>
            </a:r>
          </a:p>
        </p:txBody>
      </p:sp>
      <p:cxnSp>
        <p:nvCxnSpPr>
          <p:cNvPr id="68" name="Connector: Curved 67">
            <a:extLst>
              <a:ext uri="{FF2B5EF4-FFF2-40B4-BE49-F238E27FC236}">
                <a16:creationId xmlns:a16="http://schemas.microsoft.com/office/drawing/2014/main" id="{6DC15AE3-45FD-8F2D-41ED-92C1D9FF4195}"/>
              </a:ext>
            </a:extLst>
          </p:cNvPr>
          <p:cNvCxnSpPr>
            <a:stCxn id="27" idx="0"/>
            <a:endCxn id="22" idx="0"/>
          </p:cNvCxnSpPr>
          <p:nvPr/>
        </p:nvCxnSpPr>
        <p:spPr>
          <a:xfrm rot="16200000" flipV="1">
            <a:off x="4724400" y="2186176"/>
            <a:ext cx="12700" cy="3429000"/>
          </a:xfrm>
          <a:prstGeom prst="curvedConnector3">
            <a:avLst>
              <a:gd name="adj1" fmla="val 180000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9A9CEE0E-3359-DBF3-E981-5BA764AD7EEC}"/>
              </a:ext>
            </a:extLst>
          </p:cNvPr>
          <p:cNvSpPr txBox="1"/>
          <p:nvPr/>
        </p:nvSpPr>
        <p:spPr>
          <a:xfrm>
            <a:off x="917359" y="5641193"/>
            <a:ext cx="19295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CGP to RJH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28AD6E-BF77-1166-59FA-435A1478835C}"/>
              </a:ext>
            </a:extLst>
          </p:cNvPr>
          <p:cNvSpPr txBox="1"/>
          <p:nvPr/>
        </p:nvSpPr>
        <p:spPr>
          <a:xfrm>
            <a:off x="3128874" y="5641192"/>
            <a:ext cx="9380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C4E8D6-CCD5-C196-1A6A-EA1BED03BC94}"/>
              </a:ext>
            </a:extLst>
          </p:cNvPr>
          <p:cNvSpPr txBox="1"/>
          <p:nvPr/>
        </p:nvSpPr>
        <p:spPr>
          <a:xfrm>
            <a:off x="452021" y="6019800"/>
            <a:ext cx="84633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fact from the graph: none of{DAC, CGP, CXB, JSR} are reachable by air to {BZL, RJH}</a:t>
            </a:r>
          </a:p>
        </p:txBody>
      </p:sp>
    </p:spTree>
    <p:extLst>
      <p:ext uri="{BB962C8B-B14F-4D97-AF65-F5344CB8AC3E}">
        <p14:creationId xmlns:p14="http://schemas.microsoft.com/office/powerpoint/2010/main" val="4189445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0" grpId="0"/>
      <p:bldP spid="21" grpId="0"/>
      <p:bldP spid="22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49" grpId="0" animBg="1"/>
      <p:bldP spid="50" grpId="0" animBg="1"/>
      <p:bldP spid="51" grpId="0" animBg="1"/>
      <p:bldP spid="52" grpId="0" animBg="1"/>
      <p:bldP spid="53" grpId="0" animBg="1"/>
      <p:bldP spid="54" grpId="0"/>
      <p:bldP spid="55" grpId="0"/>
      <p:bldP spid="56" grpId="0"/>
      <p:bldP spid="65" grpId="0"/>
      <p:bldP spid="66" grpId="0"/>
      <p:bldP spid="69" grpId="0"/>
      <p:bldP spid="70" grpId="0"/>
      <p:bldP spid="7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graph G = (V, E) consists of V, a nonempty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set of vertices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(or nodes) and E, 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set of edges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819AD-9FBD-F048-F24C-C8C45BBF4265}"/>
              </a:ext>
            </a:extLst>
          </p:cNvPr>
          <p:cNvSpPr txBox="1"/>
          <p:nvPr/>
        </p:nvSpPr>
        <p:spPr>
          <a:xfrm>
            <a:off x="457200" y="2514600"/>
            <a:ext cx="84016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graph where vertices are labeled with integers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9420DD-86F9-B153-DD46-8A9FD074072E}"/>
              </a:ext>
            </a:extLst>
          </p:cNvPr>
          <p:cNvSpPr/>
          <p:nvPr/>
        </p:nvSpPr>
        <p:spPr>
          <a:xfrm>
            <a:off x="1200705" y="3231793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16B2A5-585E-1064-E774-BA8B59D98463}"/>
              </a:ext>
            </a:extLst>
          </p:cNvPr>
          <p:cNvSpPr/>
          <p:nvPr/>
        </p:nvSpPr>
        <p:spPr>
          <a:xfrm>
            <a:off x="2496105" y="3746328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316B49-350E-409F-73BD-ABF9220B600F}"/>
              </a:ext>
            </a:extLst>
          </p:cNvPr>
          <p:cNvSpPr/>
          <p:nvPr/>
        </p:nvSpPr>
        <p:spPr>
          <a:xfrm>
            <a:off x="1810305" y="4755793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AAA6D04-86E1-F497-EFB9-51C8681A01D2}"/>
              </a:ext>
            </a:extLst>
          </p:cNvPr>
          <p:cNvSpPr/>
          <p:nvPr/>
        </p:nvSpPr>
        <p:spPr>
          <a:xfrm>
            <a:off x="4020105" y="3993793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D19B3F-B583-ECF5-0594-AE4BA302D74D}"/>
              </a:ext>
            </a:extLst>
          </p:cNvPr>
          <p:cNvCxnSpPr>
            <a:stCxn id="7" idx="6"/>
            <a:endCxn id="9" idx="1"/>
          </p:cNvCxnSpPr>
          <p:nvPr/>
        </p:nvCxnSpPr>
        <p:spPr>
          <a:xfrm>
            <a:off x="1734105" y="3498493"/>
            <a:ext cx="840115" cy="3259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4DB0467-7342-2ADC-29C1-ED4C8A6A156D}"/>
              </a:ext>
            </a:extLst>
          </p:cNvPr>
          <p:cNvCxnSpPr>
            <a:stCxn id="9" idx="6"/>
            <a:endCxn id="12" idx="2"/>
          </p:cNvCxnSpPr>
          <p:nvPr/>
        </p:nvCxnSpPr>
        <p:spPr>
          <a:xfrm>
            <a:off x="3029505" y="4013028"/>
            <a:ext cx="990600" cy="2474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F98CC1-7C98-853C-AE72-2C7BEB99CFE1}"/>
              </a:ext>
            </a:extLst>
          </p:cNvPr>
          <p:cNvCxnSpPr>
            <a:stCxn id="9" idx="3"/>
            <a:endCxn id="10" idx="7"/>
          </p:cNvCxnSpPr>
          <p:nvPr/>
        </p:nvCxnSpPr>
        <p:spPr>
          <a:xfrm flipH="1">
            <a:off x="2265590" y="4201613"/>
            <a:ext cx="308630" cy="6322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847432-E387-7FE7-653E-917AC50D82A1}"/>
              </a:ext>
            </a:extLst>
          </p:cNvPr>
          <p:cNvCxnSpPr>
            <a:stCxn id="7" idx="4"/>
            <a:endCxn id="10" idx="1"/>
          </p:cNvCxnSpPr>
          <p:nvPr/>
        </p:nvCxnSpPr>
        <p:spPr>
          <a:xfrm>
            <a:off x="1467405" y="3765193"/>
            <a:ext cx="421015" cy="10687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B784F5D-AA0A-BCB7-C6ED-2B027A72C546}"/>
              </a:ext>
            </a:extLst>
          </p:cNvPr>
          <p:cNvSpPr txBox="1"/>
          <p:nvPr/>
        </p:nvSpPr>
        <p:spPr>
          <a:xfrm>
            <a:off x="844389" y="303939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G: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E14E62CA-1F2F-778F-563A-4CE645C4EA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17625" y="2469793"/>
            <a:ext cx="762000" cy="2442230"/>
          </a:xfrm>
          <a:prstGeom prst="curvedConnector3">
            <a:avLst>
              <a:gd name="adj1" fmla="val -18115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2F21A4E-266F-04BF-1FEB-DB759E0C42A5}"/>
              </a:ext>
            </a:extLst>
          </p:cNvPr>
          <p:cNvSpPr txBox="1"/>
          <p:nvPr/>
        </p:nvSpPr>
        <p:spPr>
          <a:xfrm>
            <a:off x="1923996" y="485401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B20FA3-25D5-B1D1-B28B-2463D628BEEE}"/>
              </a:ext>
            </a:extLst>
          </p:cNvPr>
          <p:cNvSpPr txBox="1"/>
          <p:nvPr/>
        </p:nvSpPr>
        <p:spPr>
          <a:xfrm>
            <a:off x="4136764" y="40950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81149F-ABF0-2666-6509-41B98168CB83}"/>
              </a:ext>
            </a:extLst>
          </p:cNvPr>
          <p:cNvSpPr txBox="1"/>
          <p:nvPr/>
        </p:nvSpPr>
        <p:spPr>
          <a:xfrm>
            <a:off x="1286277" y="32951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2237C6-8899-65D2-1230-2811D625A81D}"/>
              </a:ext>
            </a:extLst>
          </p:cNvPr>
          <p:cNvSpPr txBox="1"/>
          <p:nvPr/>
        </p:nvSpPr>
        <p:spPr>
          <a:xfrm>
            <a:off x="2598543" y="37968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23E3D0-02BD-427B-A0D1-785A43510EAE}"/>
              </a:ext>
            </a:extLst>
          </p:cNvPr>
          <p:cNvSpPr txBox="1"/>
          <p:nvPr/>
        </p:nvSpPr>
        <p:spPr>
          <a:xfrm>
            <a:off x="4572000" y="3101802"/>
            <a:ext cx="29124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Here, V = {1, 2, 3, 4}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23D785-A2F2-711B-62F7-DB41546126F3}"/>
              </a:ext>
            </a:extLst>
          </p:cNvPr>
          <p:cNvSpPr txBox="1"/>
          <p:nvPr/>
        </p:nvSpPr>
        <p:spPr>
          <a:xfrm>
            <a:off x="4572000" y="3607713"/>
            <a:ext cx="44887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 = {(1,3), (1,4), (2,3), (2,4), (3,4)}</a:t>
            </a:r>
          </a:p>
        </p:txBody>
      </p:sp>
    </p:spTree>
    <p:extLst>
      <p:ext uri="{BB962C8B-B14F-4D97-AF65-F5344CB8AC3E}">
        <p14:creationId xmlns:p14="http://schemas.microsoft.com/office/powerpoint/2010/main" val="2245755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 animBg="1"/>
      <p:bldP spid="9" grpId="0" animBg="1"/>
      <p:bldP spid="10" grpId="0" animBg="1"/>
      <p:bldP spid="12" grpId="0" animBg="1"/>
      <p:bldP spid="17" grpId="0"/>
      <p:bldP spid="19" grpId="0"/>
      <p:bldP spid="20" grpId="0"/>
      <p:bldP spid="21" grpId="0"/>
      <p:bldP spid="22" grpId="0"/>
      <p:bldP spid="25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CLASSIFICATION OF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Graphs can be classified based on a number of criteria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51C4C-C04F-9243-11A9-B15664396A01}"/>
              </a:ext>
            </a:extLst>
          </p:cNvPr>
          <p:cNvSpPr txBox="1"/>
          <p:nvPr/>
        </p:nvSpPr>
        <p:spPr>
          <a:xfrm>
            <a:off x="901823" y="2120443"/>
            <a:ext cx="77849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Direction of edges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2EC9A-4CBB-C91D-9B3F-2F0C1CFB3DDE}"/>
              </a:ext>
            </a:extLst>
          </p:cNvPr>
          <p:cNvSpPr txBox="1"/>
          <p:nvPr/>
        </p:nvSpPr>
        <p:spPr>
          <a:xfrm>
            <a:off x="901822" y="2590800"/>
            <a:ext cx="77849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Structure and number of vertices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09934-D1F6-F369-7F8D-7740EFB0632F}"/>
              </a:ext>
            </a:extLst>
          </p:cNvPr>
          <p:cNvSpPr txBox="1"/>
          <p:nvPr/>
        </p:nvSpPr>
        <p:spPr>
          <a:xfrm>
            <a:off x="901822" y="3074313"/>
            <a:ext cx="77849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Weight of edges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2B016D-D3AC-C93C-607E-13D504A939D2}"/>
              </a:ext>
            </a:extLst>
          </p:cNvPr>
          <p:cNvSpPr txBox="1"/>
          <p:nvPr/>
        </p:nvSpPr>
        <p:spPr>
          <a:xfrm>
            <a:off x="901822" y="3557826"/>
            <a:ext cx="77849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Presence of loops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2409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DIRECTION OF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Graphs can be classified in two types based on the direction of edges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DC324-D71A-559D-A268-434B4783E887}"/>
              </a:ext>
            </a:extLst>
          </p:cNvPr>
          <p:cNvSpPr txBox="1"/>
          <p:nvPr/>
        </p:nvSpPr>
        <p:spPr>
          <a:xfrm>
            <a:off x="901823" y="2120443"/>
            <a:ext cx="77849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Undirected graph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2F4A2-5B44-F957-94A2-6F1838FE2784}"/>
              </a:ext>
            </a:extLst>
          </p:cNvPr>
          <p:cNvSpPr txBox="1"/>
          <p:nvPr/>
        </p:nvSpPr>
        <p:spPr>
          <a:xfrm>
            <a:off x="901822" y="2590800"/>
            <a:ext cx="77849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Directed graph / Di-graph</a:t>
            </a:r>
          </a:p>
        </p:txBody>
      </p:sp>
    </p:spTree>
    <p:extLst>
      <p:ext uri="{BB962C8B-B14F-4D97-AF65-F5344CB8AC3E}">
        <p14:creationId xmlns:p14="http://schemas.microsoft.com/office/powerpoint/2010/main" val="239356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UNDIRECTED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 undirected graph G = (V , E) consists of a nonempty set of vertices V and a set of undirected edges E. Each edge is associated with an unordered pair of vertices (u, v) or (v, u).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819AD-9FBD-F048-F24C-C8C45BBF4265}"/>
              </a:ext>
            </a:extLst>
          </p:cNvPr>
          <p:cNvSpPr txBox="1"/>
          <p:nvPr/>
        </p:nvSpPr>
        <p:spPr>
          <a:xfrm>
            <a:off x="457200" y="2998113"/>
            <a:ext cx="84016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graph where vertices are labeled with integers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9420DD-86F9-B153-DD46-8A9FD074072E}"/>
              </a:ext>
            </a:extLst>
          </p:cNvPr>
          <p:cNvSpPr/>
          <p:nvPr/>
        </p:nvSpPr>
        <p:spPr>
          <a:xfrm>
            <a:off x="1200705" y="3715306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16B2A5-585E-1064-E774-BA8B59D98463}"/>
              </a:ext>
            </a:extLst>
          </p:cNvPr>
          <p:cNvSpPr/>
          <p:nvPr/>
        </p:nvSpPr>
        <p:spPr>
          <a:xfrm>
            <a:off x="2496105" y="4229841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316B49-350E-409F-73BD-ABF9220B600F}"/>
              </a:ext>
            </a:extLst>
          </p:cNvPr>
          <p:cNvSpPr/>
          <p:nvPr/>
        </p:nvSpPr>
        <p:spPr>
          <a:xfrm>
            <a:off x="1810305" y="5239306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AAA6D04-86E1-F497-EFB9-51C8681A01D2}"/>
              </a:ext>
            </a:extLst>
          </p:cNvPr>
          <p:cNvSpPr/>
          <p:nvPr/>
        </p:nvSpPr>
        <p:spPr>
          <a:xfrm>
            <a:off x="4020105" y="4477306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D19B3F-B583-ECF5-0594-AE4BA302D74D}"/>
              </a:ext>
            </a:extLst>
          </p:cNvPr>
          <p:cNvCxnSpPr>
            <a:stCxn id="7" idx="6"/>
            <a:endCxn id="9" idx="1"/>
          </p:cNvCxnSpPr>
          <p:nvPr/>
        </p:nvCxnSpPr>
        <p:spPr>
          <a:xfrm>
            <a:off x="1734105" y="3982006"/>
            <a:ext cx="840115" cy="3259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4DB0467-7342-2ADC-29C1-ED4C8A6A156D}"/>
              </a:ext>
            </a:extLst>
          </p:cNvPr>
          <p:cNvCxnSpPr>
            <a:stCxn id="9" idx="6"/>
            <a:endCxn id="12" idx="2"/>
          </p:cNvCxnSpPr>
          <p:nvPr/>
        </p:nvCxnSpPr>
        <p:spPr>
          <a:xfrm>
            <a:off x="3029505" y="4496541"/>
            <a:ext cx="990600" cy="2474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F98CC1-7C98-853C-AE72-2C7BEB99CFE1}"/>
              </a:ext>
            </a:extLst>
          </p:cNvPr>
          <p:cNvCxnSpPr>
            <a:stCxn id="9" idx="3"/>
            <a:endCxn id="10" idx="7"/>
          </p:cNvCxnSpPr>
          <p:nvPr/>
        </p:nvCxnSpPr>
        <p:spPr>
          <a:xfrm flipH="1">
            <a:off x="2265590" y="4685126"/>
            <a:ext cx="308630" cy="6322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847432-E387-7FE7-653E-917AC50D82A1}"/>
              </a:ext>
            </a:extLst>
          </p:cNvPr>
          <p:cNvCxnSpPr>
            <a:stCxn id="7" idx="4"/>
            <a:endCxn id="10" idx="1"/>
          </p:cNvCxnSpPr>
          <p:nvPr/>
        </p:nvCxnSpPr>
        <p:spPr>
          <a:xfrm>
            <a:off x="1467405" y="4248706"/>
            <a:ext cx="421015" cy="10687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B784F5D-AA0A-BCB7-C6ED-2B027A72C546}"/>
              </a:ext>
            </a:extLst>
          </p:cNvPr>
          <p:cNvSpPr txBox="1"/>
          <p:nvPr/>
        </p:nvSpPr>
        <p:spPr>
          <a:xfrm>
            <a:off x="844389" y="35229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G: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E14E62CA-1F2F-778F-563A-4CE645C4EA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17625" y="2953306"/>
            <a:ext cx="762000" cy="2442230"/>
          </a:xfrm>
          <a:prstGeom prst="curvedConnector3">
            <a:avLst>
              <a:gd name="adj1" fmla="val -18115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2F21A4E-266F-04BF-1FEB-DB759E0C42A5}"/>
              </a:ext>
            </a:extLst>
          </p:cNvPr>
          <p:cNvSpPr txBox="1"/>
          <p:nvPr/>
        </p:nvSpPr>
        <p:spPr>
          <a:xfrm>
            <a:off x="1923996" y="53375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B20FA3-25D5-B1D1-B28B-2463D628BEEE}"/>
              </a:ext>
            </a:extLst>
          </p:cNvPr>
          <p:cNvSpPr txBox="1"/>
          <p:nvPr/>
        </p:nvSpPr>
        <p:spPr>
          <a:xfrm>
            <a:off x="4136764" y="457857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81149F-ABF0-2666-6509-41B98168CB83}"/>
              </a:ext>
            </a:extLst>
          </p:cNvPr>
          <p:cNvSpPr txBox="1"/>
          <p:nvPr/>
        </p:nvSpPr>
        <p:spPr>
          <a:xfrm>
            <a:off x="1286277" y="377869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2237C6-8899-65D2-1230-2811D625A81D}"/>
              </a:ext>
            </a:extLst>
          </p:cNvPr>
          <p:cNvSpPr txBox="1"/>
          <p:nvPr/>
        </p:nvSpPr>
        <p:spPr>
          <a:xfrm>
            <a:off x="2598543" y="42803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23E3D0-02BD-427B-A0D1-785A43510EAE}"/>
              </a:ext>
            </a:extLst>
          </p:cNvPr>
          <p:cNvSpPr txBox="1"/>
          <p:nvPr/>
        </p:nvSpPr>
        <p:spPr>
          <a:xfrm>
            <a:off x="4572000" y="3585315"/>
            <a:ext cx="29124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Here, V = {1, 2, 3, 4}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23D785-A2F2-711B-62F7-DB41546126F3}"/>
              </a:ext>
            </a:extLst>
          </p:cNvPr>
          <p:cNvSpPr txBox="1"/>
          <p:nvPr/>
        </p:nvSpPr>
        <p:spPr>
          <a:xfrm>
            <a:off x="4572000" y="4091226"/>
            <a:ext cx="44887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 = {(1,3), (1,4), (2,3), (2,4), (3,4)}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A0F1C-0C16-979D-691D-24AD31635B9F}"/>
              </a:ext>
            </a:extLst>
          </p:cNvPr>
          <p:cNvSpPr txBox="1"/>
          <p:nvPr/>
        </p:nvSpPr>
        <p:spPr>
          <a:xfrm>
            <a:off x="4553505" y="4627602"/>
            <a:ext cx="43618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Here any edge 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u,v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can also be denoted as (v, u) as the edges are undirected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D85694-985C-CF05-55C1-5394446906A0}"/>
              </a:ext>
            </a:extLst>
          </p:cNvPr>
          <p:cNvSpPr txBox="1"/>
          <p:nvPr/>
        </p:nvSpPr>
        <p:spPr>
          <a:xfrm>
            <a:off x="457200" y="5806148"/>
            <a:ext cx="69220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example: the edge (1, 4) can also be written as (4, 1).</a:t>
            </a:r>
          </a:p>
        </p:txBody>
      </p:sp>
    </p:spTree>
    <p:extLst>
      <p:ext uri="{BB962C8B-B14F-4D97-AF65-F5344CB8AC3E}">
        <p14:creationId xmlns:p14="http://schemas.microsoft.com/office/powerpoint/2010/main" val="175001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 animBg="1"/>
      <p:bldP spid="9" grpId="0" animBg="1"/>
      <p:bldP spid="10" grpId="0" animBg="1"/>
      <p:bldP spid="12" grpId="0" animBg="1"/>
      <p:bldP spid="17" grpId="0"/>
      <p:bldP spid="19" grpId="0"/>
      <p:bldP spid="20" grpId="0"/>
      <p:bldP spid="21" grpId="0"/>
      <p:bldP spid="22" grpId="0"/>
      <p:bldP spid="25" grpId="0"/>
      <p:bldP spid="26" grpId="0"/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DIRECTED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directed graph G = (V , E) consists of a nonempty set of vertices V and a set of directed edges (arc) E. Each directed edge is associated with an ordered pair of vertices (u, v) where u is said to be start and v is said to be end.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819AD-9FBD-F048-F24C-C8C45BBF4265}"/>
              </a:ext>
            </a:extLst>
          </p:cNvPr>
          <p:cNvSpPr txBox="1"/>
          <p:nvPr/>
        </p:nvSpPr>
        <p:spPr>
          <a:xfrm>
            <a:off x="457200" y="3161878"/>
            <a:ext cx="84016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graph where vertices are labeled with integers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9420DD-86F9-B153-DD46-8A9FD074072E}"/>
              </a:ext>
            </a:extLst>
          </p:cNvPr>
          <p:cNvSpPr/>
          <p:nvPr/>
        </p:nvSpPr>
        <p:spPr>
          <a:xfrm>
            <a:off x="1200705" y="3879071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16B2A5-585E-1064-E774-BA8B59D98463}"/>
              </a:ext>
            </a:extLst>
          </p:cNvPr>
          <p:cNvSpPr/>
          <p:nvPr/>
        </p:nvSpPr>
        <p:spPr>
          <a:xfrm>
            <a:off x="2496105" y="4393606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316B49-350E-409F-73BD-ABF9220B600F}"/>
              </a:ext>
            </a:extLst>
          </p:cNvPr>
          <p:cNvSpPr/>
          <p:nvPr/>
        </p:nvSpPr>
        <p:spPr>
          <a:xfrm>
            <a:off x="1810305" y="5403071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AAA6D04-86E1-F497-EFB9-51C8681A01D2}"/>
              </a:ext>
            </a:extLst>
          </p:cNvPr>
          <p:cNvSpPr/>
          <p:nvPr/>
        </p:nvSpPr>
        <p:spPr>
          <a:xfrm>
            <a:off x="4020105" y="4641071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784F5D-AA0A-BCB7-C6ED-2B027A72C546}"/>
              </a:ext>
            </a:extLst>
          </p:cNvPr>
          <p:cNvSpPr txBox="1"/>
          <p:nvPr/>
        </p:nvSpPr>
        <p:spPr>
          <a:xfrm>
            <a:off x="844389" y="368667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F21A4E-266F-04BF-1FEB-DB759E0C42A5}"/>
              </a:ext>
            </a:extLst>
          </p:cNvPr>
          <p:cNvSpPr txBox="1"/>
          <p:nvPr/>
        </p:nvSpPr>
        <p:spPr>
          <a:xfrm>
            <a:off x="1923996" y="55012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B20FA3-25D5-B1D1-B28B-2463D628BEEE}"/>
              </a:ext>
            </a:extLst>
          </p:cNvPr>
          <p:cNvSpPr txBox="1"/>
          <p:nvPr/>
        </p:nvSpPr>
        <p:spPr>
          <a:xfrm>
            <a:off x="4136764" y="47423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81149F-ABF0-2666-6509-41B98168CB83}"/>
              </a:ext>
            </a:extLst>
          </p:cNvPr>
          <p:cNvSpPr txBox="1"/>
          <p:nvPr/>
        </p:nvSpPr>
        <p:spPr>
          <a:xfrm>
            <a:off x="1286277" y="39424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2237C6-8899-65D2-1230-2811D625A81D}"/>
              </a:ext>
            </a:extLst>
          </p:cNvPr>
          <p:cNvSpPr txBox="1"/>
          <p:nvPr/>
        </p:nvSpPr>
        <p:spPr>
          <a:xfrm>
            <a:off x="2598543" y="444414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23E3D0-02BD-427B-A0D1-785A43510EAE}"/>
              </a:ext>
            </a:extLst>
          </p:cNvPr>
          <p:cNvSpPr txBox="1"/>
          <p:nvPr/>
        </p:nvSpPr>
        <p:spPr>
          <a:xfrm>
            <a:off x="4572000" y="3749080"/>
            <a:ext cx="29124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Here, V = {1, 2, 3, 4}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23D785-A2F2-711B-62F7-DB41546126F3}"/>
              </a:ext>
            </a:extLst>
          </p:cNvPr>
          <p:cNvSpPr txBox="1"/>
          <p:nvPr/>
        </p:nvSpPr>
        <p:spPr>
          <a:xfrm>
            <a:off x="4572000" y="4254991"/>
            <a:ext cx="45304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 = {                                              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A0F1C-0C16-979D-691D-24AD31635B9F}"/>
              </a:ext>
            </a:extLst>
          </p:cNvPr>
          <p:cNvSpPr txBox="1"/>
          <p:nvPr/>
        </p:nvSpPr>
        <p:spPr>
          <a:xfrm>
            <a:off x="4553505" y="4791367"/>
            <a:ext cx="43618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Here any edge 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u,v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can not be denoted as (v, u) as the edges are directed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D85694-985C-CF05-55C1-5394446906A0}"/>
              </a:ext>
            </a:extLst>
          </p:cNvPr>
          <p:cNvSpPr txBox="1"/>
          <p:nvPr/>
        </p:nvSpPr>
        <p:spPr>
          <a:xfrm>
            <a:off x="457200" y="5969913"/>
            <a:ext cx="68291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example: the edge (1, 4) can not be written as (4, 1).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2FA4CE-5A33-5F68-87F8-9E07856F49CD}"/>
              </a:ext>
            </a:extLst>
          </p:cNvPr>
          <p:cNvCxnSpPr>
            <a:stCxn id="7" idx="4"/>
            <a:endCxn id="10" idx="0"/>
          </p:cNvCxnSpPr>
          <p:nvPr/>
        </p:nvCxnSpPr>
        <p:spPr>
          <a:xfrm>
            <a:off x="1467405" y="4412471"/>
            <a:ext cx="609600" cy="9906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35B9FBE-B265-92C4-2D3D-946C9E0E5687}"/>
              </a:ext>
            </a:extLst>
          </p:cNvPr>
          <p:cNvCxnSpPr>
            <a:cxnSpLocks/>
            <a:stCxn id="10" idx="7"/>
            <a:endCxn id="9" idx="4"/>
          </p:cNvCxnSpPr>
          <p:nvPr/>
        </p:nvCxnSpPr>
        <p:spPr>
          <a:xfrm flipV="1">
            <a:off x="2265590" y="4927006"/>
            <a:ext cx="497215" cy="5541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CCEA8FF-CC18-DBE7-AE7D-4B72D15A6592}"/>
              </a:ext>
            </a:extLst>
          </p:cNvPr>
          <p:cNvCxnSpPr>
            <a:stCxn id="12" idx="2"/>
            <a:endCxn id="9" idx="6"/>
          </p:cNvCxnSpPr>
          <p:nvPr/>
        </p:nvCxnSpPr>
        <p:spPr>
          <a:xfrm flipH="1" flipV="1">
            <a:off x="3029505" y="4660306"/>
            <a:ext cx="990600" cy="2474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28F659-4CA8-25C1-5CD6-017AE0C86E19}"/>
              </a:ext>
            </a:extLst>
          </p:cNvPr>
          <p:cNvCxnSpPr>
            <a:stCxn id="9" idx="1"/>
            <a:endCxn id="7" idx="6"/>
          </p:cNvCxnSpPr>
          <p:nvPr/>
        </p:nvCxnSpPr>
        <p:spPr>
          <a:xfrm flipH="1" flipV="1">
            <a:off x="1734105" y="4145771"/>
            <a:ext cx="840115" cy="3259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D66FFBEE-1771-AFA5-0F23-37921A08C929}"/>
              </a:ext>
            </a:extLst>
          </p:cNvPr>
          <p:cNvCxnSpPr>
            <a:stCxn id="7" idx="0"/>
            <a:endCxn id="12" idx="0"/>
          </p:cNvCxnSpPr>
          <p:nvPr/>
        </p:nvCxnSpPr>
        <p:spPr>
          <a:xfrm rot="16200000" flipH="1">
            <a:off x="2496105" y="2850371"/>
            <a:ext cx="762000" cy="2819400"/>
          </a:xfrm>
          <a:prstGeom prst="curvedConnector3">
            <a:avLst>
              <a:gd name="adj1" fmla="val -3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C786D0C-A8C4-C3B8-D3F9-C21F67FCE757}"/>
              </a:ext>
            </a:extLst>
          </p:cNvPr>
          <p:cNvSpPr txBox="1"/>
          <p:nvPr/>
        </p:nvSpPr>
        <p:spPr>
          <a:xfrm>
            <a:off x="5476570" y="4256277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(3,1),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FA14270-12DF-0D52-469E-812F574AE6C2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1467405" y="4412471"/>
            <a:ext cx="609600" cy="9906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C2B6E66-6299-0598-C1A4-8BFC1D1AA8F5}"/>
              </a:ext>
            </a:extLst>
          </p:cNvPr>
          <p:cNvCxnSpPr>
            <a:stCxn id="10" idx="7"/>
            <a:endCxn id="9" idx="4"/>
          </p:cNvCxnSpPr>
          <p:nvPr/>
        </p:nvCxnSpPr>
        <p:spPr>
          <a:xfrm flipV="1">
            <a:off x="2265590" y="4927006"/>
            <a:ext cx="497215" cy="55418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E79B872-9295-B399-CF6C-3E0D425734BF}"/>
              </a:ext>
            </a:extLst>
          </p:cNvPr>
          <p:cNvSpPr txBox="1"/>
          <p:nvPr/>
        </p:nvSpPr>
        <p:spPr>
          <a:xfrm>
            <a:off x="6162370" y="4256277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(1,4),</a:t>
            </a: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DD8DF39C-D23B-44FA-2B46-A4430EE256D6}"/>
              </a:ext>
            </a:extLst>
          </p:cNvPr>
          <p:cNvCxnSpPr>
            <a:stCxn id="7" idx="0"/>
            <a:endCxn id="12" idx="0"/>
          </p:cNvCxnSpPr>
          <p:nvPr/>
        </p:nvCxnSpPr>
        <p:spPr>
          <a:xfrm rot="16200000" flipH="1">
            <a:off x="2496105" y="2850371"/>
            <a:ext cx="762000" cy="2819400"/>
          </a:xfrm>
          <a:prstGeom prst="curvedConnector3">
            <a:avLst>
              <a:gd name="adj1" fmla="val -3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8372C4B-BEC2-3B48-AB85-9B3CB73A4A3F}"/>
              </a:ext>
            </a:extLst>
          </p:cNvPr>
          <p:cNvSpPr txBox="1"/>
          <p:nvPr/>
        </p:nvSpPr>
        <p:spPr>
          <a:xfrm>
            <a:off x="6848170" y="4256276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(3,2),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E29DC4E-34C8-21C1-848B-C6A448B734B3}"/>
              </a:ext>
            </a:extLst>
          </p:cNvPr>
          <p:cNvCxnSpPr>
            <a:stCxn id="12" idx="2"/>
            <a:endCxn id="9" idx="6"/>
          </p:cNvCxnSpPr>
          <p:nvPr/>
        </p:nvCxnSpPr>
        <p:spPr>
          <a:xfrm flipH="1" flipV="1">
            <a:off x="3029505" y="4660306"/>
            <a:ext cx="990600" cy="2474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A6AD7-ACD8-97CB-9E29-AAC5DC856293}"/>
              </a:ext>
            </a:extLst>
          </p:cNvPr>
          <p:cNvSpPr txBox="1"/>
          <p:nvPr/>
        </p:nvSpPr>
        <p:spPr>
          <a:xfrm>
            <a:off x="7524998" y="4252654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(2,4),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936D504-18B8-E149-620E-4C8CD457AB16}"/>
              </a:ext>
            </a:extLst>
          </p:cNvPr>
          <p:cNvCxnSpPr>
            <a:stCxn id="9" idx="1"/>
            <a:endCxn id="7" idx="6"/>
          </p:cNvCxnSpPr>
          <p:nvPr/>
        </p:nvCxnSpPr>
        <p:spPr>
          <a:xfrm flipH="1" flipV="1">
            <a:off x="1734105" y="4145771"/>
            <a:ext cx="840115" cy="3259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7EDD55A-5893-47FC-EAB9-6E8892F4E22D}"/>
              </a:ext>
            </a:extLst>
          </p:cNvPr>
          <p:cNvSpPr txBox="1"/>
          <p:nvPr/>
        </p:nvSpPr>
        <p:spPr>
          <a:xfrm>
            <a:off x="8187124" y="4249032"/>
            <a:ext cx="7264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(4,3)</a:t>
            </a:r>
          </a:p>
        </p:txBody>
      </p:sp>
    </p:spTree>
    <p:extLst>
      <p:ext uri="{BB962C8B-B14F-4D97-AF65-F5344CB8AC3E}">
        <p14:creationId xmlns:p14="http://schemas.microsoft.com/office/powerpoint/2010/main" val="17765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 animBg="1"/>
      <p:bldP spid="9" grpId="0" animBg="1"/>
      <p:bldP spid="10" grpId="0" animBg="1"/>
      <p:bldP spid="12" grpId="0" animBg="1"/>
      <p:bldP spid="17" grpId="0"/>
      <p:bldP spid="19" grpId="0"/>
      <p:bldP spid="20" grpId="0"/>
      <p:bldP spid="21" grpId="0"/>
      <p:bldP spid="22" grpId="0"/>
      <p:bldP spid="25" grpId="0"/>
      <p:bldP spid="26" grpId="0"/>
      <p:bldP spid="33" grpId="0"/>
      <p:bldP spid="42" grpId="0"/>
      <p:bldP spid="45" grpId="0"/>
      <p:bldP spid="48" grpId="0"/>
      <p:bldP spid="5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ADJACENT / NEIGHBOR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Two vertices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 a graph G are called adjacent (or neighbors) if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are the endpoints of an edge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Such edge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called incident with the vertices 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819AD-9FBD-F048-F24C-C8C45BBF4265}"/>
              </a:ext>
            </a:extLst>
          </p:cNvPr>
          <p:cNvSpPr txBox="1"/>
          <p:nvPr/>
        </p:nvSpPr>
        <p:spPr>
          <a:xfrm>
            <a:off x="457200" y="2895600"/>
            <a:ext cx="84016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graph where vertices are labeled with integers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9420DD-86F9-B153-DD46-8A9FD074072E}"/>
              </a:ext>
            </a:extLst>
          </p:cNvPr>
          <p:cNvSpPr/>
          <p:nvPr/>
        </p:nvSpPr>
        <p:spPr>
          <a:xfrm>
            <a:off x="1200705" y="3612793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16B2A5-585E-1064-E774-BA8B59D98463}"/>
              </a:ext>
            </a:extLst>
          </p:cNvPr>
          <p:cNvSpPr/>
          <p:nvPr/>
        </p:nvSpPr>
        <p:spPr>
          <a:xfrm>
            <a:off x="2496105" y="4127328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316B49-350E-409F-73BD-ABF9220B600F}"/>
              </a:ext>
            </a:extLst>
          </p:cNvPr>
          <p:cNvSpPr/>
          <p:nvPr/>
        </p:nvSpPr>
        <p:spPr>
          <a:xfrm>
            <a:off x="1810305" y="5136793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AAA6D04-86E1-F497-EFB9-51C8681A01D2}"/>
              </a:ext>
            </a:extLst>
          </p:cNvPr>
          <p:cNvSpPr/>
          <p:nvPr/>
        </p:nvSpPr>
        <p:spPr>
          <a:xfrm>
            <a:off x="4020105" y="4374793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D19B3F-B583-ECF5-0594-AE4BA302D74D}"/>
              </a:ext>
            </a:extLst>
          </p:cNvPr>
          <p:cNvCxnSpPr>
            <a:stCxn id="7" idx="6"/>
            <a:endCxn id="9" idx="1"/>
          </p:cNvCxnSpPr>
          <p:nvPr/>
        </p:nvCxnSpPr>
        <p:spPr>
          <a:xfrm>
            <a:off x="1734105" y="3879493"/>
            <a:ext cx="840115" cy="3259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4DB0467-7342-2ADC-29C1-ED4C8A6A156D}"/>
              </a:ext>
            </a:extLst>
          </p:cNvPr>
          <p:cNvCxnSpPr>
            <a:stCxn id="9" idx="6"/>
            <a:endCxn id="12" idx="2"/>
          </p:cNvCxnSpPr>
          <p:nvPr/>
        </p:nvCxnSpPr>
        <p:spPr>
          <a:xfrm>
            <a:off x="3029505" y="4394028"/>
            <a:ext cx="990600" cy="2474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F98CC1-7C98-853C-AE72-2C7BEB99CFE1}"/>
              </a:ext>
            </a:extLst>
          </p:cNvPr>
          <p:cNvCxnSpPr>
            <a:stCxn id="9" idx="3"/>
            <a:endCxn id="10" idx="7"/>
          </p:cNvCxnSpPr>
          <p:nvPr/>
        </p:nvCxnSpPr>
        <p:spPr>
          <a:xfrm flipH="1">
            <a:off x="2265590" y="4582613"/>
            <a:ext cx="308630" cy="6322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847432-E387-7FE7-653E-917AC50D82A1}"/>
              </a:ext>
            </a:extLst>
          </p:cNvPr>
          <p:cNvCxnSpPr>
            <a:stCxn id="7" idx="4"/>
            <a:endCxn id="10" idx="1"/>
          </p:cNvCxnSpPr>
          <p:nvPr/>
        </p:nvCxnSpPr>
        <p:spPr>
          <a:xfrm>
            <a:off x="1467405" y="4146193"/>
            <a:ext cx="421015" cy="10687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B784F5D-AA0A-BCB7-C6ED-2B027A72C546}"/>
              </a:ext>
            </a:extLst>
          </p:cNvPr>
          <p:cNvSpPr txBox="1"/>
          <p:nvPr/>
        </p:nvSpPr>
        <p:spPr>
          <a:xfrm>
            <a:off x="844389" y="342039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G: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E14E62CA-1F2F-778F-563A-4CE645C4EA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17625" y="2850793"/>
            <a:ext cx="762000" cy="2442230"/>
          </a:xfrm>
          <a:prstGeom prst="curvedConnector3">
            <a:avLst>
              <a:gd name="adj1" fmla="val -18115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2F21A4E-266F-04BF-1FEB-DB759E0C42A5}"/>
              </a:ext>
            </a:extLst>
          </p:cNvPr>
          <p:cNvSpPr txBox="1"/>
          <p:nvPr/>
        </p:nvSpPr>
        <p:spPr>
          <a:xfrm>
            <a:off x="1923996" y="523501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B20FA3-25D5-B1D1-B28B-2463D628BEEE}"/>
              </a:ext>
            </a:extLst>
          </p:cNvPr>
          <p:cNvSpPr txBox="1"/>
          <p:nvPr/>
        </p:nvSpPr>
        <p:spPr>
          <a:xfrm>
            <a:off x="4136764" y="44760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81149F-ABF0-2666-6509-41B98168CB83}"/>
              </a:ext>
            </a:extLst>
          </p:cNvPr>
          <p:cNvSpPr txBox="1"/>
          <p:nvPr/>
        </p:nvSpPr>
        <p:spPr>
          <a:xfrm>
            <a:off x="1286277" y="36761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2237C6-8899-65D2-1230-2811D625A81D}"/>
              </a:ext>
            </a:extLst>
          </p:cNvPr>
          <p:cNvSpPr txBox="1"/>
          <p:nvPr/>
        </p:nvSpPr>
        <p:spPr>
          <a:xfrm>
            <a:off x="2598543" y="41778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53ACF-4B80-F5BE-D6EE-C8E191B676A5}"/>
              </a:ext>
            </a:extLst>
          </p:cNvPr>
          <p:cNvSpPr txBox="1"/>
          <p:nvPr/>
        </p:nvSpPr>
        <p:spPr>
          <a:xfrm>
            <a:off x="3276600" y="3293254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609E83-CCCE-C64E-E32E-AEDA48BAE61D}"/>
              </a:ext>
            </a:extLst>
          </p:cNvPr>
          <p:cNvSpPr txBox="1"/>
          <p:nvPr/>
        </p:nvSpPr>
        <p:spPr>
          <a:xfrm>
            <a:off x="3251051" y="4414507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142924-C5FE-B98E-E2AB-98F2E8E0859A}"/>
              </a:ext>
            </a:extLst>
          </p:cNvPr>
          <p:cNvSpPr txBox="1"/>
          <p:nvPr/>
        </p:nvSpPr>
        <p:spPr>
          <a:xfrm>
            <a:off x="1336525" y="4498846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78352B-DED9-ADAF-1370-7AD6ABB23EC8}"/>
              </a:ext>
            </a:extLst>
          </p:cNvPr>
          <p:cNvSpPr txBox="1"/>
          <p:nvPr/>
        </p:nvSpPr>
        <p:spPr>
          <a:xfrm>
            <a:off x="2410606" y="4750713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3EFF2-38CA-69FA-93D8-49B5543927B7}"/>
              </a:ext>
            </a:extLst>
          </p:cNvPr>
          <p:cNvSpPr txBox="1"/>
          <p:nvPr/>
        </p:nvSpPr>
        <p:spPr>
          <a:xfrm>
            <a:off x="1896386" y="3907250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34BD4A-773E-0E97-8C7C-7352F4430EBA}"/>
              </a:ext>
            </a:extLst>
          </p:cNvPr>
          <p:cNvSpPr txBox="1"/>
          <p:nvPr/>
        </p:nvSpPr>
        <p:spPr>
          <a:xfrm>
            <a:off x="4752074" y="3429000"/>
            <a:ext cx="20874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Adjacent of 1: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47C43A-D17D-E068-207B-63AFE4907D92}"/>
              </a:ext>
            </a:extLst>
          </p:cNvPr>
          <p:cNvSpPr txBox="1"/>
          <p:nvPr/>
        </p:nvSpPr>
        <p:spPr>
          <a:xfrm>
            <a:off x="6817721" y="3424680"/>
            <a:ext cx="8771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{3, 4}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B4886B-BCF1-F304-E2BB-191EAF4C934B}"/>
              </a:ext>
            </a:extLst>
          </p:cNvPr>
          <p:cNvSpPr txBox="1"/>
          <p:nvPr/>
        </p:nvSpPr>
        <p:spPr>
          <a:xfrm>
            <a:off x="4757993" y="3818625"/>
            <a:ext cx="20874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Adjacent of 2: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D77AB9-60F2-4E61-8905-6267FD5BB9C7}"/>
              </a:ext>
            </a:extLst>
          </p:cNvPr>
          <p:cNvSpPr txBox="1"/>
          <p:nvPr/>
        </p:nvSpPr>
        <p:spPr>
          <a:xfrm>
            <a:off x="6823640" y="3814305"/>
            <a:ext cx="8771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{3, 4}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A7ABD7-8E66-7EB5-0051-B28BF3A3B73A}"/>
              </a:ext>
            </a:extLst>
          </p:cNvPr>
          <p:cNvSpPr txBox="1"/>
          <p:nvPr/>
        </p:nvSpPr>
        <p:spPr>
          <a:xfrm>
            <a:off x="4752074" y="4245192"/>
            <a:ext cx="20874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Adjacent of 3: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BBD782-900C-2A5A-D525-8A1AD109137C}"/>
              </a:ext>
            </a:extLst>
          </p:cNvPr>
          <p:cNvSpPr txBox="1"/>
          <p:nvPr/>
        </p:nvSpPr>
        <p:spPr>
          <a:xfrm>
            <a:off x="6817721" y="4240872"/>
            <a:ext cx="11592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{1, 2, 4}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627D34-5C0D-1E49-9713-C5CA5EC11FCE}"/>
              </a:ext>
            </a:extLst>
          </p:cNvPr>
          <p:cNvSpPr txBox="1"/>
          <p:nvPr/>
        </p:nvSpPr>
        <p:spPr>
          <a:xfrm>
            <a:off x="4764941" y="4639612"/>
            <a:ext cx="20874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Adjacent of 4: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CCD3EB-A11D-EF62-1133-1E24269A99A2}"/>
              </a:ext>
            </a:extLst>
          </p:cNvPr>
          <p:cNvSpPr txBox="1"/>
          <p:nvPr/>
        </p:nvSpPr>
        <p:spPr>
          <a:xfrm>
            <a:off x="6830588" y="4635292"/>
            <a:ext cx="11592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{1, 2, 3}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66AA39-514D-947C-1EDB-01E9E98B6BB7}"/>
              </a:ext>
            </a:extLst>
          </p:cNvPr>
          <p:cNvSpPr txBox="1"/>
          <p:nvPr/>
        </p:nvSpPr>
        <p:spPr>
          <a:xfrm>
            <a:off x="457200" y="5733350"/>
            <a:ext cx="22990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incident to: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D08F56-C98A-F2F6-17E1-E30EAD5F30DD}"/>
              </a:ext>
            </a:extLst>
          </p:cNvPr>
          <p:cNvSpPr txBox="1"/>
          <p:nvPr/>
        </p:nvSpPr>
        <p:spPr>
          <a:xfrm>
            <a:off x="2671405" y="5724175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(2, 4)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60E41F-6595-ACF6-FC8A-EC3C0125C761}"/>
              </a:ext>
            </a:extLst>
          </p:cNvPr>
          <p:cNvSpPr txBox="1"/>
          <p:nvPr/>
        </p:nvSpPr>
        <p:spPr>
          <a:xfrm>
            <a:off x="3680878" y="5724175"/>
            <a:ext cx="22990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incident to: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0BA368-D574-D863-02F8-445E0B0F9C26}"/>
              </a:ext>
            </a:extLst>
          </p:cNvPr>
          <p:cNvSpPr txBox="1"/>
          <p:nvPr/>
        </p:nvSpPr>
        <p:spPr>
          <a:xfrm>
            <a:off x="5895083" y="5715000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(1, 3)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744A9D-17B0-32A1-D7E7-E57D28698F87}"/>
              </a:ext>
            </a:extLst>
          </p:cNvPr>
          <p:cNvSpPr txBox="1"/>
          <p:nvPr/>
        </p:nvSpPr>
        <p:spPr>
          <a:xfrm>
            <a:off x="457200" y="6246127"/>
            <a:ext cx="22990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incident to: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D7052F-E027-ED69-B013-B2EF9273BB4B}"/>
              </a:ext>
            </a:extLst>
          </p:cNvPr>
          <p:cNvSpPr txBox="1"/>
          <p:nvPr/>
        </p:nvSpPr>
        <p:spPr>
          <a:xfrm>
            <a:off x="2671405" y="6236952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(1, 4)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9E1CAC-7018-CDAB-94E3-216A45E28750}"/>
              </a:ext>
            </a:extLst>
          </p:cNvPr>
          <p:cNvSpPr txBox="1"/>
          <p:nvPr/>
        </p:nvSpPr>
        <p:spPr>
          <a:xfrm>
            <a:off x="3680878" y="6202232"/>
            <a:ext cx="22990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incident to: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09AA66-BF39-741F-0883-0B6087DD7E45}"/>
              </a:ext>
            </a:extLst>
          </p:cNvPr>
          <p:cNvSpPr txBox="1"/>
          <p:nvPr/>
        </p:nvSpPr>
        <p:spPr>
          <a:xfrm>
            <a:off x="5895083" y="6193057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(3, 4)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F0FC14-7401-FA2C-97C9-44724F1F18C2}"/>
              </a:ext>
            </a:extLst>
          </p:cNvPr>
          <p:cNvSpPr txBox="1"/>
          <p:nvPr/>
        </p:nvSpPr>
        <p:spPr>
          <a:xfrm>
            <a:off x="4764941" y="5079253"/>
            <a:ext cx="22990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incident to: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9F59EE-B3CB-8172-4E33-B32DC6379EF0}"/>
              </a:ext>
            </a:extLst>
          </p:cNvPr>
          <p:cNvSpPr txBox="1"/>
          <p:nvPr/>
        </p:nvSpPr>
        <p:spPr>
          <a:xfrm>
            <a:off x="6979146" y="5070078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(2, 3)</a:t>
            </a:r>
          </a:p>
        </p:txBody>
      </p:sp>
    </p:spTree>
    <p:extLst>
      <p:ext uri="{BB962C8B-B14F-4D97-AF65-F5344CB8AC3E}">
        <p14:creationId xmlns:p14="http://schemas.microsoft.com/office/powerpoint/2010/main" val="120377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 animBg="1"/>
      <p:bldP spid="9" grpId="0" animBg="1"/>
      <p:bldP spid="10" grpId="0" animBg="1"/>
      <p:bldP spid="12" grpId="0" animBg="1"/>
      <p:bldP spid="17" grpId="0"/>
      <p:bldP spid="19" grpId="0"/>
      <p:bldP spid="20" grpId="0"/>
      <p:bldP spid="21" grpId="0"/>
      <p:bldP spid="22" grpId="0"/>
      <p:bldP spid="4" grpId="0"/>
      <p:bldP spid="6" grpId="0"/>
      <p:bldP spid="8" grpId="0"/>
      <p:bldP spid="11" grpId="0"/>
      <p:bldP spid="23" grpId="0"/>
      <p:bldP spid="24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ADJACENT / NEIGHBOR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a di-graph G, in an edge 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):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said to be adjacent from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819AD-9FBD-F048-F24C-C8C45BBF4265}"/>
              </a:ext>
            </a:extLst>
          </p:cNvPr>
          <p:cNvSpPr txBox="1"/>
          <p:nvPr/>
        </p:nvSpPr>
        <p:spPr>
          <a:xfrm>
            <a:off x="457200" y="2199802"/>
            <a:ext cx="84016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graph where vertices are labeled with integers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9420DD-86F9-B153-DD46-8A9FD074072E}"/>
              </a:ext>
            </a:extLst>
          </p:cNvPr>
          <p:cNvSpPr/>
          <p:nvPr/>
        </p:nvSpPr>
        <p:spPr>
          <a:xfrm>
            <a:off x="1276905" y="2926993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16B2A5-585E-1064-E774-BA8B59D98463}"/>
              </a:ext>
            </a:extLst>
          </p:cNvPr>
          <p:cNvSpPr/>
          <p:nvPr/>
        </p:nvSpPr>
        <p:spPr>
          <a:xfrm>
            <a:off x="2572305" y="3441528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316B49-350E-409F-73BD-ABF9220B600F}"/>
              </a:ext>
            </a:extLst>
          </p:cNvPr>
          <p:cNvSpPr/>
          <p:nvPr/>
        </p:nvSpPr>
        <p:spPr>
          <a:xfrm>
            <a:off x="1886505" y="4450993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AAA6D04-86E1-F497-EFB9-51C8681A01D2}"/>
              </a:ext>
            </a:extLst>
          </p:cNvPr>
          <p:cNvSpPr/>
          <p:nvPr/>
        </p:nvSpPr>
        <p:spPr>
          <a:xfrm>
            <a:off x="4096305" y="3688993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784F5D-AA0A-BCB7-C6ED-2B027A72C546}"/>
              </a:ext>
            </a:extLst>
          </p:cNvPr>
          <p:cNvSpPr txBox="1"/>
          <p:nvPr/>
        </p:nvSpPr>
        <p:spPr>
          <a:xfrm>
            <a:off x="920589" y="273459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F21A4E-266F-04BF-1FEB-DB759E0C42A5}"/>
              </a:ext>
            </a:extLst>
          </p:cNvPr>
          <p:cNvSpPr txBox="1"/>
          <p:nvPr/>
        </p:nvSpPr>
        <p:spPr>
          <a:xfrm>
            <a:off x="2000196" y="454921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B20FA3-25D5-B1D1-B28B-2463D628BEEE}"/>
              </a:ext>
            </a:extLst>
          </p:cNvPr>
          <p:cNvSpPr txBox="1"/>
          <p:nvPr/>
        </p:nvSpPr>
        <p:spPr>
          <a:xfrm>
            <a:off x="4212964" y="37902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81149F-ABF0-2666-6509-41B98168CB83}"/>
              </a:ext>
            </a:extLst>
          </p:cNvPr>
          <p:cNvSpPr txBox="1"/>
          <p:nvPr/>
        </p:nvSpPr>
        <p:spPr>
          <a:xfrm>
            <a:off x="1362477" y="29903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2237C6-8899-65D2-1230-2811D625A81D}"/>
              </a:ext>
            </a:extLst>
          </p:cNvPr>
          <p:cNvSpPr txBox="1"/>
          <p:nvPr/>
        </p:nvSpPr>
        <p:spPr>
          <a:xfrm>
            <a:off x="2674743" y="34920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53ACF-4B80-F5BE-D6EE-C8E191B676A5}"/>
              </a:ext>
            </a:extLst>
          </p:cNvPr>
          <p:cNvSpPr txBox="1"/>
          <p:nvPr/>
        </p:nvSpPr>
        <p:spPr>
          <a:xfrm>
            <a:off x="2903566" y="2587495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609E83-CCCE-C64E-E32E-AEDA48BAE61D}"/>
              </a:ext>
            </a:extLst>
          </p:cNvPr>
          <p:cNvSpPr txBox="1"/>
          <p:nvPr/>
        </p:nvSpPr>
        <p:spPr>
          <a:xfrm>
            <a:off x="3327251" y="3728707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142924-C5FE-B98E-E2AB-98F2E8E0859A}"/>
              </a:ext>
            </a:extLst>
          </p:cNvPr>
          <p:cNvSpPr txBox="1"/>
          <p:nvPr/>
        </p:nvSpPr>
        <p:spPr>
          <a:xfrm>
            <a:off x="1412725" y="3813046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78352B-DED9-ADAF-1370-7AD6ABB23EC8}"/>
              </a:ext>
            </a:extLst>
          </p:cNvPr>
          <p:cNvSpPr txBox="1"/>
          <p:nvPr/>
        </p:nvSpPr>
        <p:spPr>
          <a:xfrm>
            <a:off x="2486806" y="4064913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3EFF2-38CA-69FA-93D8-49B5543927B7}"/>
              </a:ext>
            </a:extLst>
          </p:cNvPr>
          <p:cNvSpPr txBox="1"/>
          <p:nvPr/>
        </p:nvSpPr>
        <p:spPr>
          <a:xfrm>
            <a:off x="1972586" y="3221450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34BD4A-773E-0E97-8C7C-7352F4430EBA}"/>
              </a:ext>
            </a:extLst>
          </p:cNvPr>
          <p:cNvSpPr txBox="1"/>
          <p:nvPr/>
        </p:nvSpPr>
        <p:spPr>
          <a:xfrm>
            <a:off x="4828274" y="2743200"/>
            <a:ext cx="24016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Adjacent from 1: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47C43A-D17D-E068-207B-63AFE4907D92}"/>
              </a:ext>
            </a:extLst>
          </p:cNvPr>
          <p:cNvSpPr txBox="1"/>
          <p:nvPr/>
        </p:nvSpPr>
        <p:spPr>
          <a:xfrm>
            <a:off x="7057441" y="2738880"/>
            <a:ext cx="5950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{4}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B4886B-BCF1-F304-E2BB-191EAF4C934B}"/>
              </a:ext>
            </a:extLst>
          </p:cNvPr>
          <p:cNvSpPr txBox="1"/>
          <p:nvPr/>
        </p:nvSpPr>
        <p:spPr>
          <a:xfrm>
            <a:off x="4834193" y="3132825"/>
            <a:ext cx="24016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Adjacent from 2: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D77AB9-60F2-4E61-8905-6267FD5BB9C7}"/>
              </a:ext>
            </a:extLst>
          </p:cNvPr>
          <p:cNvSpPr txBox="1"/>
          <p:nvPr/>
        </p:nvSpPr>
        <p:spPr>
          <a:xfrm>
            <a:off x="7063360" y="3128505"/>
            <a:ext cx="8771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{3, 4}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A7ABD7-8E66-7EB5-0051-B28BF3A3B73A}"/>
              </a:ext>
            </a:extLst>
          </p:cNvPr>
          <p:cNvSpPr txBox="1"/>
          <p:nvPr/>
        </p:nvSpPr>
        <p:spPr>
          <a:xfrm>
            <a:off x="4828274" y="3559392"/>
            <a:ext cx="24016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Adjacent from 3: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BBD782-900C-2A5A-D525-8A1AD109137C}"/>
              </a:ext>
            </a:extLst>
          </p:cNvPr>
          <p:cNvSpPr txBox="1"/>
          <p:nvPr/>
        </p:nvSpPr>
        <p:spPr>
          <a:xfrm>
            <a:off x="7057441" y="3555072"/>
            <a:ext cx="5950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{1}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627D34-5C0D-1E49-9713-C5CA5EC11FCE}"/>
              </a:ext>
            </a:extLst>
          </p:cNvPr>
          <p:cNvSpPr txBox="1"/>
          <p:nvPr/>
        </p:nvSpPr>
        <p:spPr>
          <a:xfrm>
            <a:off x="4841141" y="3953812"/>
            <a:ext cx="24016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Adjacent from 4: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CCD3EB-A11D-EF62-1133-1E24269A99A2}"/>
              </a:ext>
            </a:extLst>
          </p:cNvPr>
          <p:cNvSpPr txBox="1"/>
          <p:nvPr/>
        </p:nvSpPr>
        <p:spPr>
          <a:xfrm>
            <a:off x="7070308" y="3949492"/>
            <a:ext cx="5950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{3}</a:t>
            </a: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5984E56D-25B3-3AE2-DC4E-59C61E7E7233}"/>
              </a:ext>
            </a:extLst>
          </p:cNvPr>
          <p:cNvCxnSpPr>
            <a:stCxn id="12" idx="0"/>
            <a:endCxn id="7" idx="0"/>
          </p:cNvCxnSpPr>
          <p:nvPr/>
        </p:nvCxnSpPr>
        <p:spPr>
          <a:xfrm rot="16200000" flipV="1">
            <a:off x="2572305" y="1898293"/>
            <a:ext cx="762000" cy="2819400"/>
          </a:xfrm>
          <a:prstGeom prst="curvedConnector3">
            <a:avLst>
              <a:gd name="adj1" fmla="val 13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8EF4B1A-E438-60E2-B6B9-17D2D2A2597C}"/>
              </a:ext>
            </a:extLst>
          </p:cNvPr>
          <p:cNvCxnSpPr>
            <a:stCxn id="12" idx="2"/>
            <a:endCxn id="9" idx="6"/>
          </p:cNvCxnSpPr>
          <p:nvPr/>
        </p:nvCxnSpPr>
        <p:spPr>
          <a:xfrm flipH="1" flipV="1">
            <a:off x="3105705" y="3708228"/>
            <a:ext cx="990600" cy="2474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E214AE7-B7BF-1AB6-A0BF-9ECA8DCE9200}"/>
              </a:ext>
            </a:extLst>
          </p:cNvPr>
          <p:cNvCxnSpPr>
            <a:cxnSpLocks/>
            <a:stCxn id="9" idx="1"/>
            <a:endCxn id="7" idx="6"/>
          </p:cNvCxnSpPr>
          <p:nvPr/>
        </p:nvCxnSpPr>
        <p:spPr>
          <a:xfrm flipH="1" flipV="1">
            <a:off x="1810305" y="3193693"/>
            <a:ext cx="840115" cy="3259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8AC32FB-FF67-DD49-E981-F60926246C0C}"/>
              </a:ext>
            </a:extLst>
          </p:cNvPr>
          <p:cNvCxnSpPr>
            <a:stCxn id="7" idx="4"/>
            <a:endCxn id="10" idx="1"/>
          </p:cNvCxnSpPr>
          <p:nvPr/>
        </p:nvCxnSpPr>
        <p:spPr>
          <a:xfrm>
            <a:off x="1543605" y="3460393"/>
            <a:ext cx="421015" cy="10687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9BE58AC-E884-56CD-9529-47DC01A9FBC0}"/>
              </a:ext>
            </a:extLst>
          </p:cNvPr>
          <p:cNvCxnSpPr>
            <a:stCxn id="10" idx="0"/>
            <a:endCxn id="9" idx="3"/>
          </p:cNvCxnSpPr>
          <p:nvPr/>
        </p:nvCxnSpPr>
        <p:spPr>
          <a:xfrm flipV="1">
            <a:off x="2153205" y="3896813"/>
            <a:ext cx="497215" cy="5541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82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 animBg="1"/>
      <p:bldP spid="9" grpId="0" animBg="1"/>
      <p:bldP spid="10" grpId="0" animBg="1"/>
      <p:bldP spid="12" grpId="0" animBg="1"/>
      <p:bldP spid="17" grpId="0"/>
      <p:bldP spid="19" grpId="0"/>
      <p:bldP spid="20" grpId="0"/>
      <p:bldP spid="21" grpId="0"/>
      <p:bldP spid="22" grpId="0"/>
      <p:bldP spid="4" grpId="0"/>
      <p:bldP spid="6" grpId="0"/>
      <p:bldP spid="8" grpId="0"/>
      <p:bldP spid="11" grpId="0"/>
      <p:bldP spid="23" grpId="0"/>
      <p:bldP spid="24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DEGREE OF A VERTEX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degree of a vertex in an undirected graph is the number of edges incident with it. The degree of a vertex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of denoted by deg(v)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819AD-9FBD-F048-F24C-C8C45BBF4265}"/>
              </a:ext>
            </a:extLst>
          </p:cNvPr>
          <p:cNvSpPr txBox="1"/>
          <p:nvPr/>
        </p:nvSpPr>
        <p:spPr>
          <a:xfrm>
            <a:off x="457200" y="3048000"/>
            <a:ext cx="84016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graph where vertices are labeled with integers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9420DD-86F9-B153-DD46-8A9FD074072E}"/>
              </a:ext>
            </a:extLst>
          </p:cNvPr>
          <p:cNvSpPr/>
          <p:nvPr/>
        </p:nvSpPr>
        <p:spPr>
          <a:xfrm>
            <a:off x="1200705" y="3765193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16B2A5-585E-1064-E774-BA8B59D98463}"/>
              </a:ext>
            </a:extLst>
          </p:cNvPr>
          <p:cNvSpPr/>
          <p:nvPr/>
        </p:nvSpPr>
        <p:spPr>
          <a:xfrm>
            <a:off x="2496105" y="4279728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316B49-350E-409F-73BD-ABF9220B600F}"/>
              </a:ext>
            </a:extLst>
          </p:cNvPr>
          <p:cNvSpPr/>
          <p:nvPr/>
        </p:nvSpPr>
        <p:spPr>
          <a:xfrm>
            <a:off x="1810305" y="5289193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AAA6D04-86E1-F497-EFB9-51C8681A01D2}"/>
              </a:ext>
            </a:extLst>
          </p:cNvPr>
          <p:cNvSpPr/>
          <p:nvPr/>
        </p:nvSpPr>
        <p:spPr>
          <a:xfrm>
            <a:off x="4020105" y="4527193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D19B3F-B583-ECF5-0594-AE4BA302D74D}"/>
              </a:ext>
            </a:extLst>
          </p:cNvPr>
          <p:cNvCxnSpPr>
            <a:stCxn id="7" idx="6"/>
            <a:endCxn id="9" idx="1"/>
          </p:cNvCxnSpPr>
          <p:nvPr/>
        </p:nvCxnSpPr>
        <p:spPr>
          <a:xfrm>
            <a:off x="1734105" y="4031893"/>
            <a:ext cx="840115" cy="3259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4DB0467-7342-2ADC-29C1-ED4C8A6A156D}"/>
              </a:ext>
            </a:extLst>
          </p:cNvPr>
          <p:cNvCxnSpPr>
            <a:stCxn id="9" idx="6"/>
            <a:endCxn id="12" idx="2"/>
          </p:cNvCxnSpPr>
          <p:nvPr/>
        </p:nvCxnSpPr>
        <p:spPr>
          <a:xfrm>
            <a:off x="3029505" y="4546428"/>
            <a:ext cx="990600" cy="2474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F98CC1-7C98-853C-AE72-2C7BEB99CFE1}"/>
              </a:ext>
            </a:extLst>
          </p:cNvPr>
          <p:cNvCxnSpPr>
            <a:stCxn id="9" idx="3"/>
            <a:endCxn id="10" idx="7"/>
          </p:cNvCxnSpPr>
          <p:nvPr/>
        </p:nvCxnSpPr>
        <p:spPr>
          <a:xfrm flipH="1">
            <a:off x="2265590" y="4735013"/>
            <a:ext cx="308630" cy="6322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847432-E387-7FE7-653E-917AC50D82A1}"/>
              </a:ext>
            </a:extLst>
          </p:cNvPr>
          <p:cNvCxnSpPr>
            <a:stCxn id="7" idx="4"/>
            <a:endCxn id="10" idx="1"/>
          </p:cNvCxnSpPr>
          <p:nvPr/>
        </p:nvCxnSpPr>
        <p:spPr>
          <a:xfrm>
            <a:off x="1467405" y="4298593"/>
            <a:ext cx="421015" cy="10687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B784F5D-AA0A-BCB7-C6ED-2B027A72C546}"/>
              </a:ext>
            </a:extLst>
          </p:cNvPr>
          <p:cNvSpPr txBox="1"/>
          <p:nvPr/>
        </p:nvSpPr>
        <p:spPr>
          <a:xfrm>
            <a:off x="844389" y="357279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G: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E14E62CA-1F2F-778F-563A-4CE645C4EA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17625" y="3003193"/>
            <a:ext cx="762000" cy="2442230"/>
          </a:xfrm>
          <a:prstGeom prst="curvedConnector3">
            <a:avLst>
              <a:gd name="adj1" fmla="val -18115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2F21A4E-266F-04BF-1FEB-DB759E0C42A5}"/>
              </a:ext>
            </a:extLst>
          </p:cNvPr>
          <p:cNvSpPr txBox="1"/>
          <p:nvPr/>
        </p:nvSpPr>
        <p:spPr>
          <a:xfrm>
            <a:off x="1923996" y="538741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B20FA3-25D5-B1D1-B28B-2463D628BEEE}"/>
              </a:ext>
            </a:extLst>
          </p:cNvPr>
          <p:cNvSpPr txBox="1"/>
          <p:nvPr/>
        </p:nvSpPr>
        <p:spPr>
          <a:xfrm>
            <a:off x="4136764" y="46284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81149F-ABF0-2666-6509-41B98168CB83}"/>
              </a:ext>
            </a:extLst>
          </p:cNvPr>
          <p:cNvSpPr txBox="1"/>
          <p:nvPr/>
        </p:nvSpPr>
        <p:spPr>
          <a:xfrm>
            <a:off x="1286277" y="38285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2237C6-8899-65D2-1230-2811D625A81D}"/>
              </a:ext>
            </a:extLst>
          </p:cNvPr>
          <p:cNvSpPr txBox="1"/>
          <p:nvPr/>
        </p:nvSpPr>
        <p:spPr>
          <a:xfrm>
            <a:off x="2598543" y="43302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53ACF-4B80-F5BE-D6EE-C8E191B676A5}"/>
              </a:ext>
            </a:extLst>
          </p:cNvPr>
          <p:cNvSpPr txBox="1"/>
          <p:nvPr/>
        </p:nvSpPr>
        <p:spPr>
          <a:xfrm>
            <a:off x="3276600" y="3445654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609E83-CCCE-C64E-E32E-AEDA48BAE61D}"/>
              </a:ext>
            </a:extLst>
          </p:cNvPr>
          <p:cNvSpPr txBox="1"/>
          <p:nvPr/>
        </p:nvSpPr>
        <p:spPr>
          <a:xfrm>
            <a:off x="3251051" y="4566907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142924-C5FE-B98E-E2AB-98F2E8E0859A}"/>
              </a:ext>
            </a:extLst>
          </p:cNvPr>
          <p:cNvSpPr txBox="1"/>
          <p:nvPr/>
        </p:nvSpPr>
        <p:spPr>
          <a:xfrm>
            <a:off x="1336525" y="4651246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78352B-DED9-ADAF-1370-7AD6ABB23EC8}"/>
              </a:ext>
            </a:extLst>
          </p:cNvPr>
          <p:cNvSpPr txBox="1"/>
          <p:nvPr/>
        </p:nvSpPr>
        <p:spPr>
          <a:xfrm>
            <a:off x="2410606" y="4903113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3EFF2-38CA-69FA-93D8-49B5543927B7}"/>
              </a:ext>
            </a:extLst>
          </p:cNvPr>
          <p:cNvSpPr txBox="1"/>
          <p:nvPr/>
        </p:nvSpPr>
        <p:spPr>
          <a:xfrm>
            <a:off x="1896386" y="4059650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34BD4A-773E-0E97-8C7C-7352F4430EBA}"/>
              </a:ext>
            </a:extLst>
          </p:cNvPr>
          <p:cNvSpPr txBox="1"/>
          <p:nvPr/>
        </p:nvSpPr>
        <p:spPr>
          <a:xfrm>
            <a:off x="4832329" y="3601006"/>
            <a:ext cx="12891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deg(1):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47C43A-D17D-E068-207B-63AFE4907D92}"/>
              </a:ext>
            </a:extLst>
          </p:cNvPr>
          <p:cNvSpPr txBox="1"/>
          <p:nvPr/>
        </p:nvSpPr>
        <p:spPr>
          <a:xfrm>
            <a:off x="6028576" y="3601006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B4886B-BCF1-F304-E2BB-191EAF4C934B}"/>
              </a:ext>
            </a:extLst>
          </p:cNvPr>
          <p:cNvSpPr txBox="1"/>
          <p:nvPr/>
        </p:nvSpPr>
        <p:spPr>
          <a:xfrm>
            <a:off x="4838248" y="3990631"/>
            <a:ext cx="12891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deg(2):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D77AB9-60F2-4E61-8905-6267FD5BB9C7}"/>
              </a:ext>
            </a:extLst>
          </p:cNvPr>
          <p:cNvSpPr txBox="1"/>
          <p:nvPr/>
        </p:nvSpPr>
        <p:spPr>
          <a:xfrm>
            <a:off x="6034495" y="399063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A7ABD7-8E66-7EB5-0051-B28BF3A3B73A}"/>
              </a:ext>
            </a:extLst>
          </p:cNvPr>
          <p:cNvSpPr txBox="1"/>
          <p:nvPr/>
        </p:nvSpPr>
        <p:spPr>
          <a:xfrm>
            <a:off x="4832329" y="4417198"/>
            <a:ext cx="12891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deg(3):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BBD782-900C-2A5A-D525-8A1AD109137C}"/>
              </a:ext>
            </a:extLst>
          </p:cNvPr>
          <p:cNvSpPr txBox="1"/>
          <p:nvPr/>
        </p:nvSpPr>
        <p:spPr>
          <a:xfrm>
            <a:off x="6028576" y="441719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627D34-5C0D-1E49-9713-C5CA5EC11FCE}"/>
              </a:ext>
            </a:extLst>
          </p:cNvPr>
          <p:cNvSpPr txBox="1"/>
          <p:nvPr/>
        </p:nvSpPr>
        <p:spPr>
          <a:xfrm>
            <a:off x="4845196" y="4811618"/>
            <a:ext cx="12891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deg(4):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CCD3EB-A11D-EF62-1133-1E24269A99A2}"/>
              </a:ext>
            </a:extLst>
          </p:cNvPr>
          <p:cNvSpPr txBox="1"/>
          <p:nvPr/>
        </p:nvSpPr>
        <p:spPr>
          <a:xfrm>
            <a:off x="6041443" y="481161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94D7D8-F1AF-192A-4440-C9AD6B266B59}"/>
              </a:ext>
            </a:extLst>
          </p:cNvPr>
          <p:cNvSpPr txBox="1"/>
          <p:nvPr/>
        </p:nvSpPr>
        <p:spPr>
          <a:xfrm>
            <a:off x="457200" y="2477348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loop contributes two in degree.</a:t>
            </a:r>
          </a:p>
        </p:txBody>
      </p: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560A12AA-CF2D-0915-D5DD-2A948FDBC9E5}"/>
              </a:ext>
            </a:extLst>
          </p:cNvPr>
          <p:cNvCxnSpPr>
            <a:cxnSpLocks/>
            <a:stCxn id="12" idx="3"/>
            <a:endCxn id="12" idx="5"/>
          </p:cNvCxnSpPr>
          <p:nvPr/>
        </p:nvCxnSpPr>
        <p:spPr>
          <a:xfrm rot="16200000" flipH="1">
            <a:off x="4286805" y="4793893"/>
            <a:ext cx="12700" cy="377170"/>
          </a:xfrm>
          <a:prstGeom prst="curvedConnector3">
            <a:avLst>
              <a:gd name="adj1" fmla="val 4302457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14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 animBg="1"/>
      <p:bldP spid="9" grpId="0" animBg="1"/>
      <p:bldP spid="10" grpId="0" animBg="1"/>
      <p:bldP spid="12" grpId="0" animBg="1"/>
      <p:bldP spid="17" grpId="0"/>
      <p:bldP spid="19" grpId="0"/>
      <p:bldP spid="20" grpId="0"/>
      <p:bldP spid="21" grpId="0"/>
      <p:bldP spid="22" grpId="0"/>
      <p:bldP spid="4" grpId="0"/>
      <p:bldP spid="6" grpId="0"/>
      <p:bldP spid="8" grpId="0"/>
      <p:bldP spid="11" grpId="0"/>
      <p:bldP spid="23" grpId="0"/>
      <p:bldP spid="24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IN-DEGREE OF A VERTEX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a directed graph, the in-degree of a vertex is denoted by 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(v), is the number of edges with v as their terminal.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819AD-9FBD-F048-F24C-C8C45BBF4265}"/>
              </a:ext>
            </a:extLst>
          </p:cNvPr>
          <p:cNvSpPr txBox="1"/>
          <p:nvPr/>
        </p:nvSpPr>
        <p:spPr>
          <a:xfrm>
            <a:off x="457200" y="2995700"/>
            <a:ext cx="84016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graph where vertices are labeled with integers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34BD4A-773E-0E97-8C7C-7352F4430EBA}"/>
              </a:ext>
            </a:extLst>
          </p:cNvPr>
          <p:cNvSpPr txBox="1"/>
          <p:nvPr/>
        </p:nvSpPr>
        <p:spPr>
          <a:xfrm>
            <a:off x="4832329" y="3601006"/>
            <a:ext cx="13981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(1):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47C43A-D17D-E068-207B-63AFE4907D92}"/>
              </a:ext>
            </a:extLst>
          </p:cNvPr>
          <p:cNvSpPr txBox="1"/>
          <p:nvPr/>
        </p:nvSpPr>
        <p:spPr>
          <a:xfrm>
            <a:off x="6290803" y="3601006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B4886B-BCF1-F304-E2BB-191EAF4C934B}"/>
              </a:ext>
            </a:extLst>
          </p:cNvPr>
          <p:cNvSpPr txBox="1"/>
          <p:nvPr/>
        </p:nvSpPr>
        <p:spPr>
          <a:xfrm>
            <a:off x="4838248" y="3990631"/>
            <a:ext cx="14446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(2)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D77AB9-60F2-4E61-8905-6267FD5BB9C7}"/>
              </a:ext>
            </a:extLst>
          </p:cNvPr>
          <p:cNvSpPr txBox="1"/>
          <p:nvPr/>
        </p:nvSpPr>
        <p:spPr>
          <a:xfrm>
            <a:off x="6296722" y="399063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A7ABD7-8E66-7EB5-0051-B28BF3A3B73A}"/>
              </a:ext>
            </a:extLst>
          </p:cNvPr>
          <p:cNvSpPr txBox="1"/>
          <p:nvPr/>
        </p:nvSpPr>
        <p:spPr>
          <a:xfrm>
            <a:off x="4832329" y="4417198"/>
            <a:ext cx="1460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(3)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BBD782-900C-2A5A-D525-8A1AD109137C}"/>
              </a:ext>
            </a:extLst>
          </p:cNvPr>
          <p:cNvSpPr txBox="1"/>
          <p:nvPr/>
        </p:nvSpPr>
        <p:spPr>
          <a:xfrm>
            <a:off x="6290803" y="441719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627D34-5C0D-1E49-9713-C5CA5EC11FCE}"/>
              </a:ext>
            </a:extLst>
          </p:cNvPr>
          <p:cNvSpPr txBox="1"/>
          <p:nvPr/>
        </p:nvSpPr>
        <p:spPr>
          <a:xfrm>
            <a:off x="4845196" y="4811618"/>
            <a:ext cx="1460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(4)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CCD3EB-A11D-EF62-1133-1E24269A99A2}"/>
              </a:ext>
            </a:extLst>
          </p:cNvPr>
          <p:cNvSpPr txBox="1"/>
          <p:nvPr/>
        </p:nvSpPr>
        <p:spPr>
          <a:xfrm>
            <a:off x="6303670" y="481161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94D7D8-F1AF-192A-4440-C9AD6B266B59}"/>
              </a:ext>
            </a:extLst>
          </p:cNvPr>
          <p:cNvSpPr txBox="1"/>
          <p:nvPr/>
        </p:nvSpPr>
        <p:spPr>
          <a:xfrm>
            <a:off x="457200" y="2477348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loop contributes 1.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168F99E-6837-3965-9042-149DCE4896B1}"/>
              </a:ext>
            </a:extLst>
          </p:cNvPr>
          <p:cNvSpPr/>
          <p:nvPr/>
        </p:nvSpPr>
        <p:spPr>
          <a:xfrm>
            <a:off x="1283678" y="3972316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0F7E0DC-8F9F-4BFE-AFEB-D1BF7920EC13}"/>
              </a:ext>
            </a:extLst>
          </p:cNvPr>
          <p:cNvSpPr/>
          <p:nvPr/>
        </p:nvSpPr>
        <p:spPr>
          <a:xfrm>
            <a:off x="2579078" y="4486851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2B15F39-E9F3-E47F-38E1-DD9422136F53}"/>
              </a:ext>
            </a:extLst>
          </p:cNvPr>
          <p:cNvSpPr/>
          <p:nvPr/>
        </p:nvSpPr>
        <p:spPr>
          <a:xfrm>
            <a:off x="1893278" y="5496316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84297AB-11F3-2C0F-F895-9073EEB77B5D}"/>
              </a:ext>
            </a:extLst>
          </p:cNvPr>
          <p:cNvSpPr/>
          <p:nvPr/>
        </p:nvSpPr>
        <p:spPr>
          <a:xfrm>
            <a:off x="4103078" y="4734316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E0E156-04BF-725F-3C75-B631343F236B}"/>
              </a:ext>
            </a:extLst>
          </p:cNvPr>
          <p:cNvSpPr txBox="1"/>
          <p:nvPr/>
        </p:nvSpPr>
        <p:spPr>
          <a:xfrm>
            <a:off x="927362" y="377992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821493-8E2B-0E20-F976-CA14B3F59FCC}"/>
              </a:ext>
            </a:extLst>
          </p:cNvPr>
          <p:cNvSpPr txBox="1"/>
          <p:nvPr/>
        </p:nvSpPr>
        <p:spPr>
          <a:xfrm>
            <a:off x="2006969" y="55945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202F9C-5BCF-4D48-D00C-6108A49BD8EE}"/>
              </a:ext>
            </a:extLst>
          </p:cNvPr>
          <p:cNvSpPr txBox="1"/>
          <p:nvPr/>
        </p:nvSpPr>
        <p:spPr>
          <a:xfrm>
            <a:off x="4219737" y="483558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32D297-D202-CF53-D2D2-DD33A3509D36}"/>
              </a:ext>
            </a:extLst>
          </p:cNvPr>
          <p:cNvSpPr txBox="1"/>
          <p:nvPr/>
        </p:nvSpPr>
        <p:spPr>
          <a:xfrm>
            <a:off x="1369250" y="40357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DF5518-2FE8-B36F-87FC-B70A21A8087B}"/>
              </a:ext>
            </a:extLst>
          </p:cNvPr>
          <p:cNvSpPr txBox="1"/>
          <p:nvPr/>
        </p:nvSpPr>
        <p:spPr>
          <a:xfrm>
            <a:off x="2681516" y="453739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0C4E5A-EC47-F140-31F1-CF1438CDA38E}"/>
              </a:ext>
            </a:extLst>
          </p:cNvPr>
          <p:cNvSpPr txBox="1"/>
          <p:nvPr/>
        </p:nvSpPr>
        <p:spPr>
          <a:xfrm>
            <a:off x="2910339" y="3632818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DB45F4-1EF4-BE37-6378-6CD6A4A081E7}"/>
              </a:ext>
            </a:extLst>
          </p:cNvPr>
          <p:cNvSpPr txBox="1"/>
          <p:nvPr/>
        </p:nvSpPr>
        <p:spPr>
          <a:xfrm>
            <a:off x="3334024" y="4774030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4A1E92-C7E8-C155-EC10-A8DAC3B71E56}"/>
              </a:ext>
            </a:extLst>
          </p:cNvPr>
          <p:cNvSpPr txBox="1"/>
          <p:nvPr/>
        </p:nvSpPr>
        <p:spPr>
          <a:xfrm>
            <a:off x="1419498" y="4858369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0E2066-5095-8999-E29A-F0CF8323A4DE}"/>
              </a:ext>
            </a:extLst>
          </p:cNvPr>
          <p:cNvSpPr txBox="1"/>
          <p:nvPr/>
        </p:nvSpPr>
        <p:spPr>
          <a:xfrm>
            <a:off x="2493579" y="5110236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859021-1F57-5E8D-5270-E90FA1B21FA8}"/>
              </a:ext>
            </a:extLst>
          </p:cNvPr>
          <p:cNvSpPr txBox="1"/>
          <p:nvPr/>
        </p:nvSpPr>
        <p:spPr>
          <a:xfrm>
            <a:off x="1979359" y="4266773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6FAFF001-B8EE-69B7-3AAF-F94DE5C03D17}"/>
              </a:ext>
            </a:extLst>
          </p:cNvPr>
          <p:cNvCxnSpPr>
            <a:stCxn id="35" idx="0"/>
            <a:endCxn id="25" idx="0"/>
          </p:cNvCxnSpPr>
          <p:nvPr/>
        </p:nvCxnSpPr>
        <p:spPr>
          <a:xfrm rot="16200000" flipV="1">
            <a:off x="2579078" y="2943616"/>
            <a:ext cx="762000" cy="2819400"/>
          </a:xfrm>
          <a:prstGeom prst="curvedConnector3">
            <a:avLst>
              <a:gd name="adj1" fmla="val 13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3202B48-19D8-386F-EA48-9F778FF6F79B}"/>
              </a:ext>
            </a:extLst>
          </p:cNvPr>
          <p:cNvCxnSpPr>
            <a:stCxn id="35" idx="2"/>
            <a:endCxn id="26" idx="6"/>
          </p:cNvCxnSpPr>
          <p:nvPr/>
        </p:nvCxnSpPr>
        <p:spPr>
          <a:xfrm flipH="1" flipV="1">
            <a:off x="3112478" y="4753551"/>
            <a:ext cx="990600" cy="2474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AC7E465-3245-BFB2-3EF5-266237012972}"/>
              </a:ext>
            </a:extLst>
          </p:cNvPr>
          <p:cNvCxnSpPr>
            <a:cxnSpLocks/>
            <a:stCxn id="26" idx="1"/>
            <a:endCxn id="25" idx="6"/>
          </p:cNvCxnSpPr>
          <p:nvPr/>
        </p:nvCxnSpPr>
        <p:spPr>
          <a:xfrm flipH="1" flipV="1">
            <a:off x="1817078" y="4239016"/>
            <a:ext cx="840115" cy="3259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438D158-F089-2564-3CC0-A1D3D88D2C4D}"/>
              </a:ext>
            </a:extLst>
          </p:cNvPr>
          <p:cNvCxnSpPr>
            <a:stCxn id="25" idx="4"/>
            <a:endCxn id="34" idx="1"/>
          </p:cNvCxnSpPr>
          <p:nvPr/>
        </p:nvCxnSpPr>
        <p:spPr>
          <a:xfrm>
            <a:off x="1550378" y="4505716"/>
            <a:ext cx="421015" cy="10687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52BDEAA-FE39-1779-4A41-62EFDB2BD02D}"/>
              </a:ext>
            </a:extLst>
          </p:cNvPr>
          <p:cNvCxnSpPr>
            <a:stCxn id="34" idx="0"/>
            <a:endCxn id="26" idx="3"/>
          </p:cNvCxnSpPr>
          <p:nvPr/>
        </p:nvCxnSpPr>
        <p:spPr>
          <a:xfrm flipV="1">
            <a:off x="2159978" y="4942136"/>
            <a:ext cx="497215" cy="5541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054639AD-745D-292C-6C22-971322D5BF96}"/>
              </a:ext>
            </a:extLst>
          </p:cNvPr>
          <p:cNvCxnSpPr>
            <a:stCxn id="35" idx="2"/>
            <a:endCxn id="35" idx="5"/>
          </p:cNvCxnSpPr>
          <p:nvPr/>
        </p:nvCxnSpPr>
        <p:spPr>
          <a:xfrm rot="10800000" flipH="1" flipV="1">
            <a:off x="4103077" y="5001015"/>
            <a:ext cx="455285" cy="188585"/>
          </a:xfrm>
          <a:prstGeom prst="curvedConnector4">
            <a:avLst>
              <a:gd name="adj1" fmla="val -50210"/>
              <a:gd name="adj2" fmla="val 26264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62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4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42" grpId="0"/>
      <p:bldP spid="25" grpId="0" animBg="1"/>
      <p:bldP spid="26" grpId="0" animBg="1"/>
      <p:bldP spid="34" grpId="0" animBg="1"/>
      <p:bldP spid="35" grpId="0" animBg="1"/>
      <p:bldP spid="36" grpId="0"/>
      <p:bldP spid="37" grpId="0"/>
      <p:bldP spid="38" grpId="0"/>
      <p:bldP spid="39" grpId="0"/>
      <p:bldP spid="40" grpId="0"/>
      <p:bldP spid="41" grpId="0"/>
      <p:bldP spid="43" grpId="0"/>
      <p:bldP spid="44" grpId="0"/>
      <p:bldP spid="45" grpId="0"/>
      <p:bldP spid="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OUT-DEGREE OF A VERTEX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a directed graph, the out-degree of a vertex is denoted by 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(v), is the number of edges with v as their initial vertex.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819AD-9FBD-F048-F24C-C8C45BBF4265}"/>
              </a:ext>
            </a:extLst>
          </p:cNvPr>
          <p:cNvSpPr txBox="1"/>
          <p:nvPr/>
        </p:nvSpPr>
        <p:spPr>
          <a:xfrm>
            <a:off x="457200" y="2995700"/>
            <a:ext cx="84016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graph where vertices are labeled with integers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34BD4A-773E-0E97-8C7C-7352F4430EBA}"/>
              </a:ext>
            </a:extLst>
          </p:cNvPr>
          <p:cNvSpPr txBox="1"/>
          <p:nvPr/>
        </p:nvSpPr>
        <p:spPr>
          <a:xfrm>
            <a:off x="4832329" y="3601006"/>
            <a:ext cx="14414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(1):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47C43A-D17D-E068-207B-63AFE4907D92}"/>
              </a:ext>
            </a:extLst>
          </p:cNvPr>
          <p:cNvSpPr txBox="1"/>
          <p:nvPr/>
        </p:nvSpPr>
        <p:spPr>
          <a:xfrm>
            <a:off x="6290803" y="3601006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B4886B-BCF1-F304-E2BB-191EAF4C934B}"/>
              </a:ext>
            </a:extLst>
          </p:cNvPr>
          <p:cNvSpPr txBox="1"/>
          <p:nvPr/>
        </p:nvSpPr>
        <p:spPr>
          <a:xfrm>
            <a:off x="4838248" y="3990631"/>
            <a:ext cx="14414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(2)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D77AB9-60F2-4E61-8905-6267FD5BB9C7}"/>
              </a:ext>
            </a:extLst>
          </p:cNvPr>
          <p:cNvSpPr txBox="1"/>
          <p:nvPr/>
        </p:nvSpPr>
        <p:spPr>
          <a:xfrm>
            <a:off x="6296722" y="399063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A7ABD7-8E66-7EB5-0051-B28BF3A3B73A}"/>
              </a:ext>
            </a:extLst>
          </p:cNvPr>
          <p:cNvSpPr txBox="1"/>
          <p:nvPr/>
        </p:nvSpPr>
        <p:spPr>
          <a:xfrm>
            <a:off x="4832329" y="4417198"/>
            <a:ext cx="14414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(3)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BBD782-900C-2A5A-D525-8A1AD109137C}"/>
              </a:ext>
            </a:extLst>
          </p:cNvPr>
          <p:cNvSpPr txBox="1"/>
          <p:nvPr/>
        </p:nvSpPr>
        <p:spPr>
          <a:xfrm>
            <a:off x="6290803" y="441719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627D34-5C0D-1E49-9713-C5CA5EC11FCE}"/>
              </a:ext>
            </a:extLst>
          </p:cNvPr>
          <p:cNvSpPr txBox="1"/>
          <p:nvPr/>
        </p:nvSpPr>
        <p:spPr>
          <a:xfrm>
            <a:off x="4845196" y="4811618"/>
            <a:ext cx="1487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(4)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CCD3EB-A11D-EF62-1133-1E24269A99A2}"/>
              </a:ext>
            </a:extLst>
          </p:cNvPr>
          <p:cNvSpPr txBox="1"/>
          <p:nvPr/>
        </p:nvSpPr>
        <p:spPr>
          <a:xfrm>
            <a:off x="6303670" y="481161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94D7D8-F1AF-192A-4440-C9AD6B266B59}"/>
              </a:ext>
            </a:extLst>
          </p:cNvPr>
          <p:cNvSpPr txBox="1"/>
          <p:nvPr/>
        </p:nvSpPr>
        <p:spPr>
          <a:xfrm>
            <a:off x="457200" y="2477348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loop contributes 1.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168F99E-6837-3965-9042-149DCE4896B1}"/>
              </a:ext>
            </a:extLst>
          </p:cNvPr>
          <p:cNvSpPr/>
          <p:nvPr/>
        </p:nvSpPr>
        <p:spPr>
          <a:xfrm>
            <a:off x="1283678" y="3972316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0F7E0DC-8F9F-4BFE-AFEB-D1BF7920EC13}"/>
              </a:ext>
            </a:extLst>
          </p:cNvPr>
          <p:cNvSpPr/>
          <p:nvPr/>
        </p:nvSpPr>
        <p:spPr>
          <a:xfrm>
            <a:off x="2579078" y="4486851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2B15F39-E9F3-E47F-38E1-DD9422136F53}"/>
              </a:ext>
            </a:extLst>
          </p:cNvPr>
          <p:cNvSpPr/>
          <p:nvPr/>
        </p:nvSpPr>
        <p:spPr>
          <a:xfrm>
            <a:off x="1893278" y="5496316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84297AB-11F3-2C0F-F895-9073EEB77B5D}"/>
              </a:ext>
            </a:extLst>
          </p:cNvPr>
          <p:cNvSpPr/>
          <p:nvPr/>
        </p:nvSpPr>
        <p:spPr>
          <a:xfrm>
            <a:off x="4103078" y="4734316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E0E156-04BF-725F-3C75-B631343F236B}"/>
              </a:ext>
            </a:extLst>
          </p:cNvPr>
          <p:cNvSpPr txBox="1"/>
          <p:nvPr/>
        </p:nvSpPr>
        <p:spPr>
          <a:xfrm>
            <a:off x="927362" y="377992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821493-8E2B-0E20-F976-CA14B3F59FCC}"/>
              </a:ext>
            </a:extLst>
          </p:cNvPr>
          <p:cNvSpPr txBox="1"/>
          <p:nvPr/>
        </p:nvSpPr>
        <p:spPr>
          <a:xfrm>
            <a:off x="2006969" y="55945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202F9C-5BCF-4D48-D00C-6108A49BD8EE}"/>
              </a:ext>
            </a:extLst>
          </p:cNvPr>
          <p:cNvSpPr txBox="1"/>
          <p:nvPr/>
        </p:nvSpPr>
        <p:spPr>
          <a:xfrm>
            <a:off x="4219737" y="483558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32D297-D202-CF53-D2D2-DD33A3509D36}"/>
              </a:ext>
            </a:extLst>
          </p:cNvPr>
          <p:cNvSpPr txBox="1"/>
          <p:nvPr/>
        </p:nvSpPr>
        <p:spPr>
          <a:xfrm>
            <a:off x="1369250" y="40357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DF5518-2FE8-B36F-87FC-B70A21A8087B}"/>
              </a:ext>
            </a:extLst>
          </p:cNvPr>
          <p:cNvSpPr txBox="1"/>
          <p:nvPr/>
        </p:nvSpPr>
        <p:spPr>
          <a:xfrm>
            <a:off x="2681516" y="453739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0C4E5A-EC47-F140-31F1-CF1438CDA38E}"/>
              </a:ext>
            </a:extLst>
          </p:cNvPr>
          <p:cNvSpPr txBox="1"/>
          <p:nvPr/>
        </p:nvSpPr>
        <p:spPr>
          <a:xfrm>
            <a:off x="2910339" y="3632818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DB45F4-1EF4-BE37-6378-6CD6A4A081E7}"/>
              </a:ext>
            </a:extLst>
          </p:cNvPr>
          <p:cNvSpPr txBox="1"/>
          <p:nvPr/>
        </p:nvSpPr>
        <p:spPr>
          <a:xfrm>
            <a:off x="3334024" y="4774030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4A1E92-C7E8-C155-EC10-A8DAC3B71E56}"/>
              </a:ext>
            </a:extLst>
          </p:cNvPr>
          <p:cNvSpPr txBox="1"/>
          <p:nvPr/>
        </p:nvSpPr>
        <p:spPr>
          <a:xfrm>
            <a:off x="1419498" y="4858369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0E2066-5095-8999-E29A-F0CF8323A4DE}"/>
              </a:ext>
            </a:extLst>
          </p:cNvPr>
          <p:cNvSpPr txBox="1"/>
          <p:nvPr/>
        </p:nvSpPr>
        <p:spPr>
          <a:xfrm>
            <a:off x="2493579" y="5110236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859021-1F57-5E8D-5270-E90FA1B21FA8}"/>
              </a:ext>
            </a:extLst>
          </p:cNvPr>
          <p:cNvSpPr txBox="1"/>
          <p:nvPr/>
        </p:nvSpPr>
        <p:spPr>
          <a:xfrm>
            <a:off x="1979359" y="4266773"/>
            <a:ext cx="4042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6FAFF001-B8EE-69B7-3AAF-F94DE5C03D17}"/>
              </a:ext>
            </a:extLst>
          </p:cNvPr>
          <p:cNvCxnSpPr>
            <a:stCxn id="35" idx="0"/>
            <a:endCxn id="25" idx="0"/>
          </p:cNvCxnSpPr>
          <p:nvPr/>
        </p:nvCxnSpPr>
        <p:spPr>
          <a:xfrm rot="16200000" flipV="1">
            <a:off x="2579078" y="2943616"/>
            <a:ext cx="762000" cy="2819400"/>
          </a:xfrm>
          <a:prstGeom prst="curvedConnector3">
            <a:avLst>
              <a:gd name="adj1" fmla="val 13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3202B48-19D8-386F-EA48-9F778FF6F79B}"/>
              </a:ext>
            </a:extLst>
          </p:cNvPr>
          <p:cNvCxnSpPr>
            <a:stCxn id="35" idx="2"/>
            <a:endCxn id="26" idx="6"/>
          </p:cNvCxnSpPr>
          <p:nvPr/>
        </p:nvCxnSpPr>
        <p:spPr>
          <a:xfrm flipH="1" flipV="1">
            <a:off x="3112478" y="4753551"/>
            <a:ext cx="990600" cy="2474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AC7E465-3245-BFB2-3EF5-266237012972}"/>
              </a:ext>
            </a:extLst>
          </p:cNvPr>
          <p:cNvCxnSpPr>
            <a:cxnSpLocks/>
            <a:stCxn id="26" idx="1"/>
            <a:endCxn id="25" idx="6"/>
          </p:cNvCxnSpPr>
          <p:nvPr/>
        </p:nvCxnSpPr>
        <p:spPr>
          <a:xfrm flipH="1" flipV="1">
            <a:off x="1817078" y="4239016"/>
            <a:ext cx="840115" cy="3259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438D158-F089-2564-3CC0-A1D3D88D2C4D}"/>
              </a:ext>
            </a:extLst>
          </p:cNvPr>
          <p:cNvCxnSpPr>
            <a:stCxn id="25" idx="4"/>
            <a:endCxn id="34" idx="1"/>
          </p:cNvCxnSpPr>
          <p:nvPr/>
        </p:nvCxnSpPr>
        <p:spPr>
          <a:xfrm>
            <a:off x="1550378" y="4505716"/>
            <a:ext cx="421015" cy="10687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52BDEAA-FE39-1779-4A41-62EFDB2BD02D}"/>
              </a:ext>
            </a:extLst>
          </p:cNvPr>
          <p:cNvCxnSpPr>
            <a:stCxn id="34" idx="0"/>
            <a:endCxn id="26" idx="3"/>
          </p:cNvCxnSpPr>
          <p:nvPr/>
        </p:nvCxnSpPr>
        <p:spPr>
          <a:xfrm flipV="1">
            <a:off x="2159978" y="4942136"/>
            <a:ext cx="497215" cy="5541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054639AD-745D-292C-6C22-971322D5BF96}"/>
              </a:ext>
            </a:extLst>
          </p:cNvPr>
          <p:cNvCxnSpPr>
            <a:stCxn id="35" idx="2"/>
            <a:endCxn id="35" idx="5"/>
          </p:cNvCxnSpPr>
          <p:nvPr/>
        </p:nvCxnSpPr>
        <p:spPr>
          <a:xfrm rot="10800000" flipH="1" flipV="1">
            <a:off x="4103077" y="5001015"/>
            <a:ext cx="455285" cy="188585"/>
          </a:xfrm>
          <a:prstGeom prst="curvedConnector4">
            <a:avLst>
              <a:gd name="adj1" fmla="val -50210"/>
              <a:gd name="adj2" fmla="val 26264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439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4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42" grpId="0"/>
      <p:bldP spid="25" grpId="0" animBg="1"/>
      <p:bldP spid="26" grpId="0" animBg="1"/>
      <p:bldP spid="34" grpId="0" animBg="1"/>
      <p:bldP spid="35" grpId="0" animBg="1"/>
      <p:bldP spid="36" grpId="0"/>
      <p:bldP spid="37" grpId="0"/>
      <p:bldP spid="38" grpId="0"/>
      <p:bldP spid="39" grpId="0"/>
      <p:bldP spid="40" grpId="0"/>
      <p:bldP spid="41" grpId="0"/>
      <p:bldP spid="43" grpId="0"/>
      <p:bldP spid="44" grpId="0"/>
      <p:bldP spid="45" grpId="0"/>
      <p:bldP spid="4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200" dirty="0"/>
              <a:t>STRUCTURE AND NO OF VERTICES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Graphs can be classified in different types based on structure and number of edges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DC324-D71A-559D-A268-434B4783E887}"/>
              </a:ext>
            </a:extLst>
          </p:cNvPr>
          <p:cNvSpPr txBox="1"/>
          <p:nvPr/>
        </p:nvSpPr>
        <p:spPr>
          <a:xfrm>
            <a:off x="901823" y="2514600"/>
            <a:ext cx="77849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Complete Graph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2F4A2-5B44-F957-94A2-6F1838FE2784}"/>
              </a:ext>
            </a:extLst>
          </p:cNvPr>
          <p:cNvSpPr txBox="1"/>
          <p:nvPr/>
        </p:nvSpPr>
        <p:spPr>
          <a:xfrm>
            <a:off x="901822" y="2984957"/>
            <a:ext cx="77849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Cycle Graph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F15D14-FC37-2EB9-EEC4-86072DAEE157}"/>
              </a:ext>
            </a:extLst>
          </p:cNvPr>
          <p:cNvSpPr txBox="1"/>
          <p:nvPr/>
        </p:nvSpPr>
        <p:spPr>
          <a:xfrm>
            <a:off x="901822" y="3484603"/>
            <a:ext cx="77849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Wheel Graph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B6AE1D-A41D-46E2-8215-67E5599A72FF}"/>
              </a:ext>
            </a:extLst>
          </p:cNvPr>
          <p:cNvSpPr txBox="1"/>
          <p:nvPr/>
        </p:nvSpPr>
        <p:spPr>
          <a:xfrm>
            <a:off x="901821" y="3984249"/>
            <a:ext cx="77849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Bipartite Graph</a:t>
            </a:r>
          </a:p>
        </p:txBody>
      </p:sp>
    </p:spTree>
    <p:extLst>
      <p:ext uri="{BB962C8B-B14F-4D97-AF65-F5344CB8AC3E}">
        <p14:creationId xmlns:p14="http://schemas.microsoft.com/office/powerpoint/2010/main" val="394383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5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COMPLETE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graph on n number of vertices, denoted by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a graph that contains exactly one edge between each pair of distinct vertices. The graphs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n = 1, 2, 3, 4, 5 is displayed below: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9C475-2BDF-FA46-78C9-6C9EBA102A7A}"/>
              </a:ext>
            </a:extLst>
          </p:cNvPr>
          <p:cNvSpPr txBox="1"/>
          <p:nvPr/>
        </p:nvSpPr>
        <p:spPr>
          <a:xfrm>
            <a:off x="457200" y="3016392"/>
            <a:ext cx="83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1A0951-3127-FB32-4211-DB1F58A27EFC}"/>
              </a:ext>
            </a:extLst>
          </p:cNvPr>
          <p:cNvSpPr/>
          <p:nvPr/>
        </p:nvSpPr>
        <p:spPr>
          <a:xfrm>
            <a:off x="876300" y="3564975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1A2B17-BEC4-00E4-C6D0-6C6452DFF84B}"/>
              </a:ext>
            </a:extLst>
          </p:cNvPr>
          <p:cNvSpPr txBox="1"/>
          <p:nvPr/>
        </p:nvSpPr>
        <p:spPr>
          <a:xfrm>
            <a:off x="1828800" y="3016392"/>
            <a:ext cx="83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399AF8D-7553-5DDE-9B45-5E8D83448C57}"/>
              </a:ext>
            </a:extLst>
          </p:cNvPr>
          <p:cNvSpPr/>
          <p:nvPr/>
        </p:nvSpPr>
        <p:spPr>
          <a:xfrm>
            <a:off x="2247900" y="3564975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648B97-30D4-FAB5-CA3E-D97A7DA46FFA}"/>
              </a:ext>
            </a:extLst>
          </p:cNvPr>
          <p:cNvSpPr/>
          <p:nvPr/>
        </p:nvSpPr>
        <p:spPr>
          <a:xfrm>
            <a:off x="3200400" y="3564975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88AC91-562F-7DA6-B75D-C4E0252DE22F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2476500" y="3679275"/>
            <a:ext cx="723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315A292-B598-D7FF-2F41-09D7DBEEC897}"/>
              </a:ext>
            </a:extLst>
          </p:cNvPr>
          <p:cNvSpPr txBox="1"/>
          <p:nvPr/>
        </p:nvSpPr>
        <p:spPr>
          <a:xfrm>
            <a:off x="4097047" y="3016392"/>
            <a:ext cx="83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604164-8E0B-3CC4-5DEE-F32AF9BF8604}"/>
              </a:ext>
            </a:extLst>
          </p:cNvPr>
          <p:cNvSpPr/>
          <p:nvPr/>
        </p:nvSpPr>
        <p:spPr>
          <a:xfrm>
            <a:off x="4516147" y="3564975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81F9E0C-AD6F-DB78-D14D-4702FD00774B}"/>
              </a:ext>
            </a:extLst>
          </p:cNvPr>
          <p:cNvSpPr/>
          <p:nvPr/>
        </p:nvSpPr>
        <p:spPr>
          <a:xfrm>
            <a:off x="5468647" y="3564975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CD4044-E8A4-3332-C365-3BAE35D275FE}"/>
              </a:ext>
            </a:extLst>
          </p:cNvPr>
          <p:cNvCxnSpPr>
            <a:stCxn id="16" idx="6"/>
            <a:endCxn id="17" idx="2"/>
          </p:cNvCxnSpPr>
          <p:nvPr/>
        </p:nvCxnSpPr>
        <p:spPr>
          <a:xfrm>
            <a:off x="4744747" y="3679275"/>
            <a:ext cx="723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452A720-BE59-8A70-57CD-F47A175FE1DF}"/>
              </a:ext>
            </a:extLst>
          </p:cNvPr>
          <p:cNvSpPr/>
          <p:nvPr/>
        </p:nvSpPr>
        <p:spPr>
          <a:xfrm>
            <a:off x="6421147" y="3564975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8DBBE54-DC72-716C-AB31-3DC2A6796B4E}"/>
              </a:ext>
            </a:extLst>
          </p:cNvPr>
          <p:cNvCxnSpPr>
            <a:stCxn id="17" idx="6"/>
            <a:endCxn id="19" idx="2"/>
          </p:cNvCxnSpPr>
          <p:nvPr/>
        </p:nvCxnSpPr>
        <p:spPr>
          <a:xfrm>
            <a:off x="5697247" y="3679275"/>
            <a:ext cx="723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21D80A9B-C18E-B24C-3C90-AFFBC9F99E1E}"/>
              </a:ext>
            </a:extLst>
          </p:cNvPr>
          <p:cNvCxnSpPr>
            <a:stCxn id="19" idx="4"/>
            <a:endCxn id="16" idx="4"/>
          </p:cNvCxnSpPr>
          <p:nvPr/>
        </p:nvCxnSpPr>
        <p:spPr>
          <a:xfrm rot="5400000">
            <a:off x="5582947" y="2841075"/>
            <a:ext cx="12700" cy="1905000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4D398FD-E047-ED1D-EE56-30B77E73F230}"/>
              </a:ext>
            </a:extLst>
          </p:cNvPr>
          <p:cNvSpPr txBox="1"/>
          <p:nvPr/>
        </p:nvSpPr>
        <p:spPr>
          <a:xfrm>
            <a:off x="450850" y="4182167"/>
            <a:ext cx="83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298AE89-19F8-B6E8-A497-6AD6E1D97B30}"/>
              </a:ext>
            </a:extLst>
          </p:cNvPr>
          <p:cNvSpPr/>
          <p:nvPr/>
        </p:nvSpPr>
        <p:spPr>
          <a:xfrm>
            <a:off x="869950" y="4730750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A715A9-2D03-BC0C-F4FB-A161EAEE2E7A}"/>
              </a:ext>
            </a:extLst>
          </p:cNvPr>
          <p:cNvSpPr/>
          <p:nvPr/>
        </p:nvSpPr>
        <p:spPr>
          <a:xfrm>
            <a:off x="1822450" y="4730750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59899A9-210C-93AF-62D1-EE3656A79765}"/>
              </a:ext>
            </a:extLst>
          </p:cNvPr>
          <p:cNvCxnSpPr>
            <a:stCxn id="25" idx="6"/>
            <a:endCxn id="26" idx="2"/>
          </p:cNvCxnSpPr>
          <p:nvPr/>
        </p:nvCxnSpPr>
        <p:spPr>
          <a:xfrm>
            <a:off x="1098550" y="4845050"/>
            <a:ext cx="723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B9DA6E-EC01-D477-7851-CAAED143650D}"/>
              </a:ext>
            </a:extLst>
          </p:cNvPr>
          <p:cNvSpPr/>
          <p:nvPr/>
        </p:nvSpPr>
        <p:spPr>
          <a:xfrm>
            <a:off x="869950" y="5462230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1935A1-E4E5-90B6-A41E-E1A4F76727E2}"/>
              </a:ext>
            </a:extLst>
          </p:cNvPr>
          <p:cNvSpPr/>
          <p:nvPr/>
        </p:nvSpPr>
        <p:spPr>
          <a:xfrm>
            <a:off x="1822450" y="5462230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7365793-79A1-0532-6189-37FDEB05892C}"/>
              </a:ext>
            </a:extLst>
          </p:cNvPr>
          <p:cNvCxnSpPr>
            <a:stCxn id="25" idx="4"/>
            <a:endCxn id="28" idx="0"/>
          </p:cNvCxnSpPr>
          <p:nvPr/>
        </p:nvCxnSpPr>
        <p:spPr>
          <a:xfrm>
            <a:off x="984250" y="4959350"/>
            <a:ext cx="0" cy="50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42829D7-BFA4-C08A-9583-18D6871F9F4C}"/>
              </a:ext>
            </a:extLst>
          </p:cNvPr>
          <p:cNvCxnSpPr>
            <a:stCxn id="28" idx="6"/>
            <a:endCxn id="31" idx="2"/>
          </p:cNvCxnSpPr>
          <p:nvPr/>
        </p:nvCxnSpPr>
        <p:spPr>
          <a:xfrm>
            <a:off x="1098550" y="5576530"/>
            <a:ext cx="723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5963903-6B17-E676-0324-4047117CDA45}"/>
              </a:ext>
            </a:extLst>
          </p:cNvPr>
          <p:cNvCxnSpPr>
            <a:stCxn id="26" idx="4"/>
            <a:endCxn id="31" idx="0"/>
          </p:cNvCxnSpPr>
          <p:nvPr/>
        </p:nvCxnSpPr>
        <p:spPr>
          <a:xfrm>
            <a:off x="1936750" y="4959350"/>
            <a:ext cx="0" cy="50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F7CFAA0-C79F-D748-843D-9E3E13D94DAF}"/>
              </a:ext>
            </a:extLst>
          </p:cNvPr>
          <p:cNvCxnSpPr>
            <a:stCxn id="25" idx="5"/>
            <a:endCxn id="31" idx="1"/>
          </p:cNvCxnSpPr>
          <p:nvPr/>
        </p:nvCxnSpPr>
        <p:spPr>
          <a:xfrm>
            <a:off x="1065072" y="4925872"/>
            <a:ext cx="790856" cy="569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B02117-4F02-2B9B-1A29-62611C09EE0E}"/>
              </a:ext>
            </a:extLst>
          </p:cNvPr>
          <p:cNvCxnSpPr>
            <a:stCxn id="28" idx="7"/>
            <a:endCxn id="26" idx="3"/>
          </p:cNvCxnSpPr>
          <p:nvPr/>
        </p:nvCxnSpPr>
        <p:spPr>
          <a:xfrm flipV="1">
            <a:off x="1065072" y="4925872"/>
            <a:ext cx="790856" cy="569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19F9BD5-4B08-E7CB-E5F6-EFDC81B2FE84}"/>
              </a:ext>
            </a:extLst>
          </p:cNvPr>
          <p:cNvSpPr txBox="1"/>
          <p:nvPr/>
        </p:nvSpPr>
        <p:spPr>
          <a:xfrm>
            <a:off x="4211347" y="4182167"/>
            <a:ext cx="83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E86C184-D477-52FA-5676-EBD07F7E44ED}"/>
              </a:ext>
            </a:extLst>
          </p:cNvPr>
          <p:cNvSpPr/>
          <p:nvPr/>
        </p:nvSpPr>
        <p:spPr>
          <a:xfrm>
            <a:off x="4630447" y="4730750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C257D1-CFA5-81D5-AE85-DBC021079B5D}"/>
              </a:ext>
            </a:extLst>
          </p:cNvPr>
          <p:cNvSpPr/>
          <p:nvPr/>
        </p:nvSpPr>
        <p:spPr>
          <a:xfrm>
            <a:off x="5582947" y="4730750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7549EB9-F0B2-7808-43FD-F6BFC43FBE88}"/>
              </a:ext>
            </a:extLst>
          </p:cNvPr>
          <p:cNvCxnSpPr>
            <a:stCxn id="43" idx="6"/>
            <a:endCxn id="44" idx="2"/>
          </p:cNvCxnSpPr>
          <p:nvPr/>
        </p:nvCxnSpPr>
        <p:spPr>
          <a:xfrm>
            <a:off x="4859047" y="4845050"/>
            <a:ext cx="723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43C3A9BD-1647-1278-5859-87A76C99AF1C}"/>
              </a:ext>
            </a:extLst>
          </p:cNvPr>
          <p:cNvSpPr/>
          <p:nvPr/>
        </p:nvSpPr>
        <p:spPr>
          <a:xfrm>
            <a:off x="4630447" y="5462230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BF3EF2D-3D5C-B903-2022-DC0F6F31FAC7}"/>
              </a:ext>
            </a:extLst>
          </p:cNvPr>
          <p:cNvSpPr/>
          <p:nvPr/>
        </p:nvSpPr>
        <p:spPr>
          <a:xfrm>
            <a:off x="5582947" y="5462230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8A8B708-4A10-39B2-791B-B9F7E96854E7}"/>
              </a:ext>
            </a:extLst>
          </p:cNvPr>
          <p:cNvCxnSpPr>
            <a:stCxn id="43" idx="4"/>
            <a:endCxn id="46" idx="0"/>
          </p:cNvCxnSpPr>
          <p:nvPr/>
        </p:nvCxnSpPr>
        <p:spPr>
          <a:xfrm>
            <a:off x="4744747" y="4959350"/>
            <a:ext cx="0" cy="50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2DB375A-DCEC-0F19-9185-8AAEBBA4E07E}"/>
              </a:ext>
            </a:extLst>
          </p:cNvPr>
          <p:cNvCxnSpPr>
            <a:stCxn id="46" idx="6"/>
            <a:endCxn id="47" idx="2"/>
          </p:cNvCxnSpPr>
          <p:nvPr/>
        </p:nvCxnSpPr>
        <p:spPr>
          <a:xfrm>
            <a:off x="4859047" y="5576530"/>
            <a:ext cx="723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75528A8-702F-629B-857B-A2A209467A2E}"/>
              </a:ext>
            </a:extLst>
          </p:cNvPr>
          <p:cNvCxnSpPr>
            <a:stCxn id="44" idx="4"/>
            <a:endCxn id="47" idx="0"/>
          </p:cNvCxnSpPr>
          <p:nvPr/>
        </p:nvCxnSpPr>
        <p:spPr>
          <a:xfrm>
            <a:off x="5697247" y="4959350"/>
            <a:ext cx="0" cy="50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B1ABA33-79E0-12EC-59EB-AD715FF5562B}"/>
              </a:ext>
            </a:extLst>
          </p:cNvPr>
          <p:cNvCxnSpPr>
            <a:stCxn id="43" idx="5"/>
            <a:endCxn id="47" idx="1"/>
          </p:cNvCxnSpPr>
          <p:nvPr/>
        </p:nvCxnSpPr>
        <p:spPr>
          <a:xfrm>
            <a:off x="4825569" y="4925872"/>
            <a:ext cx="790856" cy="569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250BAE4-F224-FBB2-A583-D0050DCC79DE}"/>
              </a:ext>
            </a:extLst>
          </p:cNvPr>
          <p:cNvCxnSpPr>
            <a:stCxn id="46" idx="7"/>
            <a:endCxn id="44" idx="3"/>
          </p:cNvCxnSpPr>
          <p:nvPr/>
        </p:nvCxnSpPr>
        <p:spPr>
          <a:xfrm flipV="1">
            <a:off x="4825569" y="4925872"/>
            <a:ext cx="790856" cy="569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E8B03047-5F9B-199D-541E-B7802AD444C5}"/>
              </a:ext>
            </a:extLst>
          </p:cNvPr>
          <p:cNvSpPr/>
          <p:nvPr/>
        </p:nvSpPr>
        <p:spPr>
          <a:xfrm>
            <a:off x="6192547" y="5096490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1FFDCC0-30E5-8C70-E06A-1918CD20ABB9}"/>
              </a:ext>
            </a:extLst>
          </p:cNvPr>
          <p:cNvCxnSpPr>
            <a:cxnSpLocks/>
            <a:stCxn id="44" idx="6"/>
            <a:endCxn id="53" idx="0"/>
          </p:cNvCxnSpPr>
          <p:nvPr/>
        </p:nvCxnSpPr>
        <p:spPr>
          <a:xfrm>
            <a:off x="5811547" y="4845050"/>
            <a:ext cx="495300" cy="2514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E36A9AF-0E73-9D5A-0465-DB69B3F16286}"/>
              </a:ext>
            </a:extLst>
          </p:cNvPr>
          <p:cNvCxnSpPr>
            <a:stCxn id="47" idx="5"/>
            <a:endCxn id="53" idx="4"/>
          </p:cNvCxnSpPr>
          <p:nvPr/>
        </p:nvCxnSpPr>
        <p:spPr>
          <a:xfrm flipV="1">
            <a:off x="5778069" y="5325090"/>
            <a:ext cx="528778" cy="332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AF26D3A-6D6E-1C56-1955-9CC23C06DAF3}"/>
              </a:ext>
            </a:extLst>
          </p:cNvPr>
          <p:cNvCxnSpPr>
            <a:stCxn id="43" idx="6"/>
            <a:endCxn id="53" idx="1"/>
          </p:cNvCxnSpPr>
          <p:nvPr/>
        </p:nvCxnSpPr>
        <p:spPr>
          <a:xfrm>
            <a:off x="4859047" y="4845050"/>
            <a:ext cx="1366978" cy="284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A004196-C6B9-E590-BB88-E452E51C80FA}"/>
              </a:ext>
            </a:extLst>
          </p:cNvPr>
          <p:cNvCxnSpPr>
            <a:stCxn id="46" idx="7"/>
            <a:endCxn id="53" idx="3"/>
          </p:cNvCxnSpPr>
          <p:nvPr/>
        </p:nvCxnSpPr>
        <p:spPr>
          <a:xfrm flipV="1">
            <a:off x="4825569" y="5291612"/>
            <a:ext cx="1400456" cy="2040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3646E96-9DB4-3F20-F0E5-C09993623ABC}"/>
              </a:ext>
            </a:extLst>
          </p:cNvPr>
          <p:cNvSpPr txBox="1"/>
          <p:nvPr/>
        </p:nvSpPr>
        <p:spPr>
          <a:xfrm>
            <a:off x="515647" y="6040471"/>
            <a:ext cx="4229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number of edges in K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B84474A-529A-07EA-25FA-4B8151473DCE}"/>
                  </a:ext>
                </a:extLst>
              </p:cNvPr>
              <p:cNvSpPr txBox="1"/>
              <p:nvPr/>
            </p:nvSpPr>
            <p:spPr>
              <a:xfrm>
                <a:off x="4850722" y="5958396"/>
                <a:ext cx="3226478" cy="595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2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0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sz="2200" i="0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B84474A-529A-07EA-25FA-4B8151473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722" y="5958396"/>
                <a:ext cx="3226478" cy="595035"/>
              </a:xfrm>
              <a:prstGeom prst="rect">
                <a:avLst/>
              </a:prstGeom>
              <a:blipFill>
                <a:blip r:embed="rId2"/>
                <a:stretch>
                  <a:fillRect l="-2268" b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592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 animBg="1"/>
      <p:bldP spid="10" grpId="0"/>
      <p:bldP spid="11" grpId="0" animBg="1"/>
      <p:bldP spid="12" grpId="0" animBg="1"/>
      <p:bldP spid="15" grpId="0"/>
      <p:bldP spid="16" grpId="0" animBg="1"/>
      <p:bldP spid="17" grpId="0" animBg="1"/>
      <p:bldP spid="19" grpId="0" animBg="1"/>
      <p:bldP spid="24" grpId="0"/>
      <p:bldP spid="25" grpId="0" animBg="1"/>
      <p:bldP spid="26" grpId="0" animBg="1"/>
      <p:bldP spid="28" grpId="0" animBg="1"/>
      <p:bldP spid="31" grpId="0" animBg="1"/>
      <p:bldP spid="42" grpId="0"/>
      <p:bldP spid="43" grpId="0" animBg="1"/>
      <p:bldP spid="44" grpId="0" animBg="1"/>
      <p:bldP spid="46" grpId="0" animBg="1"/>
      <p:bldP spid="47" grpId="0" animBg="1"/>
      <p:bldP spid="53" grpId="0" animBg="1"/>
      <p:bldP spid="63" grpId="0"/>
      <p:bldP spid="6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CYCLE GRAPH/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cycle graph C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 ≥ 3, consists of n vertices 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,...,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edges (v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),...,{v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n−1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and {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 The cycles C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illustrated below:</a:t>
            </a:r>
            <a:endParaRPr lang="en-US" sz="2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15A292-B598-D7FF-2F41-09D7DBEEC897}"/>
              </a:ext>
            </a:extLst>
          </p:cNvPr>
          <p:cNvSpPr txBox="1"/>
          <p:nvPr/>
        </p:nvSpPr>
        <p:spPr>
          <a:xfrm>
            <a:off x="450602" y="2860394"/>
            <a:ext cx="83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604164-8E0B-3CC4-5DEE-F32AF9BF8604}"/>
              </a:ext>
            </a:extLst>
          </p:cNvPr>
          <p:cNvSpPr/>
          <p:nvPr/>
        </p:nvSpPr>
        <p:spPr>
          <a:xfrm>
            <a:off x="882408" y="3558389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81F9E0C-AD6F-DB78-D14D-4702FD00774B}"/>
              </a:ext>
            </a:extLst>
          </p:cNvPr>
          <p:cNvSpPr/>
          <p:nvPr/>
        </p:nvSpPr>
        <p:spPr>
          <a:xfrm>
            <a:off x="1834908" y="3558389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CD4044-E8A4-3332-C365-3BAE35D275FE}"/>
              </a:ext>
            </a:extLst>
          </p:cNvPr>
          <p:cNvCxnSpPr>
            <a:stCxn id="16" idx="6"/>
            <a:endCxn id="17" idx="2"/>
          </p:cNvCxnSpPr>
          <p:nvPr/>
        </p:nvCxnSpPr>
        <p:spPr>
          <a:xfrm>
            <a:off x="1111008" y="3672689"/>
            <a:ext cx="723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452A720-BE59-8A70-57CD-F47A175FE1DF}"/>
              </a:ext>
            </a:extLst>
          </p:cNvPr>
          <p:cNvSpPr/>
          <p:nvPr/>
        </p:nvSpPr>
        <p:spPr>
          <a:xfrm>
            <a:off x="2787408" y="3558389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8DBBE54-DC72-716C-AB31-3DC2A6796B4E}"/>
              </a:ext>
            </a:extLst>
          </p:cNvPr>
          <p:cNvCxnSpPr>
            <a:stCxn id="17" idx="6"/>
            <a:endCxn id="19" idx="2"/>
          </p:cNvCxnSpPr>
          <p:nvPr/>
        </p:nvCxnSpPr>
        <p:spPr>
          <a:xfrm>
            <a:off x="2063508" y="3672689"/>
            <a:ext cx="723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21D80A9B-C18E-B24C-3C90-AFFBC9F99E1E}"/>
              </a:ext>
            </a:extLst>
          </p:cNvPr>
          <p:cNvCxnSpPr>
            <a:stCxn id="19" idx="4"/>
            <a:endCxn id="16" idx="4"/>
          </p:cNvCxnSpPr>
          <p:nvPr/>
        </p:nvCxnSpPr>
        <p:spPr>
          <a:xfrm rot="5400000">
            <a:off x="1949208" y="2834489"/>
            <a:ext cx="12700" cy="1905000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4D398FD-E047-ED1D-EE56-30B77E73F230}"/>
              </a:ext>
            </a:extLst>
          </p:cNvPr>
          <p:cNvSpPr txBox="1"/>
          <p:nvPr/>
        </p:nvSpPr>
        <p:spPr>
          <a:xfrm>
            <a:off x="4861456" y="2939729"/>
            <a:ext cx="83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298AE89-19F8-B6E8-A497-6AD6E1D97B30}"/>
              </a:ext>
            </a:extLst>
          </p:cNvPr>
          <p:cNvSpPr/>
          <p:nvPr/>
        </p:nvSpPr>
        <p:spPr>
          <a:xfrm>
            <a:off x="5280556" y="3488312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A715A9-2D03-BC0C-F4FB-A161EAEE2E7A}"/>
              </a:ext>
            </a:extLst>
          </p:cNvPr>
          <p:cNvSpPr/>
          <p:nvPr/>
        </p:nvSpPr>
        <p:spPr>
          <a:xfrm>
            <a:off x="6233056" y="3488312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59899A9-210C-93AF-62D1-EE3656A79765}"/>
              </a:ext>
            </a:extLst>
          </p:cNvPr>
          <p:cNvCxnSpPr>
            <a:stCxn id="25" idx="6"/>
            <a:endCxn id="26" idx="2"/>
          </p:cNvCxnSpPr>
          <p:nvPr/>
        </p:nvCxnSpPr>
        <p:spPr>
          <a:xfrm>
            <a:off x="5509156" y="3602612"/>
            <a:ext cx="723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B9DA6E-EC01-D477-7851-CAAED143650D}"/>
              </a:ext>
            </a:extLst>
          </p:cNvPr>
          <p:cNvSpPr/>
          <p:nvPr/>
        </p:nvSpPr>
        <p:spPr>
          <a:xfrm>
            <a:off x="5280556" y="4219792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1935A1-E4E5-90B6-A41E-E1A4F76727E2}"/>
              </a:ext>
            </a:extLst>
          </p:cNvPr>
          <p:cNvSpPr/>
          <p:nvPr/>
        </p:nvSpPr>
        <p:spPr>
          <a:xfrm>
            <a:off x="6233056" y="4219792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7365793-79A1-0532-6189-37FDEB05892C}"/>
              </a:ext>
            </a:extLst>
          </p:cNvPr>
          <p:cNvCxnSpPr>
            <a:stCxn id="25" idx="4"/>
            <a:endCxn id="28" idx="0"/>
          </p:cNvCxnSpPr>
          <p:nvPr/>
        </p:nvCxnSpPr>
        <p:spPr>
          <a:xfrm>
            <a:off x="5394856" y="3716912"/>
            <a:ext cx="0" cy="50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42829D7-BFA4-C08A-9583-18D6871F9F4C}"/>
              </a:ext>
            </a:extLst>
          </p:cNvPr>
          <p:cNvCxnSpPr>
            <a:stCxn id="28" idx="6"/>
            <a:endCxn id="31" idx="2"/>
          </p:cNvCxnSpPr>
          <p:nvPr/>
        </p:nvCxnSpPr>
        <p:spPr>
          <a:xfrm>
            <a:off x="5509156" y="4334092"/>
            <a:ext cx="723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5963903-6B17-E676-0324-4047117CDA45}"/>
              </a:ext>
            </a:extLst>
          </p:cNvPr>
          <p:cNvCxnSpPr>
            <a:stCxn id="26" idx="4"/>
            <a:endCxn id="31" idx="0"/>
          </p:cNvCxnSpPr>
          <p:nvPr/>
        </p:nvCxnSpPr>
        <p:spPr>
          <a:xfrm>
            <a:off x="6347356" y="3716912"/>
            <a:ext cx="0" cy="50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19F9BD5-4B08-E7CB-E5F6-EFDC81B2FE84}"/>
              </a:ext>
            </a:extLst>
          </p:cNvPr>
          <p:cNvSpPr txBox="1"/>
          <p:nvPr/>
        </p:nvSpPr>
        <p:spPr>
          <a:xfrm>
            <a:off x="2755222" y="4198292"/>
            <a:ext cx="83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E86C184-D477-52FA-5676-EBD07F7E44ED}"/>
              </a:ext>
            </a:extLst>
          </p:cNvPr>
          <p:cNvSpPr/>
          <p:nvPr/>
        </p:nvSpPr>
        <p:spPr>
          <a:xfrm>
            <a:off x="3174322" y="4746875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C257D1-CFA5-81D5-AE85-DBC021079B5D}"/>
              </a:ext>
            </a:extLst>
          </p:cNvPr>
          <p:cNvSpPr/>
          <p:nvPr/>
        </p:nvSpPr>
        <p:spPr>
          <a:xfrm>
            <a:off x="4126822" y="4746875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7549EB9-F0B2-7808-43FD-F6BFC43FBE88}"/>
              </a:ext>
            </a:extLst>
          </p:cNvPr>
          <p:cNvCxnSpPr>
            <a:stCxn id="43" idx="6"/>
            <a:endCxn id="44" idx="2"/>
          </p:cNvCxnSpPr>
          <p:nvPr/>
        </p:nvCxnSpPr>
        <p:spPr>
          <a:xfrm>
            <a:off x="3402922" y="4861175"/>
            <a:ext cx="723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43C3A9BD-1647-1278-5859-87A76C99AF1C}"/>
              </a:ext>
            </a:extLst>
          </p:cNvPr>
          <p:cNvSpPr/>
          <p:nvPr/>
        </p:nvSpPr>
        <p:spPr>
          <a:xfrm>
            <a:off x="3174322" y="5478355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BF3EF2D-3D5C-B903-2022-DC0F6F31FAC7}"/>
              </a:ext>
            </a:extLst>
          </p:cNvPr>
          <p:cNvSpPr/>
          <p:nvPr/>
        </p:nvSpPr>
        <p:spPr>
          <a:xfrm>
            <a:off x="4126822" y="5478355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8A8B708-4A10-39B2-791B-B9F7E96854E7}"/>
              </a:ext>
            </a:extLst>
          </p:cNvPr>
          <p:cNvCxnSpPr>
            <a:stCxn id="43" idx="4"/>
            <a:endCxn id="46" idx="0"/>
          </p:cNvCxnSpPr>
          <p:nvPr/>
        </p:nvCxnSpPr>
        <p:spPr>
          <a:xfrm>
            <a:off x="3288622" y="4975475"/>
            <a:ext cx="0" cy="50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2DB375A-DCEC-0F19-9185-8AAEBBA4E07E}"/>
              </a:ext>
            </a:extLst>
          </p:cNvPr>
          <p:cNvCxnSpPr>
            <a:stCxn id="46" idx="6"/>
            <a:endCxn id="47" idx="2"/>
          </p:cNvCxnSpPr>
          <p:nvPr/>
        </p:nvCxnSpPr>
        <p:spPr>
          <a:xfrm>
            <a:off x="3402922" y="5592655"/>
            <a:ext cx="723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E8B03047-5F9B-199D-541E-B7802AD444C5}"/>
              </a:ext>
            </a:extLst>
          </p:cNvPr>
          <p:cNvSpPr/>
          <p:nvPr/>
        </p:nvSpPr>
        <p:spPr>
          <a:xfrm>
            <a:off x="4736422" y="5112615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1FFDCC0-30E5-8C70-E06A-1918CD20ABB9}"/>
              </a:ext>
            </a:extLst>
          </p:cNvPr>
          <p:cNvCxnSpPr>
            <a:cxnSpLocks/>
            <a:stCxn id="44" idx="6"/>
            <a:endCxn id="53" idx="0"/>
          </p:cNvCxnSpPr>
          <p:nvPr/>
        </p:nvCxnSpPr>
        <p:spPr>
          <a:xfrm>
            <a:off x="4355422" y="4861175"/>
            <a:ext cx="495300" cy="2514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E36A9AF-0E73-9D5A-0465-DB69B3F16286}"/>
              </a:ext>
            </a:extLst>
          </p:cNvPr>
          <p:cNvCxnSpPr>
            <a:cxnSpLocks/>
            <a:stCxn id="47" idx="6"/>
            <a:endCxn id="53" idx="4"/>
          </p:cNvCxnSpPr>
          <p:nvPr/>
        </p:nvCxnSpPr>
        <p:spPr>
          <a:xfrm flipV="1">
            <a:off x="4355422" y="5341215"/>
            <a:ext cx="495300" cy="2514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3646E96-9DB4-3F20-F0E5-C09993623ABC}"/>
              </a:ext>
            </a:extLst>
          </p:cNvPr>
          <p:cNvSpPr txBox="1"/>
          <p:nvPr/>
        </p:nvSpPr>
        <p:spPr>
          <a:xfrm>
            <a:off x="515647" y="6040471"/>
            <a:ext cx="4229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number of edges in C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84474A-529A-07EA-25FA-4B8151473DCE}"/>
              </a:ext>
            </a:extLst>
          </p:cNvPr>
          <p:cNvSpPr txBox="1"/>
          <p:nvPr/>
        </p:nvSpPr>
        <p:spPr>
          <a:xfrm>
            <a:off x="4932106" y="6040471"/>
            <a:ext cx="32264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Ans: 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5AF51-5D5C-39BF-5C33-2B20E3CB32F4}"/>
              </a:ext>
            </a:extLst>
          </p:cNvPr>
          <p:cNvSpPr txBox="1"/>
          <p:nvPr/>
        </p:nvSpPr>
        <p:spPr>
          <a:xfrm>
            <a:off x="551520" y="3197388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A958E-5CB3-F9F2-5F63-D3368C198EEF}"/>
              </a:ext>
            </a:extLst>
          </p:cNvPr>
          <p:cNvSpPr txBox="1"/>
          <p:nvPr/>
        </p:nvSpPr>
        <p:spPr>
          <a:xfrm>
            <a:off x="1700165" y="3216185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DFC8C-1600-FA96-31A6-CFF229EBCE81}"/>
              </a:ext>
            </a:extLst>
          </p:cNvPr>
          <p:cNvSpPr txBox="1"/>
          <p:nvPr/>
        </p:nvSpPr>
        <p:spPr>
          <a:xfrm>
            <a:off x="2652665" y="3192232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D06B6-2376-8B88-0E3D-0F77AD98699D}"/>
              </a:ext>
            </a:extLst>
          </p:cNvPr>
          <p:cNvSpPr txBox="1"/>
          <p:nvPr/>
        </p:nvSpPr>
        <p:spPr>
          <a:xfrm>
            <a:off x="4850722" y="3373723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BB795F-34E5-2C46-DBF6-102A37855AD5}"/>
              </a:ext>
            </a:extLst>
          </p:cNvPr>
          <p:cNvSpPr txBox="1"/>
          <p:nvPr/>
        </p:nvSpPr>
        <p:spPr>
          <a:xfrm>
            <a:off x="6423929" y="3369688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CDBBE2-1380-EBA3-C00E-666D23C35EE8}"/>
              </a:ext>
            </a:extLst>
          </p:cNvPr>
          <p:cNvSpPr txBox="1"/>
          <p:nvPr/>
        </p:nvSpPr>
        <p:spPr>
          <a:xfrm>
            <a:off x="6423929" y="4076179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8BF05E-C7C3-E871-8377-20D47F70CEA8}"/>
              </a:ext>
            </a:extLst>
          </p:cNvPr>
          <p:cNvSpPr txBox="1"/>
          <p:nvPr/>
        </p:nvSpPr>
        <p:spPr>
          <a:xfrm>
            <a:off x="4834664" y="4076179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82DE5B-2A69-A80F-9164-4F926DB4B245}"/>
              </a:ext>
            </a:extLst>
          </p:cNvPr>
          <p:cNvSpPr txBox="1"/>
          <p:nvPr/>
        </p:nvSpPr>
        <p:spPr>
          <a:xfrm>
            <a:off x="2755222" y="4571435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CAD28B-CDDA-7B82-9E65-43F5852C018F}"/>
              </a:ext>
            </a:extLst>
          </p:cNvPr>
          <p:cNvSpPr txBox="1"/>
          <p:nvPr/>
        </p:nvSpPr>
        <p:spPr>
          <a:xfrm>
            <a:off x="4298271" y="4567180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C041F6-ED12-5712-F0BE-7DC0023C0947}"/>
              </a:ext>
            </a:extLst>
          </p:cNvPr>
          <p:cNvSpPr txBox="1"/>
          <p:nvPr/>
        </p:nvSpPr>
        <p:spPr>
          <a:xfrm>
            <a:off x="4932106" y="4990347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F7BED0-511F-73BE-5250-5047A5D9B630}"/>
              </a:ext>
            </a:extLst>
          </p:cNvPr>
          <p:cNvSpPr txBox="1"/>
          <p:nvPr/>
        </p:nvSpPr>
        <p:spPr>
          <a:xfrm>
            <a:off x="4298270" y="5600383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E82841-F36F-66D5-8CE0-77B097511016}"/>
              </a:ext>
            </a:extLst>
          </p:cNvPr>
          <p:cNvSpPr txBox="1"/>
          <p:nvPr/>
        </p:nvSpPr>
        <p:spPr>
          <a:xfrm>
            <a:off x="2781361" y="5624244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349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16" grpId="0" animBg="1"/>
      <p:bldP spid="17" grpId="0" animBg="1"/>
      <p:bldP spid="19" grpId="0" animBg="1"/>
      <p:bldP spid="24" grpId="0"/>
      <p:bldP spid="25" grpId="0" animBg="1"/>
      <p:bldP spid="26" grpId="0" animBg="1"/>
      <p:bldP spid="28" grpId="0" animBg="1"/>
      <p:bldP spid="31" grpId="0" animBg="1"/>
      <p:bldP spid="42" grpId="0"/>
      <p:bldP spid="43" grpId="0" animBg="1"/>
      <p:bldP spid="44" grpId="0" animBg="1"/>
      <p:bldP spid="46" grpId="0" animBg="1"/>
      <p:bldP spid="47" grpId="0" animBg="1"/>
      <p:bldP spid="53" grpId="0" animBg="1"/>
      <p:bldP spid="63" grpId="0"/>
      <p:bldP spid="64" grpId="0"/>
      <p:bldP spid="4" grpId="0"/>
      <p:bldP spid="5" grpId="0"/>
      <p:bldP spid="6" grpId="0"/>
      <p:bldP spid="7" grpId="0"/>
      <p:bldP spid="13" grpId="0"/>
      <p:bldP spid="20" grpId="0"/>
      <p:bldP spid="22" grpId="0"/>
      <p:bldP spid="30" grpId="0"/>
      <p:bldP spid="32" grpId="0"/>
      <p:bldP spid="34" grpId="0"/>
      <p:bldP spid="36" grpId="0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WHEEL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wheel graph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obtained when an additional vertex to a cycle C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added, for n ≥ 3, and connect this new vertex to each of the n vertices in C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by new edges. The wheels W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illustrated below:</a:t>
            </a:r>
            <a:endParaRPr lang="en-US" sz="2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15A292-B598-D7FF-2F41-09D7DBEEC897}"/>
              </a:ext>
            </a:extLst>
          </p:cNvPr>
          <p:cNvSpPr txBox="1"/>
          <p:nvPr/>
        </p:nvSpPr>
        <p:spPr>
          <a:xfrm>
            <a:off x="450602" y="3150513"/>
            <a:ext cx="9971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604164-8E0B-3CC4-5DEE-F32AF9BF8604}"/>
              </a:ext>
            </a:extLst>
          </p:cNvPr>
          <p:cNvSpPr/>
          <p:nvPr/>
        </p:nvSpPr>
        <p:spPr>
          <a:xfrm>
            <a:off x="882408" y="3868831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81F9E0C-AD6F-DB78-D14D-4702FD00774B}"/>
              </a:ext>
            </a:extLst>
          </p:cNvPr>
          <p:cNvSpPr/>
          <p:nvPr/>
        </p:nvSpPr>
        <p:spPr>
          <a:xfrm>
            <a:off x="1834908" y="3868831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CD4044-E8A4-3332-C365-3BAE35D275FE}"/>
              </a:ext>
            </a:extLst>
          </p:cNvPr>
          <p:cNvCxnSpPr>
            <a:stCxn id="16" idx="6"/>
            <a:endCxn id="17" idx="2"/>
          </p:cNvCxnSpPr>
          <p:nvPr/>
        </p:nvCxnSpPr>
        <p:spPr>
          <a:xfrm>
            <a:off x="1111008" y="3983131"/>
            <a:ext cx="723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452A720-BE59-8A70-57CD-F47A175FE1DF}"/>
              </a:ext>
            </a:extLst>
          </p:cNvPr>
          <p:cNvSpPr/>
          <p:nvPr/>
        </p:nvSpPr>
        <p:spPr>
          <a:xfrm>
            <a:off x="1358658" y="4808376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8DBBE54-DC72-716C-AB31-3DC2A6796B4E}"/>
              </a:ext>
            </a:extLst>
          </p:cNvPr>
          <p:cNvCxnSpPr>
            <a:cxnSpLocks/>
            <a:stCxn id="17" idx="4"/>
            <a:endCxn id="19" idx="7"/>
          </p:cNvCxnSpPr>
          <p:nvPr/>
        </p:nvCxnSpPr>
        <p:spPr>
          <a:xfrm flipH="1">
            <a:off x="1553780" y="4097431"/>
            <a:ext cx="395428" cy="7444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4D398FD-E047-ED1D-EE56-30B77E73F230}"/>
              </a:ext>
            </a:extLst>
          </p:cNvPr>
          <p:cNvSpPr txBox="1"/>
          <p:nvPr/>
        </p:nvSpPr>
        <p:spPr>
          <a:xfrm>
            <a:off x="4861456" y="3250171"/>
            <a:ext cx="9971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298AE89-19F8-B6E8-A497-6AD6E1D97B30}"/>
              </a:ext>
            </a:extLst>
          </p:cNvPr>
          <p:cNvSpPr/>
          <p:nvPr/>
        </p:nvSpPr>
        <p:spPr>
          <a:xfrm>
            <a:off x="5280556" y="3798754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A715A9-2D03-BC0C-F4FB-A161EAEE2E7A}"/>
              </a:ext>
            </a:extLst>
          </p:cNvPr>
          <p:cNvSpPr/>
          <p:nvPr/>
        </p:nvSpPr>
        <p:spPr>
          <a:xfrm>
            <a:off x="6233056" y="3798754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59899A9-210C-93AF-62D1-EE3656A79765}"/>
              </a:ext>
            </a:extLst>
          </p:cNvPr>
          <p:cNvCxnSpPr>
            <a:stCxn id="25" idx="6"/>
            <a:endCxn id="26" idx="2"/>
          </p:cNvCxnSpPr>
          <p:nvPr/>
        </p:nvCxnSpPr>
        <p:spPr>
          <a:xfrm>
            <a:off x="5509156" y="3913054"/>
            <a:ext cx="723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B9DA6E-EC01-D477-7851-CAAED143650D}"/>
              </a:ext>
            </a:extLst>
          </p:cNvPr>
          <p:cNvSpPr/>
          <p:nvPr/>
        </p:nvSpPr>
        <p:spPr>
          <a:xfrm>
            <a:off x="5280556" y="4530234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1935A1-E4E5-90B6-A41E-E1A4F76727E2}"/>
              </a:ext>
            </a:extLst>
          </p:cNvPr>
          <p:cNvSpPr/>
          <p:nvPr/>
        </p:nvSpPr>
        <p:spPr>
          <a:xfrm>
            <a:off x="6233056" y="4530234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7365793-79A1-0532-6189-37FDEB05892C}"/>
              </a:ext>
            </a:extLst>
          </p:cNvPr>
          <p:cNvCxnSpPr>
            <a:stCxn id="25" idx="4"/>
            <a:endCxn id="28" idx="0"/>
          </p:cNvCxnSpPr>
          <p:nvPr/>
        </p:nvCxnSpPr>
        <p:spPr>
          <a:xfrm>
            <a:off x="5394856" y="4027354"/>
            <a:ext cx="0" cy="50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42829D7-BFA4-C08A-9583-18D6871F9F4C}"/>
              </a:ext>
            </a:extLst>
          </p:cNvPr>
          <p:cNvCxnSpPr>
            <a:cxnSpLocks/>
            <a:stCxn id="28" idx="6"/>
            <a:endCxn id="31" idx="2"/>
          </p:cNvCxnSpPr>
          <p:nvPr/>
        </p:nvCxnSpPr>
        <p:spPr>
          <a:xfrm>
            <a:off x="5509156" y="4644534"/>
            <a:ext cx="723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5963903-6B17-E676-0324-4047117CDA45}"/>
              </a:ext>
            </a:extLst>
          </p:cNvPr>
          <p:cNvCxnSpPr>
            <a:stCxn id="26" idx="4"/>
            <a:endCxn id="31" idx="0"/>
          </p:cNvCxnSpPr>
          <p:nvPr/>
        </p:nvCxnSpPr>
        <p:spPr>
          <a:xfrm>
            <a:off x="6347356" y="4027354"/>
            <a:ext cx="0" cy="50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19F9BD5-4B08-E7CB-E5F6-EFDC81B2FE84}"/>
              </a:ext>
            </a:extLst>
          </p:cNvPr>
          <p:cNvSpPr txBox="1"/>
          <p:nvPr/>
        </p:nvSpPr>
        <p:spPr>
          <a:xfrm>
            <a:off x="2438400" y="4148316"/>
            <a:ext cx="917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E86C184-D477-52FA-5676-EBD07F7E44ED}"/>
              </a:ext>
            </a:extLst>
          </p:cNvPr>
          <p:cNvSpPr/>
          <p:nvPr/>
        </p:nvSpPr>
        <p:spPr>
          <a:xfrm>
            <a:off x="2857500" y="4696899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C257D1-CFA5-81D5-AE85-DBC021079B5D}"/>
              </a:ext>
            </a:extLst>
          </p:cNvPr>
          <p:cNvSpPr/>
          <p:nvPr/>
        </p:nvSpPr>
        <p:spPr>
          <a:xfrm>
            <a:off x="3810000" y="4696899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7549EB9-F0B2-7808-43FD-F6BFC43FBE88}"/>
              </a:ext>
            </a:extLst>
          </p:cNvPr>
          <p:cNvCxnSpPr>
            <a:stCxn id="43" idx="6"/>
            <a:endCxn id="44" idx="2"/>
          </p:cNvCxnSpPr>
          <p:nvPr/>
        </p:nvCxnSpPr>
        <p:spPr>
          <a:xfrm>
            <a:off x="3086100" y="4811199"/>
            <a:ext cx="723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43C3A9BD-1647-1278-5859-87A76C99AF1C}"/>
              </a:ext>
            </a:extLst>
          </p:cNvPr>
          <p:cNvSpPr/>
          <p:nvPr/>
        </p:nvSpPr>
        <p:spPr>
          <a:xfrm>
            <a:off x="2857500" y="5428379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BF3EF2D-3D5C-B903-2022-DC0F6F31FAC7}"/>
              </a:ext>
            </a:extLst>
          </p:cNvPr>
          <p:cNvSpPr/>
          <p:nvPr/>
        </p:nvSpPr>
        <p:spPr>
          <a:xfrm>
            <a:off x="3810000" y="5428379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8A8B708-4A10-39B2-791B-B9F7E96854E7}"/>
              </a:ext>
            </a:extLst>
          </p:cNvPr>
          <p:cNvCxnSpPr>
            <a:stCxn id="43" idx="4"/>
            <a:endCxn id="46" idx="0"/>
          </p:cNvCxnSpPr>
          <p:nvPr/>
        </p:nvCxnSpPr>
        <p:spPr>
          <a:xfrm>
            <a:off x="2971800" y="4925499"/>
            <a:ext cx="0" cy="50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2DB375A-DCEC-0F19-9185-8AAEBBA4E07E}"/>
              </a:ext>
            </a:extLst>
          </p:cNvPr>
          <p:cNvCxnSpPr>
            <a:stCxn id="46" idx="6"/>
            <a:endCxn id="47" idx="2"/>
          </p:cNvCxnSpPr>
          <p:nvPr/>
        </p:nvCxnSpPr>
        <p:spPr>
          <a:xfrm>
            <a:off x="3086100" y="5542679"/>
            <a:ext cx="723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E8B03047-5F9B-199D-541E-B7802AD444C5}"/>
              </a:ext>
            </a:extLst>
          </p:cNvPr>
          <p:cNvSpPr/>
          <p:nvPr/>
        </p:nvSpPr>
        <p:spPr>
          <a:xfrm>
            <a:off x="4419600" y="5062639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1FFDCC0-30E5-8C70-E06A-1918CD20ABB9}"/>
              </a:ext>
            </a:extLst>
          </p:cNvPr>
          <p:cNvCxnSpPr>
            <a:cxnSpLocks/>
            <a:stCxn id="44" idx="6"/>
            <a:endCxn id="53" idx="0"/>
          </p:cNvCxnSpPr>
          <p:nvPr/>
        </p:nvCxnSpPr>
        <p:spPr>
          <a:xfrm>
            <a:off x="4038600" y="4811199"/>
            <a:ext cx="495300" cy="2514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E36A9AF-0E73-9D5A-0465-DB69B3F16286}"/>
              </a:ext>
            </a:extLst>
          </p:cNvPr>
          <p:cNvCxnSpPr>
            <a:cxnSpLocks/>
            <a:stCxn id="47" idx="6"/>
            <a:endCxn id="53" idx="4"/>
          </p:cNvCxnSpPr>
          <p:nvPr/>
        </p:nvCxnSpPr>
        <p:spPr>
          <a:xfrm flipV="1">
            <a:off x="4038600" y="5291239"/>
            <a:ext cx="495300" cy="2514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3646E96-9DB4-3F20-F0E5-C09993623ABC}"/>
              </a:ext>
            </a:extLst>
          </p:cNvPr>
          <p:cNvSpPr txBox="1"/>
          <p:nvPr/>
        </p:nvSpPr>
        <p:spPr>
          <a:xfrm>
            <a:off x="515647" y="5817513"/>
            <a:ext cx="46104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number of vertices in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84474A-529A-07EA-25FA-4B8151473DCE}"/>
              </a:ext>
            </a:extLst>
          </p:cNvPr>
          <p:cNvSpPr txBox="1"/>
          <p:nvPr/>
        </p:nvSpPr>
        <p:spPr>
          <a:xfrm>
            <a:off x="4932106" y="5817513"/>
            <a:ext cx="32264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Ans: n+1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5AF51-5D5C-39BF-5C33-2B20E3CB32F4}"/>
              </a:ext>
            </a:extLst>
          </p:cNvPr>
          <p:cNvSpPr txBox="1"/>
          <p:nvPr/>
        </p:nvSpPr>
        <p:spPr>
          <a:xfrm>
            <a:off x="551520" y="3507830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A958E-5CB3-F9F2-5F63-D3368C198EEF}"/>
              </a:ext>
            </a:extLst>
          </p:cNvPr>
          <p:cNvSpPr txBox="1"/>
          <p:nvPr/>
        </p:nvSpPr>
        <p:spPr>
          <a:xfrm>
            <a:off x="1700165" y="3526627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DFC8C-1600-FA96-31A6-CFF229EBCE81}"/>
              </a:ext>
            </a:extLst>
          </p:cNvPr>
          <p:cNvSpPr txBox="1"/>
          <p:nvPr/>
        </p:nvSpPr>
        <p:spPr>
          <a:xfrm>
            <a:off x="1303075" y="5005268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D06B6-2376-8B88-0E3D-0F77AD98699D}"/>
              </a:ext>
            </a:extLst>
          </p:cNvPr>
          <p:cNvSpPr txBox="1"/>
          <p:nvPr/>
        </p:nvSpPr>
        <p:spPr>
          <a:xfrm>
            <a:off x="4850722" y="3684165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BB795F-34E5-2C46-DBF6-102A37855AD5}"/>
              </a:ext>
            </a:extLst>
          </p:cNvPr>
          <p:cNvSpPr txBox="1"/>
          <p:nvPr/>
        </p:nvSpPr>
        <p:spPr>
          <a:xfrm>
            <a:off x="6423929" y="3680130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CDBBE2-1380-EBA3-C00E-666D23C35EE8}"/>
              </a:ext>
            </a:extLst>
          </p:cNvPr>
          <p:cNvSpPr txBox="1"/>
          <p:nvPr/>
        </p:nvSpPr>
        <p:spPr>
          <a:xfrm>
            <a:off x="6423929" y="4386621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8BF05E-C7C3-E871-8377-20D47F70CEA8}"/>
              </a:ext>
            </a:extLst>
          </p:cNvPr>
          <p:cNvSpPr txBox="1"/>
          <p:nvPr/>
        </p:nvSpPr>
        <p:spPr>
          <a:xfrm>
            <a:off x="4834664" y="4386621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82DE5B-2A69-A80F-9164-4F926DB4B245}"/>
              </a:ext>
            </a:extLst>
          </p:cNvPr>
          <p:cNvSpPr txBox="1"/>
          <p:nvPr/>
        </p:nvSpPr>
        <p:spPr>
          <a:xfrm>
            <a:off x="2438400" y="4521459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CAD28B-CDDA-7B82-9E65-43F5852C018F}"/>
              </a:ext>
            </a:extLst>
          </p:cNvPr>
          <p:cNvSpPr txBox="1"/>
          <p:nvPr/>
        </p:nvSpPr>
        <p:spPr>
          <a:xfrm>
            <a:off x="3981449" y="4517204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C041F6-ED12-5712-F0BE-7DC0023C0947}"/>
              </a:ext>
            </a:extLst>
          </p:cNvPr>
          <p:cNvSpPr txBox="1"/>
          <p:nvPr/>
        </p:nvSpPr>
        <p:spPr>
          <a:xfrm>
            <a:off x="4615284" y="4940371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F7BED0-511F-73BE-5250-5047A5D9B630}"/>
              </a:ext>
            </a:extLst>
          </p:cNvPr>
          <p:cNvSpPr txBox="1"/>
          <p:nvPr/>
        </p:nvSpPr>
        <p:spPr>
          <a:xfrm>
            <a:off x="3981448" y="5550407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E82841-F36F-66D5-8CE0-77B097511016}"/>
              </a:ext>
            </a:extLst>
          </p:cNvPr>
          <p:cNvSpPr txBox="1"/>
          <p:nvPr/>
        </p:nvSpPr>
        <p:spPr>
          <a:xfrm>
            <a:off x="2464539" y="5574268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615689-02F1-24BC-E628-DBFAD640DB4D}"/>
              </a:ext>
            </a:extLst>
          </p:cNvPr>
          <p:cNvCxnSpPr>
            <a:stCxn id="19" idx="1"/>
            <a:endCxn id="16" idx="4"/>
          </p:cNvCxnSpPr>
          <p:nvPr/>
        </p:nvCxnSpPr>
        <p:spPr>
          <a:xfrm flipH="1" flipV="1">
            <a:off x="996708" y="4097431"/>
            <a:ext cx="395428" cy="7444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04C167CF-A1EE-8145-1437-D66FB68F044C}"/>
              </a:ext>
            </a:extLst>
          </p:cNvPr>
          <p:cNvSpPr/>
          <p:nvPr/>
        </p:nvSpPr>
        <p:spPr>
          <a:xfrm>
            <a:off x="1359823" y="4228843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83F4AE4-EF0E-B0EB-9BC2-28B55198F4F6}"/>
              </a:ext>
            </a:extLst>
          </p:cNvPr>
          <p:cNvCxnSpPr>
            <a:stCxn id="16" idx="5"/>
            <a:endCxn id="50" idx="1"/>
          </p:cNvCxnSpPr>
          <p:nvPr/>
        </p:nvCxnSpPr>
        <p:spPr>
          <a:xfrm>
            <a:off x="1077530" y="4063953"/>
            <a:ext cx="315771" cy="1983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DE7120A-1A8B-0960-5B72-F6448FF2B8A1}"/>
              </a:ext>
            </a:extLst>
          </p:cNvPr>
          <p:cNvCxnSpPr>
            <a:stCxn id="17" idx="3"/>
            <a:endCxn id="50" idx="7"/>
          </p:cNvCxnSpPr>
          <p:nvPr/>
        </p:nvCxnSpPr>
        <p:spPr>
          <a:xfrm flipH="1">
            <a:off x="1554945" y="4063953"/>
            <a:ext cx="313441" cy="1983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625E7FC-885B-C093-05D9-200CE5D0E291}"/>
              </a:ext>
            </a:extLst>
          </p:cNvPr>
          <p:cNvCxnSpPr>
            <a:stCxn id="50" idx="4"/>
            <a:endCxn id="19" idx="0"/>
          </p:cNvCxnSpPr>
          <p:nvPr/>
        </p:nvCxnSpPr>
        <p:spPr>
          <a:xfrm flipH="1">
            <a:off x="1472958" y="4457443"/>
            <a:ext cx="1165" cy="3509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8E0ECA8A-84E4-CD45-7840-167919C55D69}"/>
              </a:ext>
            </a:extLst>
          </p:cNvPr>
          <p:cNvSpPr/>
          <p:nvPr/>
        </p:nvSpPr>
        <p:spPr>
          <a:xfrm>
            <a:off x="5744354" y="4183938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4A1E199-3B18-CC68-6CB4-3A9B154EC3BB}"/>
              </a:ext>
            </a:extLst>
          </p:cNvPr>
          <p:cNvCxnSpPr>
            <a:stCxn id="25" idx="5"/>
            <a:endCxn id="60" idx="1"/>
          </p:cNvCxnSpPr>
          <p:nvPr/>
        </p:nvCxnSpPr>
        <p:spPr>
          <a:xfrm>
            <a:off x="5475678" y="3993876"/>
            <a:ext cx="302154" cy="2235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2C29BDD-041A-136B-4DC5-1E15075150E3}"/>
              </a:ext>
            </a:extLst>
          </p:cNvPr>
          <p:cNvCxnSpPr>
            <a:stCxn id="26" idx="3"/>
            <a:endCxn id="60" idx="7"/>
          </p:cNvCxnSpPr>
          <p:nvPr/>
        </p:nvCxnSpPr>
        <p:spPr>
          <a:xfrm flipH="1">
            <a:off x="5939476" y="3993876"/>
            <a:ext cx="327058" cy="2235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C012B46-07EA-E69F-E825-D41DC2AF1F21}"/>
              </a:ext>
            </a:extLst>
          </p:cNvPr>
          <p:cNvCxnSpPr>
            <a:stCxn id="28" idx="7"/>
            <a:endCxn id="60" idx="3"/>
          </p:cNvCxnSpPr>
          <p:nvPr/>
        </p:nvCxnSpPr>
        <p:spPr>
          <a:xfrm flipV="1">
            <a:off x="5475678" y="4379060"/>
            <a:ext cx="302154" cy="1846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F1B1DCF-0DD2-D123-483A-3558BA8B51E7}"/>
              </a:ext>
            </a:extLst>
          </p:cNvPr>
          <p:cNvCxnSpPr>
            <a:stCxn id="60" idx="5"/>
            <a:endCxn id="31" idx="1"/>
          </p:cNvCxnSpPr>
          <p:nvPr/>
        </p:nvCxnSpPr>
        <p:spPr>
          <a:xfrm>
            <a:off x="5939476" y="4379060"/>
            <a:ext cx="327058" cy="1846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97355660-D11E-2C13-1E0B-DE7AE2C21588}"/>
              </a:ext>
            </a:extLst>
          </p:cNvPr>
          <p:cNvSpPr/>
          <p:nvPr/>
        </p:nvSpPr>
        <p:spPr>
          <a:xfrm>
            <a:off x="3449787" y="5062639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79F3544-968C-6435-A987-67A77E396CEA}"/>
              </a:ext>
            </a:extLst>
          </p:cNvPr>
          <p:cNvCxnSpPr>
            <a:stCxn id="43" idx="5"/>
            <a:endCxn id="71" idx="1"/>
          </p:cNvCxnSpPr>
          <p:nvPr/>
        </p:nvCxnSpPr>
        <p:spPr>
          <a:xfrm>
            <a:off x="3052622" y="4892021"/>
            <a:ext cx="430643" cy="2040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DAC07D7-866D-74FF-B14D-7227B213EF00}"/>
              </a:ext>
            </a:extLst>
          </p:cNvPr>
          <p:cNvCxnSpPr>
            <a:stCxn id="44" idx="4"/>
            <a:endCxn id="71" idx="7"/>
          </p:cNvCxnSpPr>
          <p:nvPr/>
        </p:nvCxnSpPr>
        <p:spPr>
          <a:xfrm flipH="1">
            <a:off x="3644909" y="4925499"/>
            <a:ext cx="279391" cy="1706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CB87856-E77B-86E8-ADFA-FFE09C1E052D}"/>
              </a:ext>
            </a:extLst>
          </p:cNvPr>
          <p:cNvCxnSpPr>
            <a:stCxn id="46" idx="7"/>
            <a:endCxn id="71" idx="3"/>
          </p:cNvCxnSpPr>
          <p:nvPr/>
        </p:nvCxnSpPr>
        <p:spPr>
          <a:xfrm flipV="1">
            <a:off x="3052622" y="5257761"/>
            <a:ext cx="430643" cy="2040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83BDCFF-00C3-6DE8-6200-84D316EB1C21}"/>
              </a:ext>
            </a:extLst>
          </p:cNvPr>
          <p:cNvCxnSpPr>
            <a:stCxn id="71" idx="5"/>
            <a:endCxn id="47" idx="0"/>
          </p:cNvCxnSpPr>
          <p:nvPr/>
        </p:nvCxnSpPr>
        <p:spPr>
          <a:xfrm>
            <a:off x="3644909" y="5257761"/>
            <a:ext cx="279391" cy="1706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56E3D44-041B-2D08-0BF9-53FA0D327303}"/>
              </a:ext>
            </a:extLst>
          </p:cNvPr>
          <p:cNvCxnSpPr>
            <a:stCxn id="71" idx="6"/>
            <a:endCxn id="53" idx="2"/>
          </p:cNvCxnSpPr>
          <p:nvPr/>
        </p:nvCxnSpPr>
        <p:spPr>
          <a:xfrm>
            <a:off x="3678387" y="5176939"/>
            <a:ext cx="74121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06B98F5C-A0A2-C162-845B-8BB1232CABD3}"/>
              </a:ext>
            </a:extLst>
          </p:cNvPr>
          <p:cNvSpPr txBox="1"/>
          <p:nvPr/>
        </p:nvSpPr>
        <p:spPr>
          <a:xfrm>
            <a:off x="515647" y="6245670"/>
            <a:ext cx="4229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number of edges in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874CF4C-D012-5B1A-6261-8ED44295D982}"/>
              </a:ext>
            </a:extLst>
          </p:cNvPr>
          <p:cNvSpPr txBox="1"/>
          <p:nvPr/>
        </p:nvSpPr>
        <p:spPr>
          <a:xfrm>
            <a:off x="4932106" y="6245670"/>
            <a:ext cx="32264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Ans: 2n</a:t>
            </a:r>
          </a:p>
        </p:txBody>
      </p:sp>
    </p:spTree>
    <p:extLst>
      <p:ext uri="{BB962C8B-B14F-4D97-AF65-F5344CB8AC3E}">
        <p14:creationId xmlns:p14="http://schemas.microsoft.com/office/powerpoint/2010/main" val="128260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16" grpId="0" animBg="1"/>
      <p:bldP spid="17" grpId="0" animBg="1"/>
      <p:bldP spid="19" grpId="0" animBg="1"/>
      <p:bldP spid="24" grpId="0"/>
      <p:bldP spid="25" grpId="0" animBg="1"/>
      <p:bldP spid="26" grpId="0" animBg="1"/>
      <p:bldP spid="28" grpId="0" animBg="1"/>
      <p:bldP spid="31" grpId="0" animBg="1"/>
      <p:bldP spid="42" grpId="0"/>
      <p:bldP spid="43" grpId="0" animBg="1"/>
      <p:bldP spid="44" grpId="0" animBg="1"/>
      <p:bldP spid="46" grpId="0" animBg="1"/>
      <p:bldP spid="47" grpId="0" animBg="1"/>
      <p:bldP spid="53" grpId="0" animBg="1"/>
      <p:bldP spid="64" grpId="0"/>
      <p:bldP spid="4" grpId="0"/>
      <p:bldP spid="5" grpId="0"/>
      <p:bldP spid="6" grpId="0"/>
      <p:bldP spid="7" grpId="0"/>
      <p:bldP spid="13" grpId="0"/>
      <p:bldP spid="20" grpId="0"/>
      <p:bldP spid="22" grpId="0"/>
      <p:bldP spid="30" grpId="0"/>
      <p:bldP spid="32" grpId="0"/>
      <p:bldP spid="34" grpId="0"/>
      <p:bldP spid="36" grpId="0"/>
      <p:bldP spid="38" grpId="0"/>
      <p:bldP spid="50" grpId="0" animBg="1"/>
      <p:bldP spid="60" grpId="0" animBg="1"/>
      <p:bldP spid="71" grpId="0" animBg="1"/>
      <p:bldP spid="82" grpId="0"/>
      <p:bldP spid="8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BIPARTITE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graph G is called bipartite if its vertex set V can be partitioned into two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disjoint sets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and Q such that every edge in the graph connects a vertex in P and a vertex in Q (so that no edge in G connects either two vertices in P or two vertices in Q). </a:t>
            </a:r>
            <a:endParaRPr lang="en-US" sz="2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E86C184-D477-52FA-5676-EBD07F7E44ED}"/>
              </a:ext>
            </a:extLst>
          </p:cNvPr>
          <p:cNvSpPr/>
          <p:nvPr/>
        </p:nvSpPr>
        <p:spPr>
          <a:xfrm>
            <a:off x="1474114" y="3711001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82DE5B-2A69-A80F-9164-4F926DB4B245}"/>
              </a:ext>
            </a:extLst>
          </p:cNvPr>
          <p:cNvSpPr txBox="1"/>
          <p:nvPr/>
        </p:nvSpPr>
        <p:spPr>
          <a:xfrm>
            <a:off x="1333021" y="3351550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0A80A31-9986-4180-0E4F-3547F3B24D12}"/>
              </a:ext>
            </a:extLst>
          </p:cNvPr>
          <p:cNvSpPr/>
          <p:nvPr/>
        </p:nvSpPr>
        <p:spPr>
          <a:xfrm>
            <a:off x="2122293" y="3711001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D88307-3E52-583B-D677-573DCC2C21C8}"/>
              </a:ext>
            </a:extLst>
          </p:cNvPr>
          <p:cNvSpPr txBox="1"/>
          <p:nvPr/>
        </p:nvSpPr>
        <p:spPr>
          <a:xfrm>
            <a:off x="1981200" y="3351550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8780734-97E8-F69B-D4C1-DD6298BE5A29}"/>
              </a:ext>
            </a:extLst>
          </p:cNvPr>
          <p:cNvSpPr/>
          <p:nvPr/>
        </p:nvSpPr>
        <p:spPr>
          <a:xfrm>
            <a:off x="2770472" y="3711001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E54A58-8F62-543D-BD2D-C2DCF1AF4EA2}"/>
              </a:ext>
            </a:extLst>
          </p:cNvPr>
          <p:cNvSpPr txBox="1"/>
          <p:nvPr/>
        </p:nvSpPr>
        <p:spPr>
          <a:xfrm>
            <a:off x="2629379" y="3351550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A1360B4-7BDF-1E00-A781-9092731AFF3F}"/>
              </a:ext>
            </a:extLst>
          </p:cNvPr>
          <p:cNvSpPr/>
          <p:nvPr/>
        </p:nvSpPr>
        <p:spPr>
          <a:xfrm>
            <a:off x="1891478" y="4815901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E4B1453-B138-E251-B9A2-77439B21E873}"/>
              </a:ext>
            </a:extLst>
          </p:cNvPr>
          <p:cNvSpPr/>
          <p:nvPr/>
        </p:nvSpPr>
        <p:spPr>
          <a:xfrm>
            <a:off x="2539657" y="4815901"/>
            <a:ext cx="228600" cy="228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91DD3F-BAE0-7918-8D66-0C71130DD9CC}"/>
              </a:ext>
            </a:extLst>
          </p:cNvPr>
          <p:cNvSpPr txBox="1"/>
          <p:nvPr/>
        </p:nvSpPr>
        <p:spPr>
          <a:xfrm>
            <a:off x="1762950" y="5000006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BE6A5C-082A-76C9-41DD-C5D0F6534576}"/>
              </a:ext>
            </a:extLst>
          </p:cNvPr>
          <p:cNvSpPr txBox="1"/>
          <p:nvPr/>
        </p:nvSpPr>
        <p:spPr>
          <a:xfrm>
            <a:off x="2411129" y="5000006"/>
            <a:ext cx="51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F3407A6-4511-2C3D-B4E3-517B65BAAAA0}"/>
              </a:ext>
            </a:extLst>
          </p:cNvPr>
          <p:cNvCxnSpPr>
            <a:cxnSpLocks/>
            <a:stCxn id="43" idx="4"/>
            <a:endCxn id="40" idx="1"/>
          </p:cNvCxnSpPr>
          <p:nvPr/>
        </p:nvCxnSpPr>
        <p:spPr>
          <a:xfrm>
            <a:off x="1588414" y="3939601"/>
            <a:ext cx="336542" cy="9097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AB90BCA-2754-11BF-3EB1-033A608F7440}"/>
              </a:ext>
            </a:extLst>
          </p:cNvPr>
          <p:cNvCxnSpPr>
            <a:cxnSpLocks/>
            <a:stCxn id="12" idx="4"/>
            <a:endCxn id="40" idx="0"/>
          </p:cNvCxnSpPr>
          <p:nvPr/>
        </p:nvCxnSpPr>
        <p:spPr>
          <a:xfrm flipH="1">
            <a:off x="2005778" y="3939601"/>
            <a:ext cx="230815" cy="876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6A4CCB6-9004-D289-A54E-B84D9709F415}"/>
              </a:ext>
            </a:extLst>
          </p:cNvPr>
          <p:cNvCxnSpPr>
            <a:stCxn id="12" idx="4"/>
            <a:endCxn id="41" idx="0"/>
          </p:cNvCxnSpPr>
          <p:nvPr/>
        </p:nvCxnSpPr>
        <p:spPr>
          <a:xfrm>
            <a:off x="2236593" y="3939601"/>
            <a:ext cx="417364" cy="876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872FEC8-406F-8A4B-D92C-6EB4E69EC40A}"/>
              </a:ext>
            </a:extLst>
          </p:cNvPr>
          <p:cNvCxnSpPr>
            <a:cxnSpLocks/>
            <a:stCxn id="29" idx="4"/>
            <a:endCxn id="40" idx="7"/>
          </p:cNvCxnSpPr>
          <p:nvPr/>
        </p:nvCxnSpPr>
        <p:spPr>
          <a:xfrm flipH="1">
            <a:off x="2086600" y="3939601"/>
            <a:ext cx="798172" cy="9097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192A6AC8-3EDF-BC81-F77C-41AFB68A951F}"/>
              </a:ext>
            </a:extLst>
          </p:cNvPr>
          <p:cNvSpPr/>
          <p:nvPr/>
        </p:nvSpPr>
        <p:spPr>
          <a:xfrm>
            <a:off x="990600" y="3352800"/>
            <a:ext cx="2514600" cy="67815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207D41-EB83-5673-9CBB-EC1B8249D4FF}"/>
              </a:ext>
            </a:extLst>
          </p:cNvPr>
          <p:cNvSpPr txBox="1"/>
          <p:nvPr/>
        </p:nvSpPr>
        <p:spPr>
          <a:xfrm>
            <a:off x="3621715" y="3507211"/>
            <a:ext cx="194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{V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8FD0185-4906-C60D-CB2D-59F79BC00A93}"/>
              </a:ext>
            </a:extLst>
          </p:cNvPr>
          <p:cNvSpPr/>
          <p:nvPr/>
        </p:nvSpPr>
        <p:spPr>
          <a:xfrm>
            <a:off x="990600" y="4732045"/>
            <a:ext cx="2514600" cy="67815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AF526D2-0F31-ADE9-B9B0-B332C8B4E6CA}"/>
              </a:ext>
            </a:extLst>
          </p:cNvPr>
          <p:cNvSpPr txBox="1"/>
          <p:nvPr/>
        </p:nvSpPr>
        <p:spPr>
          <a:xfrm>
            <a:off x="3586022" y="4812268"/>
            <a:ext cx="194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= {V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480F05F-3886-5674-83D2-329744C9D24D}"/>
                  </a:ext>
                </a:extLst>
              </p:cNvPr>
              <p:cNvSpPr txBox="1"/>
              <p:nvPr/>
            </p:nvSpPr>
            <p:spPr>
              <a:xfrm>
                <a:off x="3621714" y="4159739"/>
                <a:ext cx="23218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 =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∅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[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disjoint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480F05F-3886-5674-83D2-329744C9D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714" y="4159739"/>
                <a:ext cx="2321885" cy="369332"/>
              </a:xfrm>
              <a:prstGeom prst="rect">
                <a:avLst/>
              </a:prstGeom>
              <a:blipFill>
                <a:blip r:embed="rId2"/>
                <a:stretch>
                  <a:fillRect l="-210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7884A980-D0BF-7E81-C1F6-8B26885A6EBC}"/>
              </a:ext>
            </a:extLst>
          </p:cNvPr>
          <p:cNvSpPr txBox="1"/>
          <p:nvPr/>
        </p:nvSpPr>
        <p:spPr>
          <a:xfrm>
            <a:off x="457200" y="5678161"/>
            <a:ext cx="8686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set of vertices have no edges among them, then the set is independent </a:t>
            </a:r>
            <a:endParaRPr lang="en-US" sz="2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C770554-0C41-5208-EC13-B3109AFC384A}"/>
              </a:ext>
            </a:extLst>
          </p:cNvPr>
          <p:cNvSpPr txBox="1"/>
          <p:nvPr/>
        </p:nvSpPr>
        <p:spPr>
          <a:xfrm>
            <a:off x="457200" y="6161565"/>
            <a:ext cx="6248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P and Q are both independent sets</a:t>
            </a:r>
            <a:endParaRPr lang="en-US" sz="2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33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3" grpId="0" animBg="1"/>
      <p:bldP spid="30" grpId="0"/>
      <p:bldP spid="12" grpId="0" animBg="1"/>
      <p:bldP spid="14" grpId="0"/>
      <p:bldP spid="29" grpId="0" animBg="1"/>
      <p:bldP spid="39" grpId="0"/>
      <p:bldP spid="40" grpId="0" animBg="1"/>
      <p:bldP spid="41" grpId="0" animBg="1"/>
      <p:bldP spid="51" grpId="0"/>
      <p:bldP spid="52" grpId="0"/>
      <p:bldP spid="69" grpId="0" animBg="1"/>
      <p:bldP spid="70" grpId="0"/>
      <p:bldP spid="72" grpId="0" animBg="1"/>
      <p:bldP spid="73" grpId="0"/>
      <p:bldP spid="74" grpId="0"/>
      <p:bldP spid="75" grpId="0"/>
      <p:bldP spid="7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BIPARTISM CHECKING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CAFD25-FA76-EE81-9BE5-DA9361B54164}"/>
              </a:ext>
            </a:extLst>
          </p:cNvPr>
          <p:cNvSpPr txBox="1"/>
          <p:nvPr/>
        </p:nvSpPr>
        <p:spPr>
          <a:xfrm>
            <a:off x="457200" y="1524000"/>
            <a:ext cx="1963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Initialization: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D3BAA-222C-4412-C8BD-92EF003A9F74}"/>
              </a:ext>
            </a:extLst>
          </p:cNvPr>
          <p:cNvSpPr txBox="1"/>
          <p:nvPr/>
        </p:nvSpPr>
        <p:spPr>
          <a:xfrm>
            <a:off x="915138" y="1774555"/>
            <a:ext cx="61759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1: Take two colors (Color-0, Color-1) and a queue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D67DF3-66FC-5548-4AE1-58966BB2C5A2}"/>
              </a:ext>
            </a:extLst>
          </p:cNvPr>
          <p:cNvSpPr txBox="1"/>
          <p:nvPr/>
        </p:nvSpPr>
        <p:spPr>
          <a:xfrm>
            <a:off x="914398" y="2114490"/>
            <a:ext cx="7032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2: Color any vertex with any color and add it in the queue 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355894-2440-E255-D4C8-7F22C847A835}"/>
              </a:ext>
            </a:extLst>
          </p:cNvPr>
          <p:cNvSpPr txBox="1"/>
          <p:nvPr/>
        </p:nvSpPr>
        <p:spPr>
          <a:xfrm>
            <a:off x="457200" y="2466563"/>
            <a:ext cx="4953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Repetitive steps until the queue is empty: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44EEE1-4B0E-DA46-7F7D-1B32281C4C52}"/>
              </a:ext>
            </a:extLst>
          </p:cNvPr>
          <p:cNvSpPr txBox="1"/>
          <p:nvPr/>
        </p:nvSpPr>
        <p:spPr>
          <a:xfrm>
            <a:off x="914398" y="2796322"/>
            <a:ext cx="4909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3: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Vertex at the front of the queue</a:t>
            </a:r>
            <a:endParaRPr lang="en-US" sz="2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45FD33-E710-6C82-ED7B-A879285B9A37}"/>
              </a:ext>
            </a:extLst>
          </p:cNvPr>
          <p:cNvSpPr txBox="1"/>
          <p:nvPr/>
        </p:nvSpPr>
        <p:spPr>
          <a:xfrm>
            <a:off x="914398" y="3116191"/>
            <a:ext cx="37419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4: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Assigned color of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78FFE6-EF61-8190-1BAE-D5E7248DEAD4}"/>
              </a:ext>
            </a:extLst>
          </p:cNvPr>
          <p:cNvSpPr txBox="1"/>
          <p:nvPr/>
        </p:nvSpPr>
        <p:spPr>
          <a:xfrm>
            <a:off x="914399" y="3474330"/>
            <a:ext cx="4738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5: Find all the adjacent vertices of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3458C0-46F5-E0CE-C17B-8989FC2B17B7}"/>
              </a:ext>
            </a:extLst>
          </p:cNvPr>
          <p:cNvSpPr txBox="1"/>
          <p:nvPr/>
        </p:nvSpPr>
        <p:spPr>
          <a:xfrm>
            <a:off x="914398" y="3810000"/>
            <a:ext cx="6577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6: If any adjacent of u is already colored with Color-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CCE83F-ACC9-797F-AF42-234E9A72BAF8}"/>
              </a:ext>
            </a:extLst>
          </p:cNvPr>
          <p:cNvSpPr txBox="1"/>
          <p:nvPr/>
        </p:nvSpPr>
        <p:spPr>
          <a:xfrm>
            <a:off x="2199151" y="4197073"/>
            <a:ext cx="6423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Terminate the process by declaring the graph “Not Bipartite”</a:t>
            </a:r>
            <a:endParaRPr lang="en-US" sz="2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F02E6F-830B-5507-2583-748AAA9AA93C}"/>
              </a:ext>
            </a:extLst>
          </p:cNvPr>
          <p:cNvSpPr txBox="1"/>
          <p:nvPr/>
        </p:nvSpPr>
        <p:spPr>
          <a:xfrm>
            <a:off x="914399" y="4561747"/>
            <a:ext cx="6858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7: Color all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uncolored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adjacent vertices of u by the Color-((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+1) MOD 2) and add them in the queue</a:t>
            </a:r>
            <a:endParaRPr lang="en-US" sz="2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FED010-BCC0-EA77-271C-6397089864A8}"/>
              </a:ext>
            </a:extLst>
          </p:cNvPr>
          <p:cNvSpPr txBox="1"/>
          <p:nvPr/>
        </p:nvSpPr>
        <p:spPr>
          <a:xfrm>
            <a:off x="457200" y="5637728"/>
            <a:ext cx="15905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Final Step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E0F19A-3B69-4E3A-5E0A-D481E12C8714}"/>
              </a:ext>
            </a:extLst>
          </p:cNvPr>
          <p:cNvSpPr txBox="1"/>
          <p:nvPr/>
        </p:nvSpPr>
        <p:spPr>
          <a:xfrm>
            <a:off x="895162" y="5923418"/>
            <a:ext cx="45881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9: Declare the graph as “Bipartite”</a:t>
            </a:r>
            <a:endParaRPr lang="en-US" sz="2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6F1163-D26D-CA0C-88B3-7AC0DA4C7D6C}"/>
              </a:ext>
            </a:extLst>
          </p:cNvPr>
          <p:cNvSpPr txBox="1"/>
          <p:nvPr/>
        </p:nvSpPr>
        <p:spPr>
          <a:xfrm>
            <a:off x="914397" y="5237618"/>
            <a:ext cx="3974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8: Remove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from the queue</a:t>
            </a:r>
          </a:p>
        </p:txBody>
      </p:sp>
    </p:spTree>
    <p:extLst>
      <p:ext uri="{BB962C8B-B14F-4D97-AF65-F5344CB8AC3E}">
        <p14:creationId xmlns:p14="http://schemas.microsoft.com/office/powerpoint/2010/main" val="228817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1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BIPARTISM CHECKING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F8DF0D-9BE2-8F7C-BAAD-C32861120608}"/>
              </a:ext>
            </a:extLst>
          </p:cNvPr>
          <p:cNvSpPr/>
          <p:nvPr/>
        </p:nvSpPr>
        <p:spPr>
          <a:xfrm>
            <a:off x="1143000" y="2707322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2147B5-A135-C380-6AFF-DD4965BEE421}"/>
              </a:ext>
            </a:extLst>
          </p:cNvPr>
          <p:cNvSpPr/>
          <p:nvPr/>
        </p:nvSpPr>
        <p:spPr>
          <a:xfrm>
            <a:off x="762000" y="186949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B66672D-369C-8CDF-59C5-8831ACC16BFB}"/>
              </a:ext>
            </a:extLst>
          </p:cNvPr>
          <p:cNvSpPr/>
          <p:nvPr/>
        </p:nvSpPr>
        <p:spPr>
          <a:xfrm>
            <a:off x="762000" y="3495957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CAD05A-A52C-BC01-3770-341C1899257B}"/>
              </a:ext>
            </a:extLst>
          </p:cNvPr>
          <p:cNvSpPr/>
          <p:nvPr/>
        </p:nvSpPr>
        <p:spPr>
          <a:xfrm>
            <a:off x="1600200" y="3495957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FED4EE1-9933-EC95-838E-F9857DF532A9}"/>
              </a:ext>
            </a:extLst>
          </p:cNvPr>
          <p:cNvSpPr/>
          <p:nvPr/>
        </p:nvSpPr>
        <p:spPr>
          <a:xfrm>
            <a:off x="1143000" y="4360425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DC8B4B-AA58-BBC3-7C20-3C4AD7DC41DE}"/>
              </a:ext>
            </a:extLst>
          </p:cNvPr>
          <p:cNvCxnSpPr>
            <a:stCxn id="3" idx="2"/>
            <a:endCxn id="12" idx="6"/>
          </p:cNvCxnSpPr>
          <p:nvPr/>
        </p:nvCxnSpPr>
        <p:spPr>
          <a:xfrm flipH="1">
            <a:off x="1219200" y="2098090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680B8B8-CFAC-585E-0B3A-0D52C71C88FA}"/>
              </a:ext>
            </a:extLst>
          </p:cNvPr>
          <p:cNvCxnSpPr>
            <a:cxnSpLocks/>
            <a:stCxn id="3" idx="3"/>
            <a:endCxn id="7" idx="7"/>
          </p:cNvCxnSpPr>
          <p:nvPr/>
        </p:nvCxnSpPr>
        <p:spPr>
          <a:xfrm flipH="1">
            <a:off x="1533245" y="2259735"/>
            <a:ext cx="133910" cy="5145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72D50F-D1AE-E3DC-5399-A302F9A70E8E}"/>
              </a:ext>
            </a:extLst>
          </p:cNvPr>
          <p:cNvCxnSpPr>
            <a:stCxn id="7" idx="3"/>
            <a:endCxn id="14" idx="1"/>
          </p:cNvCxnSpPr>
          <p:nvPr/>
        </p:nvCxnSpPr>
        <p:spPr>
          <a:xfrm flipH="1">
            <a:off x="990600" y="3097567"/>
            <a:ext cx="219355" cy="3983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680FB7-D245-DCC1-882D-71EBEF2A42D5}"/>
              </a:ext>
            </a:extLst>
          </p:cNvPr>
          <p:cNvCxnSpPr>
            <a:stCxn id="7" idx="5"/>
            <a:endCxn id="20" idx="0"/>
          </p:cNvCxnSpPr>
          <p:nvPr/>
        </p:nvCxnSpPr>
        <p:spPr>
          <a:xfrm>
            <a:off x="1533245" y="3097567"/>
            <a:ext cx="295555" cy="3983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CCAA7A4-0959-1302-EDB5-8E8AB8F561E3}"/>
              </a:ext>
            </a:extLst>
          </p:cNvPr>
          <p:cNvCxnSpPr>
            <a:stCxn id="14" idx="4"/>
            <a:endCxn id="21" idx="1"/>
          </p:cNvCxnSpPr>
          <p:nvPr/>
        </p:nvCxnSpPr>
        <p:spPr>
          <a:xfrm>
            <a:off x="990600" y="3953157"/>
            <a:ext cx="219355" cy="4742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7F85E3C-610F-E7A5-9125-D730AD2FC065}"/>
              </a:ext>
            </a:extLst>
          </p:cNvPr>
          <p:cNvCxnSpPr>
            <a:stCxn id="20" idx="4"/>
            <a:endCxn id="21" idx="7"/>
          </p:cNvCxnSpPr>
          <p:nvPr/>
        </p:nvCxnSpPr>
        <p:spPr>
          <a:xfrm flipH="1">
            <a:off x="1533245" y="3953157"/>
            <a:ext cx="295555" cy="4742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0CC1275-0D55-4569-83B1-1F49BB736C1D}"/>
              </a:ext>
            </a:extLst>
          </p:cNvPr>
          <p:cNvCxnSpPr>
            <a:cxnSpLocks/>
          </p:cNvCxnSpPr>
          <p:nvPr/>
        </p:nvCxnSpPr>
        <p:spPr>
          <a:xfrm>
            <a:off x="3048000" y="1822437"/>
            <a:ext cx="0" cy="3581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7FC46BC-6977-196F-3480-912AF9165BF5}"/>
              </a:ext>
            </a:extLst>
          </p:cNvPr>
          <p:cNvCxnSpPr>
            <a:cxnSpLocks/>
          </p:cNvCxnSpPr>
          <p:nvPr/>
        </p:nvCxnSpPr>
        <p:spPr>
          <a:xfrm>
            <a:off x="3733800" y="1822437"/>
            <a:ext cx="0" cy="3581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3F0B8FED-B4AA-3613-F208-F0E60A72E347}"/>
              </a:ext>
            </a:extLst>
          </p:cNvPr>
          <p:cNvSpPr/>
          <p:nvPr/>
        </p:nvSpPr>
        <p:spPr>
          <a:xfrm>
            <a:off x="5240415" y="1822437"/>
            <a:ext cx="685798" cy="29851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5C0732-C525-AD0E-ADBD-08331A8713F7}"/>
              </a:ext>
            </a:extLst>
          </p:cNvPr>
          <p:cNvSpPr txBox="1"/>
          <p:nvPr/>
        </p:nvSpPr>
        <p:spPr>
          <a:xfrm>
            <a:off x="4090549" y="1737113"/>
            <a:ext cx="1136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Color-0: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9164A69-F727-7A4D-C1D6-BAA515AE9D18}"/>
              </a:ext>
            </a:extLst>
          </p:cNvPr>
          <p:cNvSpPr/>
          <p:nvPr/>
        </p:nvSpPr>
        <p:spPr>
          <a:xfrm>
            <a:off x="7389389" y="1822437"/>
            <a:ext cx="685798" cy="29851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EFD05BD-1C4B-0B93-B55A-5A49B2F5E66D}"/>
              </a:ext>
            </a:extLst>
          </p:cNvPr>
          <p:cNvSpPr txBox="1"/>
          <p:nvPr/>
        </p:nvSpPr>
        <p:spPr>
          <a:xfrm>
            <a:off x="6239523" y="1737113"/>
            <a:ext cx="1136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Color-1: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FB0E591-EF84-469F-B419-1640113A4845}"/>
              </a:ext>
            </a:extLst>
          </p:cNvPr>
          <p:cNvSpPr/>
          <p:nvPr/>
        </p:nvSpPr>
        <p:spPr>
          <a:xfrm>
            <a:off x="1600200" y="187263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1BCEDF3-0309-6C5F-A600-7223D4BCF669}"/>
              </a:ext>
            </a:extLst>
          </p:cNvPr>
          <p:cNvSpPr/>
          <p:nvPr/>
        </p:nvSpPr>
        <p:spPr>
          <a:xfrm>
            <a:off x="1143000" y="4360425"/>
            <a:ext cx="457200" cy="457200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BE79240-12EF-5A82-0640-5B8821F9F8A3}"/>
              </a:ext>
            </a:extLst>
          </p:cNvPr>
          <p:cNvSpPr/>
          <p:nvPr/>
        </p:nvSpPr>
        <p:spPr>
          <a:xfrm>
            <a:off x="1600200" y="186949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6F59136-1ADE-A5BF-5426-33A385AB8598}"/>
              </a:ext>
            </a:extLst>
          </p:cNvPr>
          <p:cNvSpPr/>
          <p:nvPr/>
        </p:nvSpPr>
        <p:spPr>
          <a:xfrm>
            <a:off x="3162300" y="4914350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9696AF1-7D19-B9DB-1133-FBC18D6E8C51}"/>
              </a:ext>
            </a:extLst>
          </p:cNvPr>
          <p:cNvSpPr txBox="1"/>
          <p:nvPr/>
        </p:nvSpPr>
        <p:spPr>
          <a:xfrm>
            <a:off x="3215211" y="495828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4548E2C-7EB2-AB6C-DCC5-B5A239FA0269}"/>
              </a:ext>
            </a:extLst>
          </p:cNvPr>
          <p:cNvSpPr txBox="1"/>
          <p:nvPr/>
        </p:nvSpPr>
        <p:spPr>
          <a:xfrm>
            <a:off x="4164992" y="2312313"/>
            <a:ext cx="643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F59F3F6-2901-1A21-25A8-77DADDBF7E08}"/>
              </a:ext>
            </a:extLst>
          </p:cNvPr>
          <p:cNvSpPr txBox="1"/>
          <p:nvPr/>
        </p:nvSpPr>
        <p:spPr>
          <a:xfrm>
            <a:off x="4854348" y="2312313"/>
            <a:ext cx="457200" cy="43088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FD177A4-05C6-CCE3-6837-935C4714D536}"/>
              </a:ext>
            </a:extLst>
          </p:cNvPr>
          <p:cNvSpPr txBox="1"/>
          <p:nvPr/>
        </p:nvSpPr>
        <p:spPr>
          <a:xfrm>
            <a:off x="4164252" y="2987582"/>
            <a:ext cx="643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956BF35-9697-4F97-C0C0-DCA00B478360}"/>
              </a:ext>
            </a:extLst>
          </p:cNvPr>
          <p:cNvSpPr txBox="1"/>
          <p:nvPr/>
        </p:nvSpPr>
        <p:spPr>
          <a:xfrm>
            <a:off x="4853608" y="2987582"/>
            <a:ext cx="457200" cy="43088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55DD362-282E-C5DF-A0F9-117FBE65EB80}"/>
              </a:ext>
            </a:extLst>
          </p:cNvPr>
          <p:cNvSpPr txBox="1"/>
          <p:nvPr/>
        </p:nvSpPr>
        <p:spPr>
          <a:xfrm>
            <a:off x="5700497" y="2983020"/>
            <a:ext cx="22140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MOD 2 =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BAA214A-85B7-46E9-06AF-D1749D204CF2}"/>
              </a:ext>
            </a:extLst>
          </p:cNvPr>
          <p:cNvSpPr txBox="1"/>
          <p:nvPr/>
        </p:nvSpPr>
        <p:spPr>
          <a:xfrm>
            <a:off x="8001000" y="2983019"/>
            <a:ext cx="457200" cy="43088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1BF82D2-6DFD-75A7-9923-0F2716CF15AE}"/>
              </a:ext>
            </a:extLst>
          </p:cNvPr>
          <p:cNvSpPr/>
          <p:nvPr/>
        </p:nvSpPr>
        <p:spPr>
          <a:xfrm>
            <a:off x="762000" y="1864684"/>
            <a:ext cx="457200" cy="457200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83BA006-438D-04A3-9E28-93DC533CE2E3}"/>
              </a:ext>
            </a:extLst>
          </p:cNvPr>
          <p:cNvSpPr/>
          <p:nvPr/>
        </p:nvSpPr>
        <p:spPr>
          <a:xfrm>
            <a:off x="3164894" y="4361597"/>
            <a:ext cx="457200" cy="457200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67D1135-845C-40E6-02E4-8D87E83B4C70}"/>
              </a:ext>
            </a:extLst>
          </p:cNvPr>
          <p:cNvSpPr txBox="1"/>
          <p:nvPr/>
        </p:nvSpPr>
        <p:spPr>
          <a:xfrm>
            <a:off x="3217805" y="440553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B24383C-5E68-EEE1-5567-72D62A1AE9FF}"/>
              </a:ext>
            </a:extLst>
          </p:cNvPr>
          <p:cNvSpPr/>
          <p:nvPr/>
        </p:nvSpPr>
        <p:spPr>
          <a:xfrm>
            <a:off x="1143000" y="2699369"/>
            <a:ext cx="457200" cy="457200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409B50F-6C38-F7C5-B6C2-649608F08AEA}"/>
              </a:ext>
            </a:extLst>
          </p:cNvPr>
          <p:cNvSpPr/>
          <p:nvPr/>
        </p:nvSpPr>
        <p:spPr>
          <a:xfrm>
            <a:off x="3167852" y="3810000"/>
            <a:ext cx="457200" cy="457200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CDDDCE0-1755-579E-02B4-940D175C2CA6}"/>
              </a:ext>
            </a:extLst>
          </p:cNvPr>
          <p:cNvSpPr txBox="1"/>
          <p:nvPr/>
        </p:nvSpPr>
        <p:spPr>
          <a:xfrm>
            <a:off x="3220763" y="385393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C0B1628-43D2-7249-7646-EA024D828BCD}"/>
              </a:ext>
            </a:extLst>
          </p:cNvPr>
          <p:cNvSpPr/>
          <p:nvPr/>
        </p:nvSpPr>
        <p:spPr>
          <a:xfrm>
            <a:off x="3146837" y="4898959"/>
            <a:ext cx="510107" cy="574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84310B2-191B-BFBB-6FBE-55DB93B76726}"/>
              </a:ext>
            </a:extLst>
          </p:cNvPr>
          <p:cNvSpPr txBox="1"/>
          <p:nvPr/>
        </p:nvSpPr>
        <p:spPr>
          <a:xfrm>
            <a:off x="4856016" y="2309418"/>
            <a:ext cx="457200" cy="43088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3766413-4C77-1BD7-4F19-0961F22C447C}"/>
              </a:ext>
            </a:extLst>
          </p:cNvPr>
          <p:cNvSpPr txBox="1"/>
          <p:nvPr/>
        </p:nvSpPr>
        <p:spPr>
          <a:xfrm>
            <a:off x="4853608" y="2990477"/>
            <a:ext cx="457200" cy="43088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8FABB1-C703-C16C-1CAC-360D4B63BBE1}"/>
              </a:ext>
            </a:extLst>
          </p:cNvPr>
          <p:cNvSpPr txBox="1"/>
          <p:nvPr/>
        </p:nvSpPr>
        <p:spPr>
          <a:xfrm>
            <a:off x="8001000" y="2981104"/>
            <a:ext cx="457200" cy="43088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5117336-A283-9E19-935C-7F8E4E76CAB9}"/>
              </a:ext>
            </a:extLst>
          </p:cNvPr>
          <p:cNvSpPr/>
          <p:nvPr/>
        </p:nvSpPr>
        <p:spPr>
          <a:xfrm>
            <a:off x="767494" y="3500761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14C40B9-5FAD-57E0-D3AF-CDE53B84C0E3}"/>
              </a:ext>
            </a:extLst>
          </p:cNvPr>
          <p:cNvSpPr/>
          <p:nvPr/>
        </p:nvSpPr>
        <p:spPr>
          <a:xfrm>
            <a:off x="3156734" y="3236310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B8100FA-F9E5-E751-4C65-11FE3F117D08}"/>
              </a:ext>
            </a:extLst>
          </p:cNvPr>
          <p:cNvSpPr txBox="1"/>
          <p:nvPr/>
        </p:nvSpPr>
        <p:spPr>
          <a:xfrm>
            <a:off x="3209645" y="328024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3FD949CE-7663-C9CF-24E2-058AFC70B801}"/>
              </a:ext>
            </a:extLst>
          </p:cNvPr>
          <p:cNvSpPr/>
          <p:nvPr/>
        </p:nvSpPr>
        <p:spPr>
          <a:xfrm>
            <a:off x="1605115" y="3492810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F5F8F11-B643-1208-41B1-4B03E1106001}"/>
              </a:ext>
            </a:extLst>
          </p:cNvPr>
          <p:cNvSpPr/>
          <p:nvPr/>
        </p:nvSpPr>
        <p:spPr>
          <a:xfrm>
            <a:off x="3156734" y="266338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8CBD35E-99C5-E595-706A-D644797CA2E8}"/>
              </a:ext>
            </a:extLst>
          </p:cNvPr>
          <p:cNvSpPr txBox="1"/>
          <p:nvPr/>
        </p:nvSpPr>
        <p:spPr>
          <a:xfrm>
            <a:off x="3209645" y="2707322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D6B32C9-D3D2-01F8-59A8-EB037A144460}"/>
              </a:ext>
            </a:extLst>
          </p:cNvPr>
          <p:cNvSpPr/>
          <p:nvPr/>
        </p:nvSpPr>
        <p:spPr>
          <a:xfrm>
            <a:off x="3130280" y="4338512"/>
            <a:ext cx="510107" cy="501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34649E-5E41-C7A6-FCFA-7FE103EB5EA5}"/>
              </a:ext>
            </a:extLst>
          </p:cNvPr>
          <p:cNvSpPr txBox="1"/>
          <p:nvPr/>
        </p:nvSpPr>
        <p:spPr>
          <a:xfrm>
            <a:off x="4857684" y="2309418"/>
            <a:ext cx="457200" cy="43088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A2BDF12-7072-190A-0359-262C83931CC7}"/>
              </a:ext>
            </a:extLst>
          </p:cNvPr>
          <p:cNvSpPr txBox="1"/>
          <p:nvPr/>
        </p:nvSpPr>
        <p:spPr>
          <a:xfrm>
            <a:off x="4853608" y="2983019"/>
            <a:ext cx="457200" cy="43088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1DD3DD6-7D24-A398-5846-220E2E05598C}"/>
              </a:ext>
            </a:extLst>
          </p:cNvPr>
          <p:cNvSpPr txBox="1"/>
          <p:nvPr/>
        </p:nvSpPr>
        <p:spPr>
          <a:xfrm>
            <a:off x="8008971" y="2981104"/>
            <a:ext cx="457200" cy="43088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F05CDFB-D096-EFF0-BFC5-3DF4D5776B04}"/>
              </a:ext>
            </a:extLst>
          </p:cNvPr>
          <p:cNvSpPr/>
          <p:nvPr/>
        </p:nvSpPr>
        <p:spPr>
          <a:xfrm>
            <a:off x="3138440" y="3791962"/>
            <a:ext cx="510107" cy="574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661AE3F-D67F-D673-C9A9-FC525D7309F8}"/>
              </a:ext>
            </a:extLst>
          </p:cNvPr>
          <p:cNvSpPr txBox="1"/>
          <p:nvPr/>
        </p:nvSpPr>
        <p:spPr>
          <a:xfrm>
            <a:off x="4853608" y="2304855"/>
            <a:ext cx="457200" cy="43088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1601A42-D284-CA72-C7D6-27D914C63281}"/>
              </a:ext>
            </a:extLst>
          </p:cNvPr>
          <p:cNvSpPr txBox="1"/>
          <p:nvPr/>
        </p:nvSpPr>
        <p:spPr>
          <a:xfrm>
            <a:off x="4857684" y="2984687"/>
            <a:ext cx="457200" cy="43088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B3AC51F-DE37-6A23-C80B-A66C28BF04F4}"/>
              </a:ext>
            </a:extLst>
          </p:cNvPr>
          <p:cNvSpPr txBox="1"/>
          <p:nvPr/>
        </p:nvSpPr>
        <p:spPr>
          <a:xfrm>
            <a:off x="8001000" y="2983323"/>
            <a:ext cx="457200" cy="43088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D7055CA-C1EC-87F6-9775-54AC3DE5E992}"/>
              </a:ext>
            </a:extLst>
          </p:cNvPr>
          <p:cNvSpPr/>
          <p:nvPr/>
        </p:nvSpPr>
        <p:spPr>
          <a:xfrm>
            <a:off x="3162320" y="2076255"/>
            <a:ext cx="457200" cy="457200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531E9D8-63E1-A38B-A74C-A494703C607C}"/>
              </a:ext>
            </a:extLst>
          </p:cNvPr>
          <p:cNvSpPr txBox="1"/>
          <p:nvPr/>
        </p:nvSpPr>
        <p:spPr>
          <a:xfrm>
            <a:off x="3215231" y="212018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8A8BFD9-717D-D4D8-6908-CA634072CD4C}"/>
              </a:ext>
            </a:extLst>
          </p:cNvPr>
          <p:cNvSpPr/>
          <p:nvPr/>
        </p:nvSpPr>
        <p:spPr>
          <a:xfrm>
            <a:off x="3130285" y="3203652"/>
            <a:ext cx="510107" cy="544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5CC907B-4A1C-7BAC-69B6-CFEDF16137B9}"/>
              </a:ext>
            </a:extLst>
          </p:cNvPr>
          <p:cNvSpPr txBox="1"/>
          <p:nvPr/>
        </p:nvSpPr>
        <p:spPr>
          <a:xfrm>
            <a:off x="4853608" y="2312313"/>
            <a:ext cx="457200" cy="43088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7167D54-F40B-9303-7A4B-D362B198A054}"/>
              </a:ext>
            </a:extLst>
          </p:cNvPr>
          <p:cNvSpPr txBox="1"/>
          <p:nvPr/>
        </p:nvSpPr>
        <p:spPr>
          <a:xfrm>
            <a:off x="4859716" y="2985978"/>
            <a:ext cx="457200" cy="43088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7C074F1-081A-7A0E-B89B-CFFC17A531F8}"/>
              </a:ext>
            </a:extLst>
          </p:cNvPr>
          <p:cNvSpPr txBox="1"/>
          <p:nvPr/>
        </p:nvSpPr>
        <p:spPr>
          <a:xfrm>
            <a:off x="8008971" y="2991455"/>
            <a:ext cx="457200" cy="43088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79F4394-469D-110F-7E28-F8055D6A436F}"/>
              </a:ext>
            </a:extLst>
          </p:cNvPr>
          <p:cNvSpPr/>
          <p:nvPr/>
        </p:nvSpPr>
        <p:spPr>
          <a:xfrm>
            <a:off x="3146836" y="2619001"/>
            <a:ext cx="510107" cy="640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C2CD61D-8D15-D511-51D5-4F407BE1BC9D}"/>
              </a:ext>
            </a:extLst>
          </p:cNvPr>
          <p:cNvSpPr txBox="1"/>
          <p:nvPr/>
        </p:nvSpPr>
        <p:spPr>
          <a:xfrm>
            <a:off x="4850889" y="2304855"/>
            <a:ext cx="457200" cy="43088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666C9C7-ABA2-D80F-1317-9FB50F61A6D8}"/>
              </a:ext>
            </a:extLst>
          </p:cNvPr>
          <p:cNvSpPr txBox="1"/>
          <p:nvPr/>
        </p:nvSpPr>
        <p:spPr>
          <a:xfrm>
            <a:off x="4858077" y="2992875"/>
            <a:ext cx="457200" cy="43088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E0E02A9-7C5F-856A-74DE-B3935C6454A9}"/>
              </a:ext>
            </a:extLst>
          </p:cNvPr>
          <p:cNvSpPr txBox="1"/>
          <p:nvPr/>
        </p:nvSpPr>
        <p:spPr>
          <a:xfrm>
            <a:off x="8003328" y="2989710"/>
            <a:ext cx="457200" cy="43088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F06D1B-7159-7284-30CC-1126D0F08598}"/>
              </a:ext>
            </a:extLst>
          </p:cNvPr>
          <p:cNvSpPr txBox="1"/>
          <p:nvPr/>
        </p:nvSpPr>
        <p:spPr>
          <a:xfrm>
            <a:off x="786350" y="1892537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4B298E-119E-6AFB-454D-64DE3773FF6B}"/>
              </a:ext>
            </a:extLst>
          </p:cNvPr>
          <p:cNvSpPr txBox="1"/>
          <p:nvPr/>
        </p:nvSpPr>
        <p:spPr>
          <a:xfrm>
            <a:off x="1179963" y="275338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6BE7F2-2D9A-2EBE-A524-1200305C0AA4}"/>
              </a:ext>
            </a:extLst>
          </p:cNvPr>
          <p:cNvSpPr txBox="1"/>
          <p:nvPr/>
        </p:nvSpPr>
        <p:spPr>
          <a:xfrm>
            <a:off x="799174" y="353602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BC89D8-1728-BA5C-7A3C-17A00A8D1655}"/>
              </a:ext>
            </a:extLst>
          </p:cNvPr>
          <p:cNvSpPr txBox="1"/>
          <p:nvPr/>
        </p:nvSpPr>
        <p:spPr>
          <a:xfrm>
            <a:off x="1192644" y="437904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A4D5DA-D809-8C84-36BE-A3E4725508EC}"/>
              </a:ext>
            </a:extLst>
          </p:cNvPr>
          <p:cNvSpPr txBox="1"/>
          <p:nvPr/>
        </p:nvSpPr>
        <p:spPr>
          <a:xfrm>
            <a:off x="1656948" y="355053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6CDA2A-4ECB-74E3-269E-77692F9AB4AA}"/>
              </a:ext>
            </a:extLst>
          </p:cNvPr>
          <p:cNvSpPr txBox="1"/>
          <p:nvPr/>
        </p:nvSpPr>
        <p:spPr>
          <a:xfrm>
            <a:off x="1628995" y="191342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3D3CED1-DB13-F65E-74D0-2D9B282A0CB2}"/>
              </a:ext>
            </a:extLst>
          </p:cNvPr>
          <p:cNvSpPr/>
          <p:nvPr/>
        </p:nvSpPr>
        <p:spPr>
          <a:xfrm>
            <a:off x="3129454" y="1980462"/>
            <a:ext cx="510107" cy="640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6D64AF-7800-EDB3-C5BF-1AFF241B62B5}"/>
              </a:ext>
            </a:extLst>
          </p:cNvPr>
          <p:cNvSpPr/>
          <p:nvPr/>
        </p:nvSpPr>
        <p:spPr>
          <a:xfrm>
            <a:off x="3906126" y="2269301"/>
            <a:ext cx="4876800" cy="1569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4B3816-D592-D32B-ED0E-3CB1F505CA43}"/>
              </a:ext>
            </a:extLst>
          </p:cNvPr>
          <p:cNvSpPr txBox="1"/>
          <p:nvPr/>
        </p:nvSpPr>
        <p:spPr>
          <a:xfrm>
            <a:off x="4055270" y="2259735"/>
            <a:ext cx="28504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Redrawing the graph: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0BD6DAD-4D38-F701-DACA-58ED58D9991C}"/>
              </a:ext>
            </a:extLst>
          </p:cNvPr>
          <p:cNvSpPr/>
          <p:nvPr/>
        </p:nvSpPr>
        <p:spPr>
          <a:xfrm>
            <a:off x="4118848" y="2713756"/>
            <a:ext cx="457200" cy="457200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2E43C-E837-E73C-D48D-1BA649337066}"/>
              </a:ext>
            </a:extLst>
          </p:cNvPr>
          <p:cNvSpPr txBox="1"/>
          <p:nvPr/>
        </p:nvSpPr>
        <p:spPr>
          <a:xfrm>
            <a:off x="4169647" y="274445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F87D9F-88AD-5A29-5E0E-55DDAFC8ED2F}"/>
              </a:ext>
            </a:extLst>
          </p:cNvPr>
          <p:cNvSpPr/>
          <p:nvPr/>
        </p:nvSpPr>
        <p:spPr>
          <a:xfrm>
            <a:off x="5030534" y="2709688"/>
            <a:ext cx="457200" cy="457200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A8A1BF-6FD7-B395-9800-F45DE69F7106}"/>
              </a:ext>
            </a:extLst>
          </p:cNvPr>
          <p:cNvSpPr txBox="1"/>
          <p:nvPr/>
        </p:nvSpPr>
        <p:spPr>
          <a:xfrm>
            <a:off x="5081333" y="274039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EDE1109-367C-955F-B95F-48B0CF194609}"/>
              </a:ext>
            </a:extLst>
          </p:cNvPr>
          <p:cNvSpPr/>
          <p:nvPr/>
        </p:nvSpPr>
        <p:spPr>
          <a:xfrm>
            <a:off x="5955173" y="2717513"/>
            <a:ext cx="457200" cy="457200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6710C5-B748-71AB-6668-A1944332D9F0}"/>
              </a:ext>
            </a:extLst>
          </p:cNvPr>
          <p:cNvSpPr txBox="1"/>
          <p:nvPr/>
        </p:nvSpPr>
        <p:spPr>
          <a:xfrm>
            <a:off x="6005972" y="2748216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11E92FB-554B-DF1F-4BC2-18A7E3A15134}"/>
              </a:ext>
            </a:extLst>
          </p:cNvPr>
          <p:cNvSpPr/>
          <p:nvPr/>
        </p:nvSpPr>
        <p:spPr>
          <a:xfrm>
            <a:off x="4124491" y="3728963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9C799D-A9BC-9212-5286-33CD68488F02}"/>
              </a:ext>
            </a:extLst>
          </p:cNvPr>
          <p:cNvSpPr txBox="1"/>
          <p:nvPr/>
        </p:nvSpPr>
        <p:spPr>
          <a:xfrm>
            <a:off x="4175290" y="375966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1EA043C-4095-D3DF-0D21-7F3325A2EA7C}"/>
              </a:ext>
            </a:extLst>
          </p:cNvPr>
          <p:cNvSpPr/>
          <p:nvPr/>
        </p:nvSpPr>
        <p:spPr>
          <a:xfrm>
            <a:off x="5036177" y="3724895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B0FE62-A6DA-F86E-C3D5-433E22BB4E82}"/>
              </a:ext>
            </a:extLst>
          </p:cNvPr>
          <p:cNvSpPr txBox="1"/>
          <p:nvPr/>
        </p:nvSpPr>
        <p:spPr>
          <a:xfrm>
            <a:off x="5086976" y="375559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99CD77D-2790-7481-8955-9E6A053D4101}"/>
              </a:ext>
            </a:extLst>
          </p:cNvPr>
          <p:cNvSpPr/>
          <p:nvPr/>
        </p:nvSpPr>
        <p:spPr>
          <a:xfrm>
            <a:off x="5960816" y="3732720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BA03A1-006B-B256-9D0F-BB2F6D6B4672}"/>
              </a:ext>
            </a:extLst>
          </p:cNvPr>
          <p:cNvSpPr txBox="1"/>
          <p:nvPr/>
        </p:nvSpPr>
        <p:spPr>
          <a:xfrm>
            <a:off x="6011615" y="376342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512AB55-9159-C127-FA51-966CDFA6CBDF}"/>
              </a:ext>
            </a:extLst>
          </p:cNvPr>
          <p:cNvCxnSpPr>
            <a:stCxn id="85" idx="6"/>
            <a:endCxn id="3" idx="2"/>
          </p:cNvCxnSpPr>
          <p:nvPr/>
        </p:nvCxnSpPr>
        <p:spPr>
          <a:xfrm>
            <a:off x="1219200" y="2093284"/>
            <a:ext cx="381000" cy="4806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111D5A-C44B-9766-755D-174A229A6CFC}"/>
              </a:ext>
            </a:extLst>
          </p:cNvPr>
          <p:cNvCxnSpPr>
            <a:cxnSpLocks/>
            <a:stCxn id="11" idx="4"/>
            <a:endCxn id="19" idx="0"/>
          </p:cNvCxnSpPr>
          <p:nvPr/>
        </p:nvCxnSpPr>
        <p:spPr>
          <a:xfrm>
            <a:off x="4347448" y="3170956"/>
            <a:ext cx="5643" cy="558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AE4141A-92AF-9081-4158-56C21DC710DB}"/>
              </a:ext>
            </a:extLst>
          </p:cNvPr>
          <p:cNvCxnSpPr>
            <a:stCxn id="88" idx="7"/>
            <a:endCxn id="3" idx="3"/>
          </p:cNvCxnSpPr>
          <p:nvPr/>
        </p:nvCxnSpPr>
        <p:spPr>
          <a:xfrm flipV="1">
            <a:off x="1533245" y="2259735"/>
            <a:ext cx="133910" cy="506589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302DE5F-A66C-071C-1ECE-91BA99DC3EFA}"/>
              </a:ext>
            </a:extLst>
          </p:cNvPr>
          <p:cNvCxnSpPr>
            <a:cxnSpLocks/>
            <a:stCxn id="15" idx="3"/>
            <a:endCxn id="19" idx="7"/>
          </p:cNvCxnSpPr>
          <p:nvPr/>
        </p:nvCxnSpPr>
        <p:spPr>
          <a:xfrm flipH="1">
            <a:off x="4514736" y="3099933"/>
            <a:ext cx="582753" cy="6959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16E0E85-1C88-483D-9DA9-744F437636F4}"/>
              </a:ext>
            </a:extLst>
          </p:cNvPr>
          <p:cNvCxnSpPr>
            <a:cxnSpLocks/>
            <a:endCxn id="97" idx="0"/>
          </p:cNvCxnSpPr>
          <p:nvPr/>
        </p:nvCxnSpPr>
        <p:spPr>
          <a:xfrm flipH="1">
            <a:off x="996094" y="3076654"/>
            <a:ext cx="220525" cy="424107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0DD0191-9BEB-34EF-3F94-6D02F4046C86}"/>
              </a:ext>
            </a:extLst>
          </p:cNvPr>
          <p:cNvCxnSpPr>
            <a:stCxn id="15" idx="4"/>
            <a:endCxn id="24" idx="0"/>
          </p:cNvCxnSpPr>
          <p:nvPr/>
        </p:nvCxnSpPr>
        <p:spPr>
          <a:xfrm>
            <a:off x="5259134" y="3166888"/>
            <a:ext cx="5643" cy="558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5750DBD-EE8A-6D48-C73B-5E59DDC31E8E}"/>
              </a:ext>
            </a:extLst>
          </p:cNvPr>
          <p:cNvCxnSpPr>
            <a:stCxn id="88" idx="5"/>
            <a:endCxn id="100" idx="0"/>
          </p:cNvCxnSpPr>
          <p:nvPr/>
        </p:nvCxnSpPr>
        <p:spPr>
          <a:xfrm>
            <a:off x="1533245" y="3089614"/>
            <a:ext cx="300470" cy="403196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49EB8CC-BB1F-EDEA-E48B-6E4AB313DD6F}"/>
              </a:ext>
            </a:extLst>
          </p:cNvPr>
          <p:cNvCxnSpPr>
            <a:cxnSpLocks/>
            <a:stCxn id="15" idx="5"/>
            <a:endCxn id="28" idx="1"/>
          </p:cNvCxnSpPr>
          <p:nvPr/>
        </p:nvCxnSpPr>
        <p:spPr>
          <a:xfrm>
            <a:off x="5420779" y="3099933"/>
            <a:ext cx="606992" cy="6997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D33A1B3-B7B7-641A-1099-BC26A4C5533F}"/>
              </a:ext>
            </a:extLst>
          </p:cNvPr>
          <p:cNvCxnSpPr>
            <a:stCxn id="97" idx="4"/>
            <a:endCxn id="73" idx="1"/>
          </p:cNvCxnSpPr>
          <p:nvPr/>
        </p:nvCxnSpPr>
        <p:spPr>
          <a:xfrm>
            <a:off x="996094" y="3957961"/>
            <a:ext cx="213861" cy="469419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C90C96E-10DB-F12C-CEFD-0673A004217F}"/>
              </a:ext>
            </a:extLst>
          </p:cNvPr>
          <p:cNvCxnSpPr>
            <a:cxnSpLocks/>
            <a:stCxn id="24" idx="7"/>
            <a:endCxn id="17" idx="3"/>
          </p:cNvCxnSpPr>
          <p:nvPr/>
        </p:nvCxnSpPr>
        <p:spPr>
          <a:xfrm flipV="1">
            <a:off x="5426422" y="3107758"/>
            <a:ext cx="595706" cy="6840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190E191-91E1-9B30-7C9A-14588A51892A}"/>
              </a:ext>
            </a:extLst>
          </p:cNvPr>
          <p:cNvCxnSpPr>
            <a:stCxn id="100" idx="4"/>
            <a:endCxn id="73" idx="7"/>
          </p:cNvCxnSpPr>
          <p:nvPr/>
        </p:nvCxnSpPr>
        <p:spPr>
          <a:xfrm flipH="1">
            <a:off x="1533245" y="3950010"/>
            <a:ext cx="300470" cy="47737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8CD6591-9AA7-820D-659C-D23BD091AB7B}"/>
              </a:ext>
            </a:extLst>
          </p:cNvPr>
          <p:cNvCxnSpPr>
            <a:stCxn id="17" idx="4"/>
            <a:endCxn id="28" idx="0"/>
          </p:cNvCxnSpPr>
          <p:nvPr/>
        </p:nvCxnSpPr>
        <p:spPr>
          <a:xfrm>
            <a:off x="6183773" y="3174713"/>
            <a:ext cx="5643" cy="5580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93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9" grpId="0"/>
      <p:bldP spid="70" grpId="0" animBg="1"/>
      <p:bldP spid="71" grpId="0"/>
      <p:bldP spid="72" grpId="0" animBg="1"/>
      <p:bldP spid="73" grpId="0" animBg="1"/>
      <p:bldP spid="74" grpId="0" animBg="1"/>
      <p:bldP spid="75" grpId="0"/>
      <p:bldP spid="76" grpId="0"/>
      <p:bldP spid="77" grpId="0" animBg="1"/>
      <p:bldP spid="78" grpId="0"/>
      <p:bldP spid="79" grpId="0" animBg="1"/>
      <p:bldP spid="80" grpId="0"/>
      <p:bldP spid="82" grpId="0" animBg="1"/>
      <p:bldP spid="85" grpId="0" animBg="1"/>
      <p:bldP spid="86" grpId="0" animBg="1"/>
      <p:bldP spid="87" grpId="0"/>
      <p:bldP spid="88" grpId="0" animBg="1"/>
      <p:bldP spid="89" grpId="0" animBg="1"/>
      <p:bldP spid="90" grpId="0"/>
      <p:bldP spid="92" grpId="0" animBg="1"/>
      <p:bldP spid="93" grpId="0" animBg="1"/>
      <p:bldP spid="94" grpId="0" animBg="1"/>
      <p:bldP spid="95" grpId="0" animBg="1"/>
      <p:bldP spid="97" grpId="0" animBg="1"/>
      <p:bldP spid="98" grpId="0" animBg="1"/>
      <p:bldP spid="99" grpId="0"/>
      <p:bldP spid="100" grpId="0" animBg="1"/>
      <p:bldP spid="101" grpId="0" animBg="1"/>
      <p:bldP spid="102" grpId="0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4" grpId="0" animBg="1"/>
      <p:bldP spid="5" grpId="0"/>
      <p:bldP spid="11" grpId="0" animBg="1"/>
      <p:bldP spid="13" grpId="0"/>
      <p:bldP spid="15" grpId="0" animBg="1"/>
      <p:bldP spid="16" grpId="0"/>
      <p:bldP spid="17" grpId="0" animBg="1"/>
      <p:bldP spid="18" grpId="0"/>
      <p:bldP spid="19" grpId="0" animBg="1"/>
      <p:bldP spid="22" grpId="0"/>
      <p:bldP spid="24" grpId="0" animBg="1"/>
      <p:bldP spid="26" grpId="0"/>
      <p:bldP spid="28" grpId="0" animBg="1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BIPARTISM CHECKING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F8DF0D-9BE2-8F7C-BAAD-C32861120608}"/>
              </a:ext>
            </a:extLst>
          </p:cNvPr>
          <p:cNvSpPr/>
          <p:nvPr/>
        </p:nvSpPr>
        <p:spPr>
          <a:xfrm>
            <a:off x="1143000" y="2707322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2147B5-A135-C380-6AFF-DD4965BEE421}"/>
              </a:ext>
            </a:extLst>
          </p:cNvPr>
          <p:cNvSpPr/>
          <p:nvPr/>
        </p:nvSpPr>
        <p:spPr>
          <a:xfrm>
            <a:off x="762000" y="186949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B66672D-369C-8CDF-59C5-8831ACC16BFB}"/>
              </a:ext>
            </a:extLst>
          </p:cNvPr>
          <p:cNvSpPr/>
          <p:nvPr/>
        </p:nvSpPr>
        <p:spPr>
          <a:xfrm>
            <a:off x="762000" y="3495957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CAD05A-A52C-BC01-3770-341C1899257B}"/>
              </a:ext>
            </a:extLst>
          </p:cNvPr>
          <p:cNvSpPr/>
          <p:nvPr/>
        </p:nvSpPr>
        <p:spPr>
          <a:xfrm>
            <a:off x="1600200" y="3495957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FED4EE1-9933-EC95-838E-F9857DF532A9}"/>
              </a:ext>
            </a:extLst>
          </p:cNvPr>
          <p:cNvSpPr/>
          <p:nvPr/>
        </p:nvSpPr>
        <p:spPr>
          <a:xfrm>
            <a:off x="1143000" y="4360425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DC8B4B-AA58-BBC3-7C20-3C4AD7DC41DE}"/>
              </a:ext>
            </a:extLst>
          </p:cNvPr>
          <p:cNvCxnSpPr>
            <a:cxnSpLocks/>
            <a:endCxn id="12" idx="6"/>
          </p:cNvCxnSpPr>
          <p:nvPr/>
        </p:nvCxnSpPr>
        <p:spPr>
          <a:xfrm flipH="1">
            <a:off x="1219200" y="2098090"/>
            <a:ext cx="381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680B8B8-CFAC-585E-0B3A-0D52C71C88FA}"/>
              </a:ext>
            </a:extLst>
          </p:cNvPr>
          <p:cNvCxnSpPr>
            <a:cxnSpLocks/>
            <a:endCxn id="7" idx="7"/>
          </p:cNvCxnSpPr>
          <p:nvPr/>
        </p:nvCxnSpPr>
        <p:spPr>
          <a:xfrm flipH="1">
            <a:off x="1533245" y="2259735"/>
            <a:ext cx="133910" cy="5145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72D50F-D1AE-E3DC-5399-A302F9A70E8E}"/>
              </a:ext>
            </a:extLst>
          </p:cNvPr>
          <p:cNvCxnSpPr>
            <a:stCxn id="7" idx="3"/>
            <a:endCxn id="14" idx="1"/>
          </p:cNvCxnSpPr>
          <p:nvPr/>
        </p:nvCxnSpPr>
        <p:spPr>
          <a:xfrm flipH="1">
            <a:off x="990600" y="3097567"/>
            <a:ext cx="219355" cy="3983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680FB7-D245-DCC1-882D-71EBEF2A42D5}"/>
              </a:ext>
            </a:extLst>
          </p:cNvPr>
          <p:cNvCxnSpPr>
            <a:stCxn id="7" idx="5"/>
            <a:endCxn id="20" idx="0"/>
          </p:cNvCxnSpPr>
          <p:nvPr/>
        </p:nvCxnSpPr>
        <p:spPr>
          <a:xfrm>
            <a:off x="1533245" y="3097567"/>
            <a:ext cx="295555" cy="3983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CCAA7A4-0959-1302-EDB5-8E8AB8F561E3}"/>
              </a:ext>
            </a:extLst>
          </p:cNvPr>
          <p:cNvCxnSpPr>
            <a:stCxn id="14" idx="4"/>
            <a:endCxn id="21" idx="1"/>
          </p:cNvCxnSpPr>
          <p:nvPr/>
        </p:nvCxnSpPr>
        <p:spPr>
          <a:xfrm>
            <a:off x="990600" y="3953157"/>
            <a:ext cx="219355" cy="4742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7F85E3C-610F-E7A5-9125-D730AD2FC065}"/>
              </a:ext>
            </a:extLst>
          </p:cNvPr>
          <p:cNvCxnSpPr>
            <a:stCxn id="20" idx="4"/>
            <a:endCxn id="21" idx="7"/>
          </p:cNvCxnSpPr>
          <p:nvPr/>
        </p:nvCxnSpPr>
        <p:spPr>
          <a:xfrm flipH="1">
            <a:off x="1533245" y="3953157"/>
            <a:ext cx="295555" cy="4742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0CC1275-0D55-4569-83B1-1F49BB736C1D}"/>
              </a:ext>
            </a:extLst>
          </p:cNvPr>
          <p:cNvCxnSpPr>
            <a:cxnSpLocks/>
          </p:cNvCxnSpPr>
          <p:nvPr/>
        </p:nvCxnSpPr>
        <p:spPr>
          <a:xfrm>
            <a:off x="3048000" y="1822437"/>
            <a:ext cx="0" cy="3581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7FC46BC-6977-196F-3480-912AF9165BF5}"/>
              </a:ext>
            </a:extLst>
          </p:cNvPr>
          <p:cNvCxnSpPr>
            <a:cxnSpLocks/>
          </p:cNvCxnSpPr>
          <p:nvPr/>
        </p:nvCxnSpPr>
        <p:spPr>
          <a:xfrm>
            <a:off x="3733800" y="1822437"/>
            <a:ext cx="0" cy="3581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3F0B8FED-B4AA-3613-F208-F0E60A72E347}"/>
              </a:ext>
            </a:extLst>
          </p:cNvPr>
          <p:cNvSpPr/>
          <p:nvPr/>
        </p:nvSpPr>
        <p:spPr>
          <a:xfrm>
            <a:off x="5240415" y="1822437"/>
            <a:ext cx="685798" cy="29851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5C0732-C525-AD0E-ADBD-08331A8713F7}"/>
              </a:ext>
            </a:extLst>
          </p:cNvPr>
          <p:cNvSpPr txBox="1"/>
          <p:nvPr/>
        </p:nvSpPr>
        <p:spPr>
          <a:xfrm>
            <a:off x="4090549" y="1737113"/>
            <a:ext cx="1136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Color-0: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9164A69-F727-7A4D-C1D6-BAA515AE9D18}"/>
              </a:ext>
            </a:extLst>
          </p:cNvPr>
          <p:cNvSpPr/>
          <p:nvPr/>
        </p:nvSpPr>
        <p:spPr>
          <a:xfrm>
            <a:off x="7389389" y="1822437"/>
            <a:ext cx="685798" cy="29851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EFD05BD-1C4B-0B93-B55A-5A49B2F5E66D}"/>
              </a:ext>
            </a:extLst>
          </p:cNvPr>
          <p:cNvSpPr txBox="1"/>
          <p:nvPr/>
        </p:nvSpPr>
        <p:spPr>
          <a:xfrm>
            <a:off x="6239523" y="1737113"/>
            <a:ext cx="1136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Color-1: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FB0E591-EF84-469F-B419-1640113A4845}"/>
              </a:ext>
            </a:extLst>
          </p:cNvPr>
          <p:cNvSpPr/>
          <p:nvPr/>
        </p:nvSpPr>
        <p:spPr>
          <a:xfrm>
            <a:off x="1600200" y="1872637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6F59136-1ADE-A5BF-5426-33A385AB8598}"/>
              </a:ext>
            </a:extLst>
          </p:cNvPr>
          <p:cNvSpPr/>
          <p:nvPr/>
        </p:nvSpPr>
        <p:spPr>
          <a:xfrm>
            <a:off x="3162300" y="4914350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9696AF1-7D19-B9DB-1133-FBC18D6E8C51}"/>
              </a:ext>
            </a:extLst>
          </p:cNvPr>
          <p:cNvSpPr txBox="1"/>
          <p:nvPr/>
        </p:nvSpPr>
        <p:spPr>
          <a:xfrm>
            <a:off x="3215211" y="495828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4548E2C-7EB2-AB6C-DCC5-B5A239FA0269}"/>
              </a:ext>
            </a:extLst>
          </p:cNvPr>
          <p:cNvSpPr txBox="1"/>
          <p:nvPr/>
        </p:nvSpPr>
        <p:spPr>
          <a:xfrm>
            <a:off x="4164992" y="2312313"/>
            <a:ext cx="643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55DD362-282E-C5DF-A0F9-117FBE65EB80}"/>
              </a:ext>
            </a:extLst>
          </p:cNvPr>
          <p:cNvSpPr txBox="1"/>
          <p:nvPr/>
        </p:nvSpPr>
        <p:spPr>
          <a:xfrm>
            <a:off x="5700497" y="2983020"/>
            <a:ext cx="22140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MOD 2 = 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83BA006-438D-04A3-9E28-93DC533CE2E3}"/>
              </a:ext>
            </a:extLst>
          </p:cNvPr>
          <p:cNvSpPr/>
          <p:nvPr/>
        </p:nvSpPr>
        <p:spPr>
          <a:xfrm>
            <a:off x="3164894" y="4361597"/>
            <a:ext cx="457200" cy="457200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67D1135-845C-40E6-02E4-8D87E83B4C70}"/>
              </a:ext>
            </a:extLst>
          </p:cNvPr>
          <p:cNvSpPr txBox="1"/>
          <p:nvPr/>
        </p:nvSpPr>
        <p:spPr>
          <a:xfrm>
            <a:off x="3217805" y="440553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409B50F-6C38-F7C5-B6C2-649608F08AEA}"/>
              </a:ext>
            </a:extLst>
          </p:cNvPr>
          <p:cNvSpPr/>
          <p:nvPr/>
        </p:nvSpPr>
        <p:spPr>
          <a:xfrm>
            <a:off x="3167852" y="3810000"/>
            <a:ext cx="457200" cy="457200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CDDDCE0-1755-579E-02B4-940D175C2CA6}"/>
              </a:ext>
            </a:extLst>
          </p:cNvPr>
          <p:cNvSpPr txBox="1"/>
          <p:nvPr/>
        </p:nvSpPr>
        <p:spPr>
          <a:xfrm>
            <a:off x="3220763" y="385393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6BE7F2-2D9A-2EBE-A524-1200305C0AA4}"/>
              </a:ext>
            </a:extLst>
          </p:cNvPr>
          <p:cNvSpPr txBox="1"/>
          <p:nvPr/>
        </p:nvSpPr>
        <p:spPr>
          <a:xfrm>
            <a:off x="799174" y="353602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BC89D8-1728-BA5C-7A3C-17A00A8D1655}"/>
              </a:ext>
            </a:extLst>
          </p:cNvPr>
          <p:cNvSpPr txBox="1"/>
          <p:nvPr/>
        </p:nvSpPr>
        <p:spPr>
          <a:xfrm>
            <a:off x="1192644" y="437904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A4D5DA-D809-8C84-36BE-A3E4725508EC}"/>
              </a:ext>
            </a:extLst>
          </p:cNvPr>
          <p:cNvSpPr txBox="1"/>
          <p:nvPr/>
        </p:nvSpPr>
        <p:spPr>
          <a:xfrm>
            <a:off x="1656948" y="355053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7F449-8EE1-1186-C3A7-F5DB0728DCA2}"/>
              </a:ext>
            </a:extLst>
          </p:cNvPr>
          <p:cNvSpPr txBox="1"/>
          <p:nvPr/>
        </p:nvSpPr>
        <p:spPr>
          <a:xfrm>
            <a:off x="4164992" y="3026625"/>
            <a:ext cx="643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F90368-9C8C-FB14-CC49-6DE61B876CC9}"/>
              </a:ext>
            </a:extLst>
          </p:cNvPr>
          <p:cNvCxnSpPr>
            <a:stCxn id="12" idx="4"/>
            <a:endCxn id="7" idx="1"/>
          </p:cNvCxnSpPr>
          <p:nvPr/>
        </p:nvCxnSpPr>
        <p:spPr>
          <a:xfrm>
            <a:off x="990600" y="2326690"/>
            <a:ext cx="219355" cy="4475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497B181E-7F3A-4CFB-CFA7-4A912BFDBF0C}"/>
              </a:ext>
            </a:extLst>
          </p:cNvPr>
          <p:cNvSpPr/>
          <p:nvPr/>
        </p:nvSpPr>
        <p:spPr>
          <a:xfrm>
            <a:off x="1600200" y="187263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6CDA2A-4ECB-74E3-269E-77692F9AB4AA}"/>
              </a:ext>
            </a:extLst>
          </p:cNvPr>
          <p:cNvSpPr txBox="1"/>
          <p:nvPr/>
        </p:nvSpPr>
        <p:spPr>
          <a:xfrm>
            <a:off x="1628995" y="191342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967EE9-C67F-D812-6B34-5DC0554DE8D1}"/>
              </a:ext>
            </a:extLst>
          </p:cNvPr>
          <p:cNvSpPr txBox="1"/>
          <p:nvPr/>
        </p:nvSpPr>
        <p:spPr>
          <a:xfrm>
            <a:off x="4758062" y="2322502"/>
            <a:ext cx="457200" cy="43088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7E8C1A-B718-6CA0-1744-A6B4A8DD9718}"/>
              </a:ext>
            </a:extLst>
          </p:cNvPr>
          <p:cNvSpPr txBox="1"/>
          <p:nvPr/>
        </p:nvSpPr>
        <p:spPr>
          <a:xfrm>
            <a:off x="4761393" y="3036814"/>
            <a:ext cx="457200" cy="43088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0FFD53-C325-48AF-52D9-5512337D4229}"/>
              </a:ext>
            </a:extLst>
          </p:cNvPr>
          <p:cNvSpPr txBox="1"/>
          <p:nvPr/>
        </p:nvSpPr>
        <p:spPr>
          <a:xfrm>
            <a:off x="7846587" y="3020866"/>
            <a:ext cx="457200" cy="43088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52B1F2D-F369-9693-451D-AFE79BE55D89}"/>
              </a:ext>
            </a:extLst>
          </p:cNvPr>
          <p:cNvSpPr/>
          <p:nvPr/>
        </p:nvSpPr>
        <p:spPr>
          <a:xfrm>
            <a:off x="757745" y="1870784"/>
            <a:ext cx="457200" cy="457200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F06D1B-7159-7284-30CC-1126D0F08598}"/>
              </a:ext>
            </a:extLst>
          </p:cNvPr>
          <p:cNvSpPr txBox="1"/>
          <p:nvPr/>
        </p:nvSpPr>
        <p:spPr>
          <a:xfrm>
            <a:off x="786350" y="1892537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3A236C1-F53B-C6A3-7980-F702188658B4}"/>
              </a:ext>
            </a:extLst>
          </p:cNvPr>
          <p:cNvSpPr/>
          <p:nvPr/>
        </p:nvSpPr>
        <p:spPr>
          <a:xfrm>
            <a:off x="1137964" y="2700037"/>
            <a:ext cx="457200" cy="457200"/>
          </a:xfrm>
          <a:prstGeom prst="ellipse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4B298E-119E-6AFB-454D-64DE3773FF6B}"/>
              </a:ext>
            </a:extLst>
          </p:cNvPr>
          <p:cNvSpPr txBox="1"/>
          <p:nvPr/>
        </p:nvSpPr>
        <p:spPr>
          <a:xfrm>
            <a:off x="1179963" y="275338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093F6D-0E05-5B8C-3987-4D5E71EEEBA5}"/>
              </a:ext>
            </a:extLst>
          </p:cNvPr>
          <p:cNvSpPr/>
          <p:nvPr/>
        </p:nvSpPr>
        <p:spPr>
          <a:xfrm>
            <a:off x="3146837" y="4898959"/>
            <a:ext cx="510107" cy="574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2EA7AA-05D5-8AA0-F1BE-59E066FD04D0}"/>
              </a:ext>
            </a:extLst>
          </p:cNvPr>
          <p:cNvSpPr txBox="1"/>
          <p:nvPr/>
        </p:nvSpPr>
        <p:spPr>
          <a:xfrm>
            <a:off x="4758062" y="2322502"/>
            <a:ext cx="457200" cy="43088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C86DD2-5041-9C60-821D-98D0C39C513A}"/>
              </a:ext>
            </a:extLst>
          </p:cNvPr>
          <p:cNvSpPr txBox="1"/>
          <p:nvPr/>
        </p:nvSpPr>
        <p:spPr>
          <a:xfrm>
            <a:off x="4758062" y="3036814"/>
            <a:ext cx="457200" cy="43088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E5AC1B-20E6-F2DA-240D-4F902230D3DC}"/>
              </a:ext>
            </a:extLst>
          </p:cNvPr>
          <p:cNvSpPr txBox="1"/>
          <p:nvPr/>
        </p:nvSpPr>
        <p:spPr>
          <a:xfrm>
            <a:off x="7846587" y="3020865"/>
            <a:ext cx="457200" cy="43088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118282-FA34-74C5-F30A-930619A68FD4}"/>
              </a:ext>
            </a:extLst>
          </p:cNvPr>
          <p:cNvSpPr txBox="1"/>
          <p:nvPr/>
        </p:nvSpPr>
        <p:spPr>
          <a:xfrm>
            <a:off x="1116543" y="2658922"/>
            <a:ext cx="46198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ED8D24-0F00-07A3-930D-9EAE498C6F21}"/>
              </a:ext>
            </a:extLst>
          </p:cNvPr>
          <p:cNvSpPr txBox="1"/>
          <p:nvPr/>
        </p:nvSpPr>
        <p:spPr>
          <a:xfrm>
            <a:off x="5555737" y="3881187"/>
            <a:ext cx="17764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Bipartite</a:t>
            </a:r>
          </a:p>
        </p:txBody>
      </p:sp>
    </p:spTree>
    <p:extLst>
      <p:ext uri="{BB962C8B-B14F-4D97-AF65-F5344CB8AC3E}">
        <p14:creationId xmlns:p14="http://schemas.microsoft.com/office/powerpoint/2010/main" val="51953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9" grpId="0"/>
      <p:bldP spid="70" grpId="0" animBg="1"/>
      <p:bldP spid="71" grpId="0"/>
      <p:bldP spid="74" grpId="0" animBg="1"/>
      <p:bldP spid="75" grpId="0"/>
      <p:bldP spid="76" grpId="0"/>
      <p:bldP spid="80" grpId="0"/>
      <p:bldP spid="86" grpId="0" animBg="1"/>
      <p:bldP spid="87" grpId="0"/>
      <p:bldP spid="89" grpId="0" animBg="1"/>
      <p:bldP spid="90" grpId="0"/>
      <p:bldP spid="6" grpId="0"/>
      <p:bldP spid="30" grpId="0" animBg="1"/>
      <p:bldP spid="33" grpId="0" animBg="1"/>
      <p:bldP spid="35" grpId="0" animBg="1"/>
      <p:bldP spid="36" grpId="0" animBg="1"/>
      <p:bldP spid="38" grpId="0" animBg="1"/>
      <p:bldP spid="50" grpId="0" animBg="1"/>
      <p:bldP spid="51" grpId="0" animBg="1"/>
      <p:bldP spid="53" grpId="0" animBg="1"/>
      <p:bldP spid="55" grpId="0" animBg="1"/>
      <p:bldP spid="59" grpId="0" animBg="1"/>
      <p:bldP spid="60" grpId="0"/>
      <p:bldP spid="6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Identify the bipartite graph between the followings: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DC324-D71A-559D-A268-434B4783E887}"/>
              </a:ext>
            </a:extLst>
          </p:cNvPr>
          <p:cNvSpPr txBox="1"/>
          <p:nvPr/>
        </p:nvSpPr>
        <p:spPr>
          <a:xfrm>
            <a:off x="901823" y="2120443"/>
            <a:ext cx="77849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2F4A2-5B44-F957-94A2-6F1838FE2784}"/>
              </a:ext>
            </a:extLst>
          </p:cNvPr>
          <p:cNvSpPr txBox="1"/>
          <p:nvPr/>
        </p:nvSpPr>
        <p:spPr>
          <a:xfrm>
            <a:off x="901822" y="2590800"/>
            <a:ext cx="77849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D76E0-9F36-546E-D678-C5D149A9CEC0}"/>
              </a:ext>
            </a:extLst>
          </p:cNvPr>
          <p:cNvSpPr txBox="1"/>
          <p:nvPr/>
        </p:nvSpPr>
        <p:spPr>
          <a:xfrm>
            <a:off x="1676400" y="2181998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✅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BB6A9B-BFB7-B3CE-E967-515E56C0CC4C}"/>
              </a:ext>
            </a:extLst>
          </p:cNvPr>
          <p:cNvSpPr txBox="1"/>
          <p:nvPr/>
        </p:nvSpPr>
        <p:spPr>
          <a:xfrm>
            <a:off x="1676399" y="2620283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❌</a:t>
            </a:r>
          </a:p>
        </p:txBody>
      </p:sp>
    </p:spTree>
    <p:extLst>
      <p:ext uri="{BB962C8B-B14F-4D97-AF65-F5344CB8AC3E}">
        <p14:creationId xmlns:p14="http://schemas.microsoft.com/office/powerpoint/2010/main" val="361311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5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COMPLETE BIPARTITE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Self Study!</a:t>
            </a:r>
          </a:p>
        </p:txBody>
      </p:sp>
    </p:spTree>
    <p:extLst>
      <p:ext uri="{BB962C8B-B14F-4D97-AF65-F5344CB8AC3E}">
        <p14:creationId xmlns:p14="http://schemas.microsoft.com/office/powerpoint/2010/main" val="194327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GRAPH REPRESENTATION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86CB2-FA5B-7685-794E-32CB4EA15127}"/>
              </a:ext>
            </a:extLst>
          </p:cNvPr>
          <p:cNvSpPr txBox="1"/>
          <p:nvPr/>
        </p:nvSpPr>
        <p:spPr>
          <a:xfrm>
            <a:off x="457200" y="1676400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Adjacency Matrix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BDE30A-17E4-61ED-10D6-A5CA6B75F3A1}"/>
              </a:ext>
            </a:extLst>
          </p:cNvPr>
          <p:cNvSpPr txBox="1"/>
          <p:nvPr/>
        </p:nvSpPr>
        <p:spPr>
          <a:xfrm>
            <a:off x="457200" y="2120443"/>
            <a:ext cx="21884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Adjacency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5CD45E-AC5A-7BA9-FFA6-50C115B29931}"/>
              </a:ext>
            </a:extLst>
          </p:cNvPr>
          <p:cNvSpPr txBox="1"/>
          <p:nvPr/>
        </p:nvSpPr>
        <p:spPr>
          <a:xfrm>
            <a:off x="457199" y="2577963"/>
            <a:ext cx="24080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Incidence Matrix</a:t>
            </a:r>
          </a:p>
        </p:txBody>
      </p:sp>
    </p:spTree>
    <p:extLst>
      <p:ext uri="{BB962C8B-B14F-4D97-AF65-F5344CB8AC3E}">
        <p14:creationId xmlns:p14="http://schemas.microsoft.com/office/powerpoint/2010/main" val="581531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ADJACENCY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86CB2-FA5B-7685-794E-32CB4EA15127}"/>
              </a:ext>
            </a:extLst>
          </p:cNvPr>
          <p:cNvSpPr txBox="1"/>
          <p:nvPr/>
        </p:nvSpPr>
        <p:spPr>
          <a:xfrm>
            <a:off x="457200" y="1561655"/>
            <a:ext cx="22204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Directed Graph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642AC3-DC44-CFB0-89AD-99C0D84A009B}"/>
              </a:ext>
            </a:extLst>
          </p:cNvPr>
          <p:cNvSpPr txBox="1"/>
          <p:nvPr/>
        </p:nvSpPr>
        <p:spPr>
          <a:xfrm>
            <a:off x="762044" y="1965169"/>
            <a:ext cx="58897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 is represented by a 2-D array/matrix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8B9F7CC-300C-D479-27EE-67F1E9D8114C}"/>
              </a:ext>
            </a:extLst>
          </p:cNvPr>
          <p:cNvSpPr/>
          <p:nvPr/>
        </p:nvSpPr>
        <p:spPr>
          <a:xfrm>
            <a:off x="1807691" y="4443753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B0D152F6-EE64-A5BD-F594-A7211ED7011F}"/>
              </a:ext>
            </a:extLst>
          </p:cNvPr>
          <p:cNvSpPr/>
          <p:nvPr/>
        </p:nvSpPr>
        <p:spPr>
          <a:xfrm>
            <a:off x="1320581" y="5117446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DCB784CA-04AD-B6A9-8A1A-3983E587246E}"/>
              </a:ext>
            </a:extLst>
          </p:cNvPr>
          <p:cNvSpPr/>
          <p:nvPr/>
        </p:nvSpPr>
        <p:spPr>
          <a:xfrm>
            <a:off x="3011224" y="4443753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D15A1EC-7A62-DD7A-EBBC-64524A4849CE}"/>
              </a:ext>
            </a:extLst>
          </p:cNvPr>
          <p:cNvSpPr/>
          <p:nvPr/>
        </p:nvSpPr>
        <p:spPr>
          <a:xfrm>
            <a:off x="2411594" y="5361001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80651EE5-2ABC-7984-7B5A-D7270E759C8F}"/>
              </a:ext>
            </a:extLst>
          </p:cNvPr>
          <p:cNvSpPr/>
          <p:nvPr/>
        </p:nvSpPr>
        <p:spPr>
          <a:xfrm>
            <a:off x="1924484" y="6218679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57872EB2-0C59-59BB-38C3-B722B82581AE}"/>
              </a:ext>
            </a:extLst>
          </p:cNvPr>
          <p:cNvSpPr/>
          <p:nvPr/>
        </p:nvSpPr>
        <p:spPr>
          <a:xfrm>
            <a:off x="3401482" y="5731569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1F6E023-4255-9CA6-39ED-6F71E42DE374}"/>
              </a:ext>
            </a:extLst>
          </p:cNvPr>
          <p:cNvSpPr txBox="1"/>
          <p:nvPr/>
        </p:nvSpPr>
        <p:spPr>
          <a:xfrm>
            <a:off x="3099127" y="44901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2392CE7-37A4-0D48-2D45-692559914BD9}"/>
              </a:ext>
            </a:extLst>
          </p:cNvPr>
          <p:cNvSpPr txBox="1"/>
          <p:nvPr/>
        </p:nvSpPr>
        <p:spPr>
          <a:xfrm>
            <a:off x="1895594" y="4490195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6582614-0CC6-029B-E50F-7BDC59C77914}"/>
              </a:ext>
            </a:extLst>
          </p:cNvPr>
          <p:cNvSpPr txBox="1"/>
          <p:nvPr/>
        </p:nvSpPr>
        <p:spPr>
          <a:xfrm>
            <a:off x="1415605" y="517633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7F182E4-469F-6F00-E995-A3C9964F1F58}"/>
              </a:ext>
            </a:extLst>
          </p:cNvPr>
          <p:cNvSpPr txBox="1"/>
          <p:nvPr/>
        </p:nvSpPr>
        <p:spPr>
          <a:xfrm>
            <a:off x="3479818" y="57904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B87D2CD-B300-6A0C-F442-73D9DBF78753}"/>
              </a:ext>
            </a:extLst>
          </p:cNvPr>
          <p:cNvSpPr txBox="1"/>
          <p:nvPr/>
        </p:nvSpPr>
        <p:spPr>
          <a:xfrm>
            <a:off x="2498598" y="5419890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524AA9B-5356-0B23-7D90-C1DAA80E242D}"/>
              </a:ext>
            </a:extLst>
          </p:cNvPr>
          <p:cNvSpPr txBox="1"/>
          <p:nvPr/>
        </p:nvSpPr>
        <p:spPr>
          <a:xfrm>
            <a:off x="2013189" y="62775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BFF9EB92-D9C9-DF48-CA7C-54F73BA1C8C5}"/>
              </a:ext>
            </a:extLst>
          </p:cNvPr>
          <p:cNvCxnSpPr>
            <a:stCxn id="6" idx="3"/>
            <a:endCxn id="150" idx="0"/>
          </p:cNvCxnSpPr>
          <p:nvPr/>
        </p:nvCxnSpPr>
        <p:spPr>
          <a:xfrm flipH="1">
            <a:off x="1564136" y="4859527"/>
            <a:ext cx="314891" cy="257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C8AAE734-9BCF-FB04-42D6-E2EB421F1431}"/>
              </a:ext>
            </a:extLst>
          </p:cNvPr>
          <p:cNvCxnSpPr>
            <a:stCxn id="6" idx="6"/>
            <a:endCxn id="151" idx="2"/>
          </p:cNvCxnSpPr>
          <p:nvPr/>
        </p:nvCxnSpPr>
        <p:spPr>
          <a:xfrm>
            <a:off x="2294801" y="4687308"/>
            <a:ext cx="716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02DD0541-00B0-0ED4-10D8-2DD34A7C0971}"/>
              </a:ext>
            </a:extLst>
          </p:cNvPr>
          <p:cNvCxnSpPr>
            <a:stCxn id="6" idx="5"/>
            <a:endCxn id="152" idx="1"/>
          </p:cNvCxnSpPr>
          <p:nvPr/>
        </p:nvCxnSpPr>
        <p:spPr>
          <a:xfrm>
            <a:off x="2223465" y="4859527"/>
            <a:ext cx="259465" cy="5728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4C24E52B-2E9B-94EC-F33F-88E61A34156F}"/>
              </a:ext>
            </a:extLst>
          </p:cNvPr>
          <p:cNvCxnSpPr>
            <a:stCxn id="152" idx="7"/>
            <a:endCxn id="151" idx="4"/>
          </p:cNvCxnSpPr>
          <p:nvPr/>
        </p:nvCxnSpPr>
        <p:spPr>
          <a:xfrm flipV="1">
            <a:off x="2827368" y="4930863"/>
            <a:ext cx="427411" cy="5014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1158CCC3-A486-23BF-A646-404E4902F891}"/>
              </a:ext>
            </a:extLst>
          </p:cNvPr>
          <p:cNvCxnSpPr>
            <a:stCxn id="150" idx="5"/>
            <a:endCxn id="153" idx="1"/>
          </p:cNvCxnSpPr>
          <p:nvPr/>
        </p:nvCxnSpPr>
        <p:spPr>
          <a:xfrm>
            <a:off x="1736355" y="5533220"/>
            <a:ext cx="259465" cy="756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B267582A-6B34-8318-0EE6-0E59745F7EA1}"/>
              </a:ext>
            </a:extLst>
          </p:cNvPr>
          <p:cNvSpPr txBox="1"/>
          <p:nvPr/>
        </p:nvSpPr>
        <p:spPr>
          <a:xfrm>
            <a:off x="762043" y="2319112"/>
            <a:ext cx="41905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 of the matrix is n x n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785468D-DE3A-5A72-6917-AF29C0DD38FF}"/>
              </a:ext>
            </a:extLst>
          </p:cNvPr>
          <p:cNvSpPr txBox="1"/>
          <p:nvPr/>
        </p:nvSpPr>
        <p:spPr>
          <a:xfrm>
            <a:off x="762043" y="2672809"/>
            <a:ext cx="42746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Vertices are represented by index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EB2C873-14BD-0691-6C24-50AA5BA0F79D}"/>
              </a:ext>
            </a:extLst>
          </p:cNvPr>
          <p:cNvSpPr txBox="1"/>
          <p:nvPr/>
        </p:nvSpPr>
        <p:spPr>
          <a:xfrm>
            <a:off x="4985868" y="2321033"/>
            <a:ext cx="19207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[Here n = 6]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910D3C9-BACB-7A6D-318F-7AAE03F370F2}"/>
              </a:ext>
            </a:extLst>
          </p:cNvPr>
          <p:cNvSpPr/>
          <p:nvPr/>
        </p:nvSpPr>
        <p:spPr>
          <a:xfrm>
            <a:off x="5904283" y="411226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5DCCA2D4-5E85-F409-D79F-EF27313BE683}"/>
              </a:ext>
            </a:extLst>
          </p:cNvPr>
          <p:cNvSpPr/>
          <p:nvPr/>
        </p:nvSpPr>
        <p:spPr>
          <a:xfrm>
            <a:off x="6331667" y="411226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DA56BA1-BE6C-84AC-CE70-3A36F68A4B40}"/>
              </a:ext>
            </a:extLst>
          </p:cNvPr>
          <p:cNvSpPr/>
          <p:nvPr/>
        </p:nvSpPr>
        <p:spPr>
          <a:xfrm>
            <a:off x="6759888" y="411226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9BD50C5-78DB-825D-F294-4306F16B979A}"/>
              </a:ext>
            </a:extLst>
          </p:cNvPr>
          <p:cNvSpPr/>
          <p:nvPr/>
        </p:nvSpPr>
        <p:spPr>
          <a:xfrm>
            <a:off x="7187272" y="411226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138644D6-A76C-0997-44AE-FA0E4BEA30BD}"/>
              </a:ext>
            </a:extLst>
          </p:cNvPr>
          <p:cNvSpPr/>
          <p:nvPr/>
        </p:nvSpPr>
        <p:spPr>
          <a:xfrm>
            <a:off x="7614656" y="411226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1F2A57F-41F5-F2D3-E4DB-EB79DFECCFC0}"/>
              </a:ext>
            </a:extLst>
          </p:cNvPr>
          <p:cNvSpPr/>
          <p:nvPr/>
        </p:nvSpPr>
        <p:spPr>
          <a:xfrm>
            <a:off x="8042040" y="411226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7DAF2C1D-C08C-DFA3-74AA-81FFA0896F54}"/>
              </a:ext>
            </a:extLst>
          </p:cNvPr>
          <p:cNvSpPr/>
          <p:nvPr/>
        </p:nvSpPr>
        <p:spPr>
          <a:xfrm>
            <a:off x="5904377" y="454048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D9A54544-704C-CF89-DD96-650E66F63FD4}"/>
              </a:ext>
            </a:extLst>
          </p:cNvPr>
          <p:cNvSpPr/>
          <p:nvPr/>
        </p:nvSpPr>
        <p:spPr>
          <a:xfrm>
            <a:off x="6331761" y="454048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7AD3D2E-E69A-C200-E46C-2D5CDFF64BED}"/>
              </a:ext>
            </a:extLst>
          </p:cNvPr>
          <p:cNvSpPr/>
          <p:nvPr/>
        </p:nvSpPr>
        <p:spPr>
          <a:xfrm>
            <a:off x="6759982" y="454048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A99BFBE-06E7-ADA7-363C-2F939701B211}"/>
              </a:ext>
            </a:extLst>
          </p:cNvPr>
          <p:cNvSpPr/>
          <p:nvPr/>
        </p:nvSpPr>
        <p:spPr>
          <a:xfrm>
            <a:off x="7187366" y="454048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4B52C9D-7CF2-FD81-7283-F6EC3272D3B9}"/>
              </a:ext>
            </a:extLst>
          </p:cNvPr>
          <p:cNvSpPr/>
          <p:nvPr/>
        </p:nvSpPr>
        <p:spPr>
          <a:xfrm>
            <a:off x="7614750" y="454048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6CC76F8B-49BD-EA2F-4BA6-9DAB54011829}"/>
              </a:ext>
            </a:extLst>
          </p:cNvPr>
          <p:cNvSpPr/>
          <p:nvPr/>
        </p:nvSpPr>
        <p:spPr>
          <a:xfrm>
            <a:off x="8042134" y="454048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3ED7B75A-DE7C-9643-4EC2-0B3E48E3F3B3}"/>
              </a:ext>
            </a:extLst>
          </p:cNvPr>
          <p:cNvSpPr/>
          <p:nvPr/>
        </p:nvSpPr>
        <p:spPr>
          <a:xfrm>
            <a:off x="5904189" y="496870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A0F7057-1E92-EEAC-8284-373D990DBCC5}"/>
              </a:ext>
            </a:extLst>
          </p:cNvPr>
          <p:cNvSpPr/>
          <p:nvPr/>
        </p:nvSpPr>
        <p:spPr>
          <a:xfrm>
            <a:off x="6331573" y="496870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62AFFFF-2418-577F-2711-3C668940EA58}"/>
              </a:ext>
            </a:extLst>
          </p:cNvPr>
          <p:cNvSpPr/>
          <p:nvPr/>
        </p:nvSpPr>
        <p:spPr>
          <a:xfrm>
            <a:off x="6759794" y="496870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604ABFB-1F25-DCF4-8EF2-C4C254866743}"/>
              </a:ext>
            </a:extLst>
          </p:cNvPr>
          <p:cNvSpPr/>
          <p:nvPr/>
        </p:nvSpPr>
        <p:spPr>
          <a:xfrm>
            <a:off x="7187178" y="496870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D9EA2F1-FDF8-745A-B8B7-8B7FA94059CC}"/>
              </a:ext>
            </a:extLst>
          </p:cNvPr>
          <p:cNvSpPr/>
          <p:nvPr/>
        </p:nvSpPr>
        <p:spPr>
          <a:xfrm>
            <a:off x="7614562" y="496870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1108493E-003A-BFD4-AB16-0254A36EC4E6}"/>
              </a:ext>
            </a:extLst>
          </p:cNvPr>
          <p:cNvSpPr/>
          <p:nvPr/>
        </p:nvSpPr>
        <p:spPr>
          <a:xfrm>
            <a:off x="8041946" y="496870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2A9277B-82D0-A03E-5965-E7C06F95A96A}"/>
              </a:ext>
            </a:extLst>
          </p:cNvPr>
          <p:cNvSpPr/>
          <p:nvPr/>
        </p:nvSpPr>
        <p:spPr>
          <a:xfrm>
            <a:off x="5904283" y="539693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81AF21D5-F017-2873-91F0-CD70565BD27C}"/>
              </a:ext>
            </a:extLst>
          </p:cNvPr>
          <p:cNvSpPr/>
          <p:nvPr/>
        </p:nvSpPr>
        <p:spPr>
          <a:xfrm>
            <a:off x="6331667" y="539693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FB44E37C-CCED-6CAE-878E-027036710E0F}"/>
              </a:ext>
            </a:extLst>
          </p:cNvPr>
          <p:cNvSpPr/>
          <p:nvPr/>
        </p:nvSpPr>
        <p:spPr>
          <a:xfrm>
            <a:off x="6759888" y="539693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D67D8DBF-A66A-FAC0-4335-42B5763EA78C}"/>
              </a:ext>
            </a:extLst>
          </p:cNvPr>
          <p:cNvSpPr/>
          <p:nvPr/>
        </p:nvSpPr>
        <p:spPr>
          <a:xfrm>
            <a:off x="7187272" y="539693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F6A4152-966D-C205-C015-213B3C3C564A}"/>
              </a:ext>
            </a:extLst>
          </p:cNvPr>
          <p:cNvSpPr/>
          <p:nvPr/>
        </p:nvSpPr>
        <p:spPr>
          <a:xfrm>
            <a:off x="7614656" y="539693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99E7653E-1860-407B-E541-BCB99381DA4D}"/>
              </a:ext>
            </a:extLst>
          </p:cNvPr>
          <p:cNvSpPr/>
          <p:nvPr/>
        </p:nvSpPr>
        <p:spPr>
          <a:xfrm>
            <a:off x="8042040" y="539693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4F86A90-59B0-DEE6-C553-E6F38BA4BB17}"/>
              </a:ext>
            </a:extLst>
          </p:cNvPr>
          <p:cNvSpPr/>
          <p:nvPr/>
        </p:nvSpPr>
        <p:spPr>
          <a:xfrm>
            <a:off x="5904095" y="582515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0D8795B3-4C7E-15E7-B3FE-AE21E644BD98}"/>
              </a:ext>
            </a:extLst>
          </p:cNvPr>
          <p:cNvSpPr/>
          <p:nvPr/>
        </p:nvSpPr>
        <p:spPr>
          <a:xfrm>
            <a:off x="6331479" y="582515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087D70F0-90DF-3D90-F31E-BA60C12F3548}"/>
              </a:ext>
            </a:extLst>
          </p:cNvPr>
          <p:cNvSpPr/>
          <p:nvPr/>
        </p:nvSpPr>
        <p:spPr>
          <a:xfrm>
            <a:off x="6759700" y="582515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B2A07B52-C0B2-EC4F-F7F4-BBC3CFF48DEC}"/>
              </a:ext>
            </a:extLst>
          </p:cNvPr>
          <p:cNvSpPr/>
          <p:nvPr/>
        </p:nvSpPr>
        <p:spPr>
          <a:xfrm>
            <a:off x="7187084" y="582515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7542FC21-AB6E-F15E-8D53-5AF7A51D660F}"/>
              </a:ext>
            </a:extLst>
          </p:cNvPr>
          <p:cNvSpPr/>
          <p:nvPr/>
        </p:nvSpPr>
        <p:spPr>
          <a:xfrm>
            <a:off x="7614468" y="582515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4DD90FC-6AAF-6609-7295-660E963501C7}"/>
              </a:ext>
            </a:extLst>
          </p:cNvPr>
          <p:cNvSpPr/>
          <p:nvPr/>
        </p:nvSpPr>
        <p:spPr>
          <a:xfrm>
            <a:off x="8041852" y="582515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1586DD1A-28DE-5068-CAE4-CD7FCCE25080}"/>
              </a:ext>
            </a:extLst>
          </p:cNvPr>
          <p:cNvSpPr/>
          <p:nvPr/>
        </p:nvSpPr>
        <p:spPr>
          <a:xfrm>
            <a:off x="5904189" y="625337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6C5554DB-B072-D459-F7CA-8EC33514F686}"/>
              </a:ext>
            </a:extLst>
          </p:cNvPr>
          <p:cNvSpPr/>
          <p:nvPr/>
        </p:nvSpPr>
        <p:spPr>
          <a:xfrm>
            <a:off x="6331573" y="625337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E58A669F-78C3-EB01-2789-944E5AEB993C}"/>
              </a:ext>
            </a:extLst>
          </p:cNvPr>
          <p:cNvSpPr/>
          <p:nvPr/>
        </p:nvSpPr>
        <p:spPr>
          <a:xfrm>
            <a:off x="6759794" y="625337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BFA9F4A1-F8F0-E812-8FD1-302808E6DB4F}"/>
              </a:ext>
            </a:extLst>
          </p:cNvPr>
          <p:cNvSpPr/>
          <p:nvPr/>
        </p:nvSpPr>
        <p:spPr>
          <a:xfrm>
            <a:off x="7187178" y="625337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5431756-C949-D9CF-BD9A-329075240426}"/>
              </a:ext>
            </a:extLst>
          </p:cNvPr>
          <p:cNvSpPr/>
          <p:nvPr/>
        </p:nvSpPr>
        <p:spPr>
          <a:xfrm>
            <a:off x="7614562" y="625337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471D9181-3A56-8637-BD52-8000AC2D7DCD}"/>
              </a:ext>
            </a:extLst>
          </p:cNvPr>
          <p:cNvSpPr/>
          <p:nvPr/>
        </p:nvSpPr>
        <p:spPr>
          <a:xfrm>
            <a:off x="8041946" y="625337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7D5FA9CB-A5A9-6BC1-9305-4D7065229C9F}"/>
              </a:ext>
            </a:extLst>
          </p:cNvPr>
          <p:cNvSpPr txBox="1"/>
          <p:nvPr/>
        </p:nvSpPr>
        <p:spPr>
          <a:xfrm>
            <a:off x="5969231" y="3774086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6C46D5B6-1B96-E082-E5ED-58D7FDEBEF97}"/>
              </a:ext>
            </a:extLst>
          </p:cNvPr>
          <p:cNvSpPr txBox="1"/>
          <p:nvPr/>
        </p:nvSpPr>
        <p:spPr>
          <a:xfrm>
            <a:off x="6817055" y="3774084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A78A9CC-B4BF-460C-7B2C-1788C8026936}"/>
              </a:ext>
            </a:extLst>
          </p:cNvPr>
          <p:cNvSpPr txBox="1"/>
          <p:nvPr/>
        </p:nvSpPr>
        <p:spPr>
          <a:xfrm>
            <a:off x="6393143" y="3774085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589D8B27-E78F-4290-F3FC-0FDD44E48974}"/>
              </a:ext>
            </a:extLst>
          </p:cNvPr>
          <p:cNvSpPr txBox="1"/>
          <p:nvPr/>
        </p:nvSpPr>
        <p:spPr>
          <a:xfrm>
            <a:off x="7240967" y="3771872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8C73018D-C1E5-CE1E-714C-9B1CFE5EF899}"/>
              </a:ext>
            </a:extLst>
          </p:cNvPr>
          <p:cNvSpPr txBox="1"/>
          <p:nvPr/>
        </p:nvSpPr>
        <p:spPr>
          <a:xfrm>
            <a:off x="8088791" y="3771870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8C094ECF-5D59-082C-E673-DD1B0B2AA0D7}"/>
              </a:ext>
            </a:extLst>
          </p:cNvPr>
          <p:cNvSpPr txBox="1"/>
          <p:nvPr/>
        </p:nvSpPr>
        <p:spPr>
          <a:xfrm>
            <a:off x="7664879" y="3771871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04103BCD-662A-1BA0-C3C3-07D87E7ECFB7}"/>
              </a:ext>
            </a:extLst>
          </p:cNvPr>
          <p:cNvSpPr txBox="1"/>
          <p:nvPr/>
        </p:nvSpPr>
        <p:spPr>
          <a:xfrm>
            <a:off x="5553477" y="4151328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326E2B9B-EA82-0365-0629-F8E087EF2A7B}"/>
              </a:ext>
            </a:extLst>
          </p:cNvPr>
          <p:cNvSpPr txBox="1"/>
          <p:nvPr/>
        </p:nvSpPr>
        <p:spPr>
          <a:xfrm>
            <a:off x="5553477" y="4577626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2B999B97-0622-7C0F-53EF-52ACCDFDBB28}"/>
              </a:ext>
            </a:extLst>
          </p:cNvPr>
          <p:cNvSpPr txBox="1"/>
          <p:nvPr/>
        </p:nvSpPr>
        <p:spPr>
          <a:xfrm>
            <a:off x="5539319" y="5003924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D99E8C3-2DBC-272B-9236-2C12FA1A571B}"/>
              </a:ext>
            </a:extLst>
          </p:cNvPr>
          <p:cNvSpPr txBox="1"/>
          <p:nvPr/>
        </p:nvSpPr>
        <p:spPr>
          <a:xfrm>
            <a:off x="5539319" y="5472200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CAB4AFA-B928-7F40-607E-B9AAA857F620}"/>
              </a:ext>
            </a:extLst>
          </p:cNvPr>
          <p:cNvSpPr txBox="1"/>
          <p:nvPr/>
        </p:nvSpPr>
        <p:spPr>
          <a:xfrm>
            <a:off x="5542820" y="5846177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05970A2A-6A45-621F-F3A2-24358A5A9BE5}"/>
              </a:ext>
            </a:extLst>
          </p:cNvPr>
          <p:cNvSpPr txBox="1"/>
          <p:nvPr/>
        </p:nvSpPr>
        <p:spPr>
          <a:xfrm>
            <a:off x="5542820" y="6290510"/>
            <a:ext cx="30328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3A6B62F-0095-08C1-842A-8E12E6C25848}"/>
              </a:ext>
            </a:extLst>
          </p:cNvPr>
          <p:cNvSpPr txBox="1"/>
          <p:nvPr/>
        </p:nvSpPr>
        <p:spPr>
          <a:xfrm>
            <a:off x="762043" y="3067556"/>
            <a:ext cx="58128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all the values of the matrix are set to 0</a:t>
            </a:r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0074D704-5E12-ACF0-FFCF-F241845053F7}"/>
              </a:ext>
            </a:extLst>
          </p:cNvPr>
          <p:cNvGrpSpPr/>
          <p:nvPr/>
        </p:nvGrpSpPr>
        <p:grpSpPr>
          <a:xfrm>
            <a:off x="5957662" y="4142437"/>
            <a:ext cx="2445681" cy="2528694"/>
            <a:chOff x="6064252" y="3573225"/>
            <a:chExt cx="2445681" cy="2528694"/>
          </a:xfrm>
        </p:grpSpPr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4B1B18F6-EB52-10DD-27EC-931ABE2BFF4B}"/>
                </a:ext>
              </a:extLst>
            </p:cNvPr>
            <p:cNvSpPr txBox="1"/>
            <p:nvPr/>
          </p:nvSpPr>
          <p:spPr>
            <a:xfrm>
              <a:off x="6085298" y="357544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A7EE2CA2-5DE7-B51C-6767-F87C0E5598D0}"/>
                </a:ext>
              </a:extLst>
            </p:cNvPr>
            <p:cNvSpPr txBox="1"/>
            <p:nvPr/>
          </p:nvSpPr>
          <p:spPr>
            <a:xfrm>
              <a:off x="6933122" y="357543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266D80E6-C228-F45D-C00B-1D09DBF478ED}"/>
                </a:ext>
              </a:extLst>
            </p:cNvPr>
            <p:cNvSpPr txBox="1"/>
            <p:nvPr/>
          </p:nvSpPr>
          <p:spPr>
            <a:xfrm>
              <a:off x="6509210" y="357544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09D8617F-D413-E99A-CE4E-CF9FA93DE38B}"/>
                </a:ext>
              </a:extLst>
            </p:cNvPr>
            <p:cNvSpPr txBox="1"/>
            <p:nvPr/>
          </p:nvSpPr>
          <p:spPr>
            <a:xfrm>
              <a:off x="7357034" y="357322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83611921-DBB7-4988-9890-C20AB3B5254B}"/>
                </a:ext>
              </a:extLst>
            </p:cNvPr>
            <p:cNvSpPr txBox="1"/>
            <p:nvPr/>
          </p:nvSpPr>
          <p:spPr>
            <a:xfrm>
              <a:off x="8204858" y="357322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CB6FB147-6F9A-1E54-E514-52322670DF1E}"/>
                </a:ext>
              </a:extLst>
            </p:cNvPr>
            <p:cNvSpPr txBox="1"/>
            <p:nvPr/>
          </p:nvSpPr>
          <p:spPr>
            <a:xfrm>
              <a:off x="7780946" y="357322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FBBA62ED-230F-2893-BE33-273E21B26FC3}"/>
                </a:ext>
              </a:extLst>
            </p:cNvPr>
            <p:cNvSpPr txBox="1"/>
            <p:nvPr/>
          </p:nvSpPr>
          <p:spPr>
            <a:xfrm>
              <a:off x="6075821" y="400841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81D2DB62-AF0E-69FA-7AFC-575D70B8BC63}"/>
                </a:ext>
              </a:extLst>
            </p:cNvPr>
            <p:cNvSpPr txBox="1"/>
            <p:nvPr/>
          </p:nvSpPr>
          <p:spPr>
            <a:xfrm>
              <a:off x="6923645" y="400841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F474CFD7-7F77-8209-0A40-1201135E3BA4}"/>
                </a:ext>
              </a:extLst>
            </p:cNvPr>
            <p:cNvSpPr txBox="1"/>
            <p:nvPr/>
          </p:nvSpPr>
          <p:spPr>
            <a:xfrm>
              <a:off x="6499733" y="400841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30C38C8D-E837-E041-52F3-B6711B47265E}"/>
                </a:ext>
              </a:extLst>
            </p:cNvPr>
            <p:cNvSpPr txBox="1"/>
            <p:nvPr/>
          </p:nvSpPr>
          <p:spPr>
            <a:xfrm>
              <a:off x="7347557" y="400620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A717CA28-80F8-7FB1-9CDE-81B208B043AE}"/>
                </a:ext>
              </a:extLst>
            </p:cNvPr>
            <p:cNvSpPr txBox="1"/>
            <p:nvPr/>
          </p:nvSpPr>
          <p:spPr>
            <a:xfrm>
              <a:off x="8195381" y="400619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667AE252-BE1D-F3CA-0FD2-42DAA16D204C}"/>
                </a:ext>
              </a:extLst>
            </p:cNvPr>
            <p:cNvSpPr txBox="1"/>
            <p:nvPr/>
          </p:nvSpPr>
          <p:spPr>
            <a:xfrm>
              <a:off x="7771469" y="400619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433CEF4E-1D6F-1FDE-2C0C-988F77C0E711}"/>
                </a:ext>
              </a:extLst>
            </p:cNvPr>
            <p:cNvSpPr txBox="1"/>
            <p:nvPr/>
          </p:nvSpPr>
          <p:spPr>
            <a:xfrm>
              <a:off x="6073729" y="445380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A02BA0BA-AE6E-8CAE-9411-0BE6D5CDB777}"/>
                </a:ext>
              </a:extLst>
            </p:cNvPr>
            <p:cNvSpPr txBox="1"/>
            <p:nvPr/>
          </p:nvSpPr>
          <p:spPr>
            <a:xfrm>
              <a:off x="6921553" y="4453807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329AA5EF-EE33-A262-3F17-1A4E7DF00BCF}"/>
                </a:ext>
              </a:extLst>
            </p:cNvPr>
            <p:cNvSpPr txBox="1"/>
            <p:nvPr/>
          </p:nvSpPr>
          <p:spPr>
            <a:xfrm>
              <a:off x="6497641" y="4453808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6B5AD156-3A5C-5760-C7F1-4CAFE2E2FF7B}"/>
                </a:ext>
              </a:extLst>
            </p:cNvPr>
            <p:cNvSpPr txBox="1"/>
            <p:nvPr/>
          </p:nvSpPr>
          <p:spPr>
            <a:xfrm>
              <a:off x="7345465" y="445159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FAB0A53F-2AA1-E53A-5C7C-38D344AAFFB9}"/>
                </a:ext>
              </a:extLst>
            </p:cNvPr>
            <p:cNvSpPr txBox="1"/>
            <p:nvPr/>
          </p:nvSpPr>
          <p:spPr>
            <a:xfrm>
              <a:off x="8193289" y="4451593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54870C4D-8615-C1F8-75CF-76499B28F7D2}"/>
                </a:ext>
              </a:extLst>
            </p:cNvPr>
            <p:cNvSpPr txBox="1"/>
            <p:nvPr/>
          </p:nvSpPr>
          <p:spPr>
            <a:xfrm>
              <a:off x="7769377" y="4451594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64552F8C-DD54-3F4D-2254-B3AED14F6026}"/>
                </a:ext>
              </a:extLst>
            </p:cNvPr>
            <p:cNvSpPr txBox="1"/>
            <p:nvPr/>
          </p:nvSpPr>
          <p:spPr>
            <a:xfrm>
              <a:off x="6064252" y="488678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016DADC4-14EF-5448-E3D4-4E6079661E35}"/>
                </a:ext>
              </a:extLst>
            </p:cNvPr>
            <p:cNvSpPr txBox="1"/>
            <p:nvPr/>
          </p:nvSpPr>
          <p:spPr>
            <a:xfrm>
              <a:off x="6912076" y="488678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0B8510F1-B9B7-2966-EF19-1A75E8391D14}"/>
                </a:ext>
              </a:extLst>
            </p:cNvPr>
            <p:cNvSpPr txBox="1"/>
            <p:nvPr/>
          </p:nvSpPr>
          <p:spPr>
            <a:xfrm>
              <a:off x="6488164" y="488678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D3E27376-B548-A8B9-783E-0AB7B1303A59}"/>
                </a:ext>
              </a:extLst>
            </p:cNvPr>
            <p:cNvSpPr txBox="1"/>
            <p:nvPr/>
          </p:nvSpPr>
          <p:spPr>
            <a:xfrm>
              <a:off x="7335988" y="488456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66416D7B-42EE-115D-5596-A85DF353DE33}"/>
                </a:ext>
              </a:extLst>
            </p:cNvPr>
            <p:cNvSpPr txBox="1"/>
            <p:nvPr/>
          </p:nvSpPr>
          <p:spPr>
            <a:xfrm>
              <a:off x="8183812" y="488456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921F4FA9-D75C-98FA-89CF-9FD7B2A0338C}"/>
                </a:ext>
              </a:extLst>
            </p:cNvPr>
            <p:cNvSpPr txBox="1"/>
            <p:nvPr/>
          </p:nvSpPr>
          <p:spPr>
            <a:xfrm>
              <a:off x="7759900" y="488456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6AE4FDD3-51E8-6A94-CBF8-6A9281513106}"/>
                </a:ext>
              </a:extLst>
            </p:cNvPr>
            <p:cNvSpPr txBox="1"/>
            <p:nvPr/>
          </p:nvSpPr>
          <p:spPr>
            <a:xfrm>
              <a:off x="6085481" y="531500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C9C22BBB-BCC8-86CF-DAEF-9273CD7E50B7}"/>
                </a:ext>
              </a:extLst>
            </p:cNvPr>
            <p:cNvSpPr txBox="1"/>
            <p:nvPr/>
          </p:nvSpPr>
          <p:spPr>
            <a:xfrm>
              <a:off x="6933305" y="531500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E42C7DE7-C95F-A81D-713E-4D33A264CA79}"/>
                </a:ext>
              </a:extLst>
            </p:cNvPr>
            <p:cNvSpPr txBox="1"/>
            <p:nvPr/>
          </p:nvSpPr>
          <p:spPr>
            <a:xfrm>
              <a:off x="6509393" y="531500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F05C76A8-92CF-F2CE-2B11-84DE8BB82C2D}"/>
                </a:ext>
              </a:extLst>
            </p:cNvPr>
            <p:cNvSpPr txBox="1"/>
            <p:nvPr/>
          </p:nvSpPr>
          <p:spPr>
            <a:xfrm>
              <a:off x="7357217" y="531278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81934F49-B1D1-B44C-3777-9BF14FF4DFAA}"/>
                </a:ext>
              </a:extLst>
            </p:cNvPr>
            <p:cNvSpPr txBox="1"/>
            <p:nvPr/>
          </p:nvSpPr>
          <p:spPr>
            <a:xfrm>
              <a:off x="8205041" y="531278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B34F7EAE-D4E7-06E2-C61B-B47E6FC6931A}"/>
                </a:ext>
              </a:extLst>
            </p:cNvPr>
            <p:cNvSpPr txBox="1"/>
            <p:nvPr/>
          </p:nvSpPr>
          <p:spPr>
            <a:xfrm>
              <a:off x="7781129" y="531278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485DED94-CEF3-CB62-E31E-2C614AA73284}"/>
                </a:ext>
              </a:extLst>
            </p:cNvPr>
            <p:cNvSpPr txBox="1"/>
            <p:nvPr/>
          </p:nvSpPr>
          <p:spPr>
            <a:xfrm>
              <a:off x="6076004" y="5747976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B9F3D89B-F31E-5FC9-1030-330AC5205CCD}"/>
                </a:ext>
              </a:extLst>
            </p:cNvPr>
            <p:cNvSpPr txBox="1"/>
            <p:nvPr/>
          </p:nvSpPr>
          <p:spPr>
            <a:xfrm>
              <a:off x="6923828" y="574797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866A8A6C-1FA0-B3CB-45F6-BFB5FE8E4AD0}"/>
                </a:ext>
              </a:extLst>
            </p:cNvPr>
            <p:cNvSpPr txBox="1"/>
            <p:nvPr/>
          </p:nvSpPr>
          <p:spPr>
            <a:xfrm>
              <a:off x="6499916" y="5747975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67C57AE3-2D06-C129-38CB-F214089B45AA}"/>
                </a:ext>
              </a:extLst>
            </p:cNvPr>
            <p:cNvSpPr txBox="1"/>
            <p:nvPr/>
          </p:nvSpPr>
          <p:spPr>
            <a:xfrm>
              <a:off x="7347740" y="5745762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1EA7567C-6594-51FE-6835-1B16A15DB43D}"/>
                </a:ext>
              </a:extLst>
            </p:cNvPr>
            <p:cNvSpPr txBox="1"/>
            <p:nvPr/>
          </p:nvSpPr>
          <p:spPr>
            <a:xfrm>
              <a:off x="8195564" y="574576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598C19A2-A3C6-A1A9-2610-8B3C680635C1}"/>
                </a:ext>
              </a:extLst>
            </p:cNvPr>
            <p:cNvSpPr txBox="1"/>
            <p:nvPr/>
          </p:nvSpPr>
          <p:spPr>
            <a:xfrm>
              <a:off x="7771652" y="5745761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</p:grpSp>
      <p:sp>
        <p:nvSpPr>
          <p:cNvPr id="256" name="TextBox 255">
            <a:extLst>
              <a:ext uri="{FF2B5EF4-FFF2-40B4-BE49-F238E27FC236}">
                <a16:creationId xmlns:a16="http://schemas.microsoft.com/office/drawing/2014/main" id="{7F0210A9-173B-E886-5B9E-A754414DB7D5}"/>
              </a:ext>
            </a:extLst>
          </p:cNvPr>
          <p:cNvSpPr txBox="1"/>
          <p:nvPr/>
        </p:nvSpPr>
        <p:spPr>
          <a:xfrm>
            <a:off x="762043" y="3464452"/>
            <a:ext cx="45400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consider the edges one by one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4125A0B0-40B0-D29F-739F-0A43A9BAAFD6}"/>
              </a:ext>
            </a:extLst>
          </p:cNvPr>
          <p:cNvSpPr txBox="1"/>
          <p:nvPr/>
        </p:nvSpPr>
        <p:spPr>
          <a:xfrm>
            <a:off x="762000" y="3836313"/>
            <a:ext cx="45945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edge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do adj[u][v] = 1</a:t>
            </a:r>
          </a:p>
        </p:txBody>
      </p: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521E2801-C9FB-CA9D-C54D-B67C37641472}"/>
              </a:ext>
            </a:extLst>
          </p:cNvPr>
          <p:cNvGrpSpPr/>
          <p:nvPr/>
        </p:nvGrpSpPr>
        <p:grpSpPr>
          <a:xfrm>
            <a:off x="8048542" y="4966787"/>
            <a:ext cx="428221" cy="428221"/>
            <a:chOff x="883125" y="5015247"/>
            <a:chExt cx="428221" cy="428221"/>
          </a:xfrm>
        </p:grpSpPr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7DF18855-EC20-BE29-7E27-8CC461C24D67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18FED4B0-62EC-8C6A-4AEC-2D97ECAF141A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11D6CF52-FC41-70BE-ED3C-932291A4BF1F}"/>
              </a:ext>
            </a:extLst>
          </p:cNvPr>
          <p:cNvCxnSpPr>
            <a:stCxn id="6" idx="3"/>
            <a:endCxn id="150" idx="0"/>
          </p:cNvCxnSpPr>
          <p:nvPr/>
        </p:nvCxnSpPr>
        <p:spPr>
          <a:xfrm flipH="1">
            <a:off x="1564136" y="4859527"/>
            <a:ext cx="314891" cy="25791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60C9711A-99A5-02EE-FE61-A601A11E4DDA}"/>
              </a:ext>
            </a:extLst>
          </p:cNvPr>
          <p:cNvGrpSpPr/>
          <p:nvPr/>
        </p:nvGrpSpPr>
        <p:grpSpPr>
          <a:xfrm>
            <a:off x="6768393" y="4543797"/>
            <a:ext cx="428221" cy="428221"/>
            <a:chOff x="883125" y="5015247"/>
            <a:chExt cx="428221" cy="428221"/>
          </a:xfrm>
        </p:grpSpPr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04FC8265-7F2F-887A-E41D-ADA4E2AFC148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9C6E3D92-3AFF-F1D5-3D95-40F2A0E111B0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8FE94398-C094-88B2-C2CB-11AECB5AAB2E}"/>
              </a:ext>
            </a:extLst>
          </p:cNvPr>
          <p:cNvCxnSpPr>
            <a:stCxn id="6" idx="5"/>
            <a:endCxn id="152" idx="1"/>
          </p:cNvCxnSpPr>
          <p:nvPr/>
        </p:nvCxnSpPr>
        <p:spPr>
          <a:xfrm>
            <a:off x="2223465" y="4859527"/>
            <a:ext cx="259465" cy="57281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4CF9BCA1-0E7D-AAB9-4D8B-11EAA12865F0}"/>
              </a:ext>
            </a:extLst>
          </p:cNvPr>
          <p:cNvGrpSpPr/>
          <p:nvPr/>
        </p:nvGrpSpPr>
        <p:grpSpPr>
          <a:xfrm>
            <a:off x="7621346" y="4540488"/>
            <a:ext cx="428221" cy="428221"/>
            <a:chOff x="883125" y="5015247"/>
            <a:chExt cx="428221" cy="428221"/>
          </a:xfrm>
        </p:grpSpPr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6B9CDEF1-A3B6-52C9-E3E7-5C261E4F075F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F8CA8ED2-B4BF-0148-A547-EF04BF6388F8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1D68F786-8CA8-1CAE-2253-9D67492EF91D}"/>
              </a:ext>
            </a:extLst>
          </p:cNvPr>
          <p:cNvCxnSpPr>
            <a:stCxn id="6" idx="6"/>
            <a:endCxn id="151" idx="2"/>
          </p:cNvCxnSpPr>
          <p:nvPr/>
        </p:nvCxnSpPr>
        <p:spPr>
          <a:xfrm>
            <a:off x="2294801" y="4687308"/>
            <a:ext cx="71642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3809A86C-B8C6-E1EB-EC17-E6BA466A2278}"/>
              </a:ext>
            </a:extLst>
          </p:cNvPr>
          <p:cNvGrpSpPr/>
          <p:nvPr/>
        </p:nvGrpSpPr>
        <p:grpSpPr>
          <a:xfrm>
            <a:off x="5902587" y="4540488"/>
            <a:ext cx="428221" cy="428221"/>
            <a:chOff x="883125" y="5015247"/>
            <a:chExt cx="428221" cy="428221"/>
          </a:xfrm>
        </p:grpSpPr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1E877D1E-1B64-EB9C-3452-3E417F7E9214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0FDDFB40-FC77-2143-9E65-DC67A8C2F58A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E2B1C989-FD55-B098-6E3A-2DC49529D5B9}"/>
              </a:ext>
            </a:extLst>
          </p:cNvPr>
          <p:cNvCxnSpPr>
            <a:stCxn id="152" idx="7"/>
            <a:endCxn id="151" idx="4"/>
          </p:cNvCxnSpPr>
          <p:nvPr/>
        </p:nvCxnSpPr>
        <p:spPr>
          <a:xfrm flipV="1">
            <a:off x="2827368" y="4930863"/>
            <a:ext cx="427411" cy="5014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B12FE19D-EF4A-4D3A-86C9-FA830774F4B9}"/>
              </a:ext>
            </a:extLst>
          </p:cNvPr>
          <p:cNvGrpSpPr/>
          <p:nvPr/>
        </p:nvGrpSpPr>
        <p:grpSpPr>
          <a:xfrm>
            <a:off x="5910405" y="5820058"/>
            <a:ext cx="428221" cy="428221"/>
            <a:chOff x="883125" y="5015247"/>
            <a:chExt cx="428221" cy="428221"/>
          </a:xfrm>
        </p:grpSpPr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33050DF7-BF0C-1912-B912-AA3B19B6B451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CF3B128E-C9DA-FEBB-4D32-DC302A4E8B99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2E886F5C-4F89-41E3-0E50-82928C7EF446}"/>
              </a:ext>
            </a:extLst>
          </p:cNvPr>
          <p:cNvCxnSpPr>
            <a:stCxn id="150" idx="5"/>
            <a:endCxn id="153" idx="1"/>
          </p:cNvCxnSpPr>
          <p:nvPr/>
        </p:nvCxnSpPr>
        <p:spPr>
          <a:xfrm>
            <a:off x="1736355" y="5533220"/>
            <a:ext cx="259465" cy="75679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34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6" grpId="0"/>
      <p:bldP spid="167" grpId="0"/>
      <p:bldP spid="168" grpId="0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/>
      <p:bldP spid="206" grpId="0"/>
      <p:bldP spid="207" grpId="0"/>
      <p:bldP spid="208" grpId="0"/>
      <p:bldP spid="209" grpId="0"/>
      <p:bldP spid="210" grpId="0"/>
      <p:bldP spid="211" grpId="0"/>
      <p:bldP spid="212" grpId="0"/>
      <p:bldP spid="213" grpId="0"/>
      <p:bldP spid="214" grpId="0"/>
      <p:bldP spid="215" grpId="0"/>
      <p:bldP spid="216" grpId="0"/>
      <p:bldP spid="217" grpId="0"/>
      <p:bldP spid="256" grpId="0"/>
      <p:bldP spid="25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ADJACENCY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86CB2-FA5B-7685-794E-32CB4EA15127}"/>
              </a:ext>
            </a:extLst>
          </p:cNvPr>
          <p:cNvSpPr txBox="1"/>
          <p:nvPr/>
        </p:nvSpPr>
        <p:spPr>
          <a:xfrm>
            <a:off x="457200" y="1561655"/>
            <a:ext cx="25026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Undirected Graph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A3ABB-0C2C-5FCC-BEE7-C5F6AE2F1081}"/>
              </a:ext>
            </a:extLst>
          </p:cNvPr>
          <p:cNvSpPr txBox="1"/>
          <p:nvPr/>
        </p:nvSpPr>
        <p:spPr>
          <a:xfrm>
            <a:off x="1061703" y="1988103"/>
            <a:ext cx="47115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is almost same as before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75BCA3-1CF3-F9A4-CA8C-FEC2DECE3F5C}"/>
              </a:ext>
            </a:extLst>
          </p:cNvPr>
          <p:cNvSpPr txBox="1"/>
          <p:nvPr/>
        </p:nvSpPr>
        <p:spPr>
          <a:xfrm>
            <a:off x="1061702" y="2342046"/>
            <a:ext cx="48683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is that for an edge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do: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67B266-532A-ABDF-1B68-A34665313CD4}"/>
              </a:ext>
            </a:extLst>
          </p:cNvPr>
          <p:cNvSpPr txBox="1"/>
          <p:nvPr/>
        </p:nvSpPr>
        <p:spPr>
          <a:xfrm>
            <a:off x="1412079" y="2715092"/>
            <a:ext cx="18357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[u][v]=1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41BB58-CB51-68E7-23D5-94A3841FDDDA}"/>
              </a:ext>
            </a:extLst>
          </p:cNvPr>
          <p:cNvSpPr/>
          <p:nvPr/>
        </p:nvSpPr>
        <p:spPr>
          <a:xfrm>
            <a:off x="5473263" y="405568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AA7A22-4FD2-BC8C-3F25-0197FE0E341F}"/>
              </a:ext>
            </a:extLst>
          </p:cNvPr>
          <p:cNvSpPr/>
          <p:nvPr/>
        </p:nvSpPr>
        <p:spPr>
          <a:xfrm>
            <a:off x="5900647" y="405568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C9AD86-019D-7742-CD1E-DE010D3DE0BF}"/>
              </a:ext>
            </a:extLst>
          </p:cNvPr>
          <p:cNvSpPr/>
          <p:nvPr/>
        </p:nvSpPr>
        <p:spPr>
          <a:xfrm>
            <a:off x="6328868" y="405568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6C5D1B-F2FD-0631-42DF-7743CDB2417D}"/>
              </a:ext>
            </a:extLst>
          </p:cNvPr>
          <p:cNvSpPr/>
          <p:nvPr/>
        </p:nvSpPr>
        <p:spPr>
          <a:xfrm>
            <a:off x="6756252" y="405568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1EB69-9BCA-8E98-B1A9-2F9A0E4BC935}"/>
              </a:ext>
            </a:extLst>
          </p:cNvPr>
          <p:cNvSpPr/>
          <p:nvPr/>
        </p:nvSpPr>
        <p:spPr>
          <a:xfrm>
            <a:off x="7183636" y="405568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9501DE-35A0-B618-8F32-13C4ECC1E8BB}"/>
              </a:ext>
            </a:extLst>
          </p:cNvPr>
          <p:cNvSpPr/>
          <p:nvPr/>
        </p:nvSpPr>
        <p:spPr>
          <a:xfrm>
            <a:off x="7611020" y="405568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C0B129-A58A-03DD-4467-1C6BAAAC005B}"/>
              </a:ext>
            </a:extLst>
          </p:cNvPr>
          <p:cNvSpPr/>
          <p:nvPr/>
        </p:nvSpPr>
        <p:spPr>
          <a:xfrm>
            <a:off x="5473357" y="448390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A69AAC-145A-6816-A9C1-95E5CA661D76}"/>
              </a:ext>
            </a:extLst>
          </p:cNvPr>
          <p:cNvSpPr/>
          <p:nvPr/>
        </p:nvSpPr>
        <p:spPr>
          <a:xfrm>
            <a:off x="5900741" y="448390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74C5BB-212A-C216-689C-6E8E7A2B516A}"/>
              </a:ext>
            </a:extLst>
          </p:cNvPr>
          <p:cNvSpPr/>
          <p:nvPr/>
        </p:nvSpPr>
        <p:spPr>
          <a:xfrm>
            <a:off x="6328962" y="448390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DB0829-B49C-61F3-4DA9-1A3F9FD21251}"/>
              </a:ext>
            </a:extLst>
          </p:cNvPr>
          <p:cNvSpPr/>
          <p:nvPr/>
        </p:nvSpPr>
        <p:spPr>
          <a:xfrm>
            <a:off x="6756346" y="448390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365468-977C-8FEA-4481-F3CA1BD85789}"/>
              </a:ext>
            </a:extLst>
          </p:cNvPr>
          <p:cNvSpPr/>
          <p:nvPr/>
        </p:nvSpPr>
        <p:spPr>
          <a:xfrm>
            <a:off x="7183730" y="448390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BB8D1F-E55F-A727-4581-F7FD2DE36744}"/>
              </a:ext>
            </a:extLst>
          </p:cNvPr>
          <p:cNvSpPr/>
          <p:nvPr/>
        </p:nvSpPr>
        <p:spPr>
          <a:xfrm>
            <a:off x="7611114" y="448390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3778CF-D81E-1006-5144-38D7ED995FF9}"/>
              </a:ext>
            </a:extLst>
          </p:cNvPr>
          <p:cNvSpPr/>
          <p:nvPr/>
        </p:nvSpPr>
        <p:spPr>
          <a:xfrm>
            <a:off x="5473169" y="491212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224EAC-4279-6E37-B000-D10E15B18C37}"/>
              </a:ext>
            </a:extLst>
          </p:cNvPr>
          <p:cNvSpPr/>
          <p:nvPr/>
        </p:nvSpPr>
        <p:spPr>
          <a:xfrm>
            <a:off x="5900553" y="491212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51B66F-DF74-AD85-142D-AB51C9DBBC25}"/>
              </a:ext>
            </a:extLst>
          </p:cNvPr>
          <p:cNvSpPr/>
          <p:nvPr/>
        </p:nvSpPr>
        <p:spPr>
          <a:xfrm>
            <a:off x="6328774" y="491212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64A400-3E8F-5BE5-E664-AA1346D3569C}"/>
              </a:ext>
            </a:extLst>
          </p:cNvPr>
          <p:cNvSpPr/>
          <p:nvPr/>
        </p:nvSpPr>
        <p:spPr>
          <a:xfrm>
            <a:off x="6756158" y="491212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5F8479-4FE7-5C1C-717F-0CBB866E717C}"/>
              </a:ext>
            </a:extLst>
          </p:cNvPr>
          <p:cNvSpPr/>
          <p:nvPr/>
        </p:nvSpPr>
        <p:spPr>
          <a:xfrm>
            <a:off x="7183542" y="491212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6F6D97-0E5B-798C-57D4-8AAF59CDE490}"/>
              </a:ext>
            </a:extLst>
          </p:cNvPr>
          <p:cNvSpPr/>
          <p:nvPr/>
        </p:nvSpPr>
        <p:spPr>
          <a:xfrm>
            <a:off x="7610926" y="491212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15EEBD-EEAD-852E-64DE-BF6731807AE8}"/>
              </a:ext>
            </a:extLst>
          </p:cNvPr>
          <p:cNvSpPr/>
          <p:nvPr/>
        </p:nvSpPr>
        <p:spPr>
          <a:xfrm>
            <a:off x="5473263" y="534034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3DE76D-924B-E076-6C68-8C9A33A22DF4}"/>
              </a:ext>
            </a:extLst>
          </p:cNvPr>
          <p:cNvSpPr/>
          <p:nvPr/>
        </p:nvSpPr>
        <p:spPr>
          <a:xfrm>
            <a:off x="5900647" y="534034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B34C8C-3586-8734-7889-3D3B2D62E3ED}"/>
              </a:ext>
            </a:extLst>
          </p:cNvPr>
          <p:cNvSpPr/>
          <p:nvPr/>
        </p:nvSpPr>
        <p:spPr>
          <a:xfrm>
            <a:off x="6328868" y="534034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FB05F8-1199-6CDB-8047-02EAABD2A5F1}"/>
              </a:ext>
            </a:extLst>
          </p:cNvPr>
          <p:cNvSpPr/>
          <p:nvPr/>
        </p:nvSpPr>
        <p:spPr>
          <a:xfrm>
            <a:off x="6756252" y="534034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B4C545-EAD3-8D18-8AF7-6E20E4FB698D}"/>
              </a:ext>
            </a:extLst>
          </p:cNvPr>
          <p:cNvSpPr/>
          <p:nvPr/>
        </p:nvSpPr>
        <p:spPr>
          <a:xfrm>
            <a:off x="7183636" y="534034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0B4588-63C6-90E1-8466-3795CDA61120}"/>
              </a:ext>
            </a:extLst>
          </p:cNvPr>
          <p:cNvSpPr/>
          <p:nvPr/>
        </p:nvSpPr>
        <p:spPr>
          <a:xfrm>
            <a:off x="7611020" y="534034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2E4AD4-4FF7-A601-3BFF-48E5DAD32BBC}"/>
              </a:ext>
            </a:extLst>
          </p:cNvPr>
          <p:cNvSpPr/>
          <p:nvPr/>
        </p:nvSpPr>
        <p:spPr>
          <a:xfrm>
            <a:off x="5473075" y="576857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51EEA8-790B-62B7-FFB0-9C175DE9C9D7}"/>
              </a:ext>
            </a:extLst>
          </p:cNvPr>
          <p:cNvSpPr/>
          <p:nvPr/>
        </p:nvSpPr>
        <p:spPr>
          <a:xfrm>
            <a:off x="5900459" y="576857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ACD57A-3B13-82E4-B991-BF92A9B5B160}"/>
              </a:ext>
            </a:extLst>
          </p:cNvPr>
          <p:cNvSpPr/>
          <p:nvPr/>
        </p:nvSpPr>
        <p:spPr>
          <a:xfrm>
            <a:off x="6328680" y="576857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E072C44-AC58-009A-C904-B8CCDC1E60E3}"/>
              </a:ext>
            </a:extLst>
          </p:cNvPr>
          <p:cNvSpPr/>
          <p:nvPr/>
        </p:nvSpPr>
        <p:spPr>
          <a:xfrm>
            <a:off x="6756064" y="576857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0021DA-F36F-F5AD-EA69-B281024AAD34}"/>
              </a:ext>
            </a:extLst>
          </p:cNvPr>
          <p:cNvSpPr/>
          <p:nvPr/>
        </p:nvSpPr>
        <p:spPr>
          <a:xfrm>
            <a:off x="7183448" y="576857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D2A5EB-5225-2B73-5D5F-5D177E565F9A}"/>
              </a:ext>
            </a:extLst>
          </p:cNvPr>
          <p:cNvSpPr/>
          <p:nvPr/>
        </p:nvSpPr>
        <p:spPr>
          <a:xfrm>
            <a:off x="7610832" y="576857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ACD7F1-C064-D464-8491-CE8A9D7E09D2}"/>
              </a:ext>
            </a:extLst>
          </p:cNvPr>
          <p:cNvSpPr/>
          <p:nvPr/>
        </p:nvSpPr>
        <p:spPr>
          <a:xfrm>
            <a:off x="5473169" y="619679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C361D4-BFBA-4174-EAFA-E3D1B1D72708}"/>
              </a:ext>
            </a:extLst>
          </p:cNvPr>
          <p:cNvSpPr/>
          <p:nvPr/>
        </p:nvSpPr>
        <p:spPr>
          <a:xfrm>
            <a:off x="5900553" y="619679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BDA84D-D057-4D11-16F8-E4C11ABCBDCE}"/>
              </a:ext>
            </a:extLst>
          </p:cNvPr>
          <p:cNvSpPr/>
          <p:nvPr/>
        </p:nvSpPr>
        <p:spPr>
          <a:xfrm>
            <a:off x="6328774" y="619679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A2BB34-0F03-CB08-93FC-3B80A4DB0C42}"/>
              </a:ext>
            </a:extLst>
          </p:cNvPr>
          <p:cNvSpPr/>
          <p:nvPr/>
        </p:nvSpPr>
        <p:spPr>
          <a:xfrm>
            <a:off x="6756158" y="619679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4D60443-E826-66AC-1D74-0F4EA9E2D548}"/>
              </a:ext>
            </a:extLst>
          </p:cNvPr>
          <p:cNvSpPr/>
          <p:nvPr/>
        </p:nvSpPr>
        <p:spPr>
          <a:xfrm>
            <a:off x="7183542" y="619679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4668D1-D06C-1CF8-9EBC-ECDE169ABDC7}"/>
              </a:ext>
            </a:extLst>
          </p:cNvPr>
          <p:cNvSpPr/>
          <p:nvPr/>
        </p:nvSpPr>
        <p:spPr>
          <a:xfrm>
            <a:off x="7610926" y="619679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65D85B-DE8C-3875-35C5-B2854A88A9F1}"/>
              </a:ext>
            </a:extLst>
          </p:cNvPr>
          <p:cNvSpPr txBox="1"/>
          <p:nvPr/>
        </p:nvSpPr>
        <p:spPr>
          <a:xfrm>
            <a:off x="5538211" y="3717505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3AF154-AC5C-7420-DA0D-A1EDEF4D0C9F}"/>
              </a:ext>
            </a:extLst>
          </p:cNvPr>
          <p:cNvSpPr txBox="1"/>
          <p:nvPr/>
        </p:nvSpPr>
        <p:spPr>
          <a:xfrm>
            <a:off x="6386035" y="3717503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CE7653-0BF7-7AA6-F978-5CC0D1633515}"/>
              </a:ext>
            </a:extLst>
          </p:cNvPr>
          <p:cNvSpPr txBox="1"/>
          <p:nvPr/>
        </p:nvSpPr>
        <p:spPr>
          <a:xfrm>
            <a:off x="5962123" y="3717504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37AE26-0600-0646-0199-9DC48D7F0BE0}"/>
              </a:ext>
            </a:extLst>
          </p:cNvPr>
          <p:cNvSpPr txBox="1"/>
          <p:nvPr/>
        </p:nvSpPr>
        <p:spPr>
          <a:xfrm>
            <a:off x="6809947" y="3715291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0D2B1A-74A2-D9C4-A4ED-EC84BAB769B0}"/>
              </a:ext>
            </a:extLst>
          </p:cNvPr>
          <p:cNvSpPr txBox="1"/>
          <p:nvPr/>
        </p:nvSpPr>
        <p:spPr>
          <a:xfrm>
            <a:off x="7657771" y="3715289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666024-18A8-9305-6CCE-A788259F8521}"/>
              </a:ext>
            </a:extLst>
          </p:cNvPr>
          <p:cNvSpPr txBox="1"/>
          <p:nvPr/>
        </p:nvSpPr>
        <p:spPr>
          <a:xfrm>
            <a:off x="7233859" y="3715290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E202542-B8B2-5ABE-2BF9-4BC61DA2D510}"/>
              </a:ext>
            </a:extLst>
          </p:cNvPr>
          <p:cNvSpPr txBox="1"/>
          <p:nvPr/>
        </p:nvSpPr>
        <p:spPr>
          <a:xfrm>
            <a:off x="5122457" y="4094747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A84CBB-08A1-7A99-5E53-EEEBA480F8C6}"/>
              </a:ext>
            </a:extLst>
          </p:cNvPr>
          <p:cNvSpPr txBox="1"/>
          <p:nvPr/>
        </p:nvSpPr>
        <p:spPr>
          <a:xfrm>
            <a:off x="5122457" y="4521045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DA248A-00EE-FF1D-1601-EA0B4E679E98}"/>
              </a:ext>
            </a:extLst>
          </p:cNvPr>
          <p:cNvSpPr txBox="1"/>
          <p:nvPr/>
        </p:nvSpPr>
        <p:spPr>
          <a:xfrm>
            <a:off x="5108299" y="4947343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2DE24B-76F8-E2B9-C183-D1301E853968}"/>
              </a:ext>
            </a:extLst>
          </p:cNvPr>
          <p:cNvSpPr txBox="1"/>
          <p:nvPr/>
        </p:nvSpPr>
        <p:spPr>
          <a:xfrm>
            <a:off x="5108299" y="5415619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427E78-22F1-9816-D8B6-61E4276D335E}"/>
              </a:ext>
            </a:extLst>
          </p:cNvPr>
          <p:cNvSpPr txBox="1"/>
          <p:nvPr/>
        </p:nvSpPr>
        <p:spPr>
          <a:xfrm>
            <a:off x="5111800" y="5789596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3C0035-DBF3-DD4F-0FC6-95DDA4D7F77A}"/>
              </a:ext>
            </a:extLst>
          </p:cNvPr>
          <p:cNvSpPr txBox="1"/>
          <p:nvPr/>
        </p:nvSpPr>
        <p:spPr>
          <a:xfrm>
            <a:off x="5111800" y="6233929"/>
            <a:ext cx="30328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2FFB96D-324F-0FD1-673B-D7588C246CBE}"/>
              </a:ext>
            </a:extLst>
          </p:cNvPr>
          <p:cNvGrpSpPr/>
          <p:nvPr/>
        </p:nvGrpSpPr>
        <p:grpSpPr>
          <a:xfrm>
            <a:off x="5526642" y="4085856"/>
            <a:ext cx="2445681" cy="2528694"/>
            <a:chOff x="6064252" y="3573225"/>
            <a:chExt cx="2445681" cy="2528694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0ECFE48-7304-C20C-173C-467DC833C0CC}"/>
                </a:ext>
              </a:extLst>
            </p:cNvPr>
            <p:cNvSpPr txBox="1"/>
            <p:nvPr/>
          </p:nvSpPr>
          <p:spPr>
            <a:xfrm>
              <a:off x="6085298" y="357544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5AAD00F-460F-B5FC-4D03-7607EA10885B}"/>
                </a:ext>
              </a:extLst>
            </p:cNvPr>
            <p:cNvSpPr txBox="1"/>
            <p:nvPr/>
          </p:nvSpPr>
          <p:spPr>
            <a:xfrm>
              <a:off x="6933122" y="357543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0FBD12C-795C-2B34-9805-C06BCB7D921D}"/>
                </a:ext>
              </a:extLst>
            </p:cNvPr>
            <p:cNvSpPr txBox="1"/>
            <p:nvPr/>
          </p:nvSpPr>
          <p:spPr>
            <a:xfrm>
              <a:off x="6509210" y="357544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BF02082-73CD-8D6E-6FE7-D3F08B6C274B}"/>
                </a:ext>
              </a:extLst>
            </p:cNvPr>
            <p:cNvSpPr txBox="1"/>
            <p:nvPr/>
          </p:nvSpPr>
          <p:spPr>
            <a:xfrm>
              <a:off x="7357034" y="357322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5A8B639-4F23-7882-AEDF-3644C5AB90D7}"/>
                </a:ext>
              </a:extLst>
            </p:cNvPr>
            <p:cNvSpPr txBox="1"/>
            <p:nvPr/>
          </p:nvSpPr>
          <p:spPr>
            <a:xfrm>
              <a:off x="8204858" y="357322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4D64501E-6886-002F-5605-FA0D56C607F8}"/>
                </a:ext>
              </a:extLst>
            </p:cNvPr>
            <p:cNvSpPr txBox="1"/>
            <p:nvPr/>
          </p:nvSpPr>
          <p:spPr>
            <a:xfrm>
              <a:off x="7780946" y="357322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1F67844-9875-7FF0-6F3D-EB49C06E52C3}"/>
                </a:ext>
              </a:extLst>
            </p:cNvPr>
            <p:cNvSpPr txBox="1"/>
            <p:nvPr/>
          </p:nvSpPr>
          <p:spPr>
            <a:xfrm>
              <a:off x="6075821" y="400841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12073931-FF55-713E-1049-CB0B9F8935FD}"/>
                </a:ext>
              </a:extLst>
            </p:cNvPr>
            <p:cNvSpPr txBox="1"/>
            <p:nvPr/>
          </p:nvSpPr>
          <p:spPr>
            <a:xfrm>
              <a:off x="6923645" y="400841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950A8A2-7552-C88B-1339-44E28909FF07}"/>
                </a:ext>
              </a:extLst>
            </p:cNvPr>
            <p:cNvSpPr txBox="1"/>
            <p:nvPr/>
          </p:nvSpPr>
          <p:spPr>
            <a:xfrm>
              <a:off x="6499733" y="400841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D49779B9-C3FC-71B1-540F-BEBCA5563D8D}"/>
                </a:ext>
              </a:extLst>
            </p:cNvPr>
            <p:cNvSpPr txBox="1"/>
            <p:nvPr/>
          </p:nvSpPr>
          <p:spPr>
            <a:xfrm>
              <a:off x="7347557" y="400620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69D3ABE-1B8E-F2B5-B9B8-C13141C03D23}"/>
                </a:ext>
              </a:extLst>
            </p:cNvPr>
            <p:cNvSpPr txBox="1"/>
            <p:nvPr/>
          </p:nvSpPr>
          <p:spPr>
            <a:xfrm>
              <a:off x="8195381" y="400619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9E6789B-D6C3-1718-95D1-34019F10CEF5}"/>
                </a:ext>
              </a:extLst>
            </p:cNvPr>
            <p:cNvSpPr txBox="1"/>
            <p:nvPr/>
          </p:nvSpPr>
          <p:spPr>
            <a:xfrm>
              <a:off x="7771469" y="400619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7B291BE2-8271-C232-8895-862C6A698335}"/>
                </a:ext>
              </a:extLst>
            </p:cNvPr>
            <p:cNvSpPr txBox="1"/>
            <p:nvPr/>
          </p:nvSpPr>
          <p:spPr>
            <a:xfrm>
              <a:off x="6073729" y="445380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B5F0396E-C424-F010-9C12-55D9610A9047}"/>
                </a:ext>
              </a:extLst>
            </p:cNvPr>
            <p:cNvSpPr txBox="1"/>
            <p:nvPr/>
          </p:nvSpPr>
          <p:spPr>
            <a:xfrm>
              <a:off x="6921553" y="4453807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754E4F2-1558-25C7-295D-E2E7773B278F}"/>
                </a:ext>
              </a:extLst>
            </p:cNvPr>
            <p:cNvSpPr txBox="1"/>
            <p:nvPr/>
          </p:nvSpPr>
          <p:spPr>
            <a:xfrm>
              <a:off x="6497641" y="4453808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6B406F3-17C5-8D7F-A33A-70B81F757DC3}"/>
                </a:ext>
              </a:extLst>
            </p:cNvPr>
            <p:cNvSpPr txBox="1"/>
            <p:nvPr/>
          </p:nvSpPr>
          <p:spPr>
            <a:xfrm>
              <a:off x="7345465" y="445159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5D223F2-2FF5-454E-11F5-D5D4E6AAADD0}"/>
                </a:ext>
              </a:extLst>
            </p:cNvPr>
            <p:cNvSpPr txBox="1"/>
            <p:nvPr/>
          </p:nvSpPr>
          <p:spPr>
            <a:xfrm>
              <a:off x="8193289" y="4451593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0D9DF126-C3CC-4412-E0C9-CD865A2B832C}"/>
                </a:ext>
              </a:extLst>
            </p:cNvPr>
            <p:cNvSpPr txBox="1"/>
            <p:nvPr/>
          </p:nvSpPr>
          <p:spPr>
            <a:xfrm>
              <a:off x="7769377" y="4451594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D9E6385F-997D-33DA-D655-14FE74B01976}"/>
                </a:ext>
              </a:extLst>
            </p:cNvPr>
            <p:cNvSpPr txBox="1"/>
            <p:nvPr/>
          </p:nvSpPr>
          <p:spPr>
            <a:xfrm>
              <a:off x="6064252" y="488678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E5D5B99-552E-4FEC-57B7-EDFA924CEB92}"/>
                </a:ext>
              </a:extLst>
            </p:cNvPr>
            <p:cNvSpPr txBox="1"/>
            <p:nvPr/>
          </p:nvSpPr>
          <p:spPr>
            <a:xfrm>
              <a:off x="6912076" y="488678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444E231-BA75-7F5D-5DC6-59046F6D5AE8}"/>
                </a:ext>
              </a:extLst>
            </p:cNvPr>
            <p:cNvSpPr txBox="1"/>
            <p:nvPr/>
          </p:nvSpPr>
          <p:spPr>
            <a:xfrm>
              <a:off x="6488164" y="488678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10CFE432-298B-14EA-D77B-2DF69E44B51A}"/>
                </a:ext>
              </a:extLst>
            </p:cNvPr>
            <p:cNvSpPr txBox="1"/>
            <p:nvPr/>
          </p:nvSpPr>
          <p:spPr>
            <a:xfrm>
              <a:off x="7335988" y="488456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DC781AD-96BD-EBDF-5CDD-89C877EBB1C6}"/>
                </a:ext>
              </a:extLst>
            </p:cNvPr>
            <p:cNvSpPr txBox="1"/>
            <p:nvPr/>
          </p:nvSpPr>
          <p:spPr>
            <a:xfrm>
              <a:off x="8183812" y="488456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A5AE23F-23BE-B027-E3A3-19CC8AD331B7}"/>
                </a:ext>
              </a:extLst>
            </p:cNvPr>
            <p:cNvSpPr txBox="1"/>
            <p:nvPr/>
          </p:nvSpPr>
          <p:spPr>
            <a:xfrm>
              <a:off x="7759900" y="488456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3AF803E7-1338-0B72-9E25-67D54C6F8FD6}"/>
                </a:ext>
              </a:extLst>
            </p:cNvPr>
            <p:cNvSpPr txBox="1"/>
            <p:nvPr/>
          </p:nvSpPr>
          <p:spPr>
            <a:xfrm>
              <a:off x="6085481" y="531500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F7AB3708-93DA-FEC2-8FA6-88BF570F1F58}"/>
                </a:ext>
              </a:extLst>
            </p:cNvPr>
            <p:cNvSpPr txBox="1"/>
            <p:nvPr/>
          </p:nvSpPr>
          <p:spPr>
            <a:xfrm>
              <a:off x="6933305" y="531500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AC349A3F-3982-E381-B3DC-7B6C7A9ECB7F}"/>
                </a:ext>
              </a:extLst>
            </p:cNvPr>
            <p:cNvSpPr txBox="1"/>
            <p:nvPr/>
          </p:nvSpPr>
          <p:spPr>
            <a:xfrm>
              <a:off x="6509393" y="531500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C7735E45-1BCD-CF43-C945-43BE60B53766}"/>
                </a:ext>
              </a:extLst>
            </p:cNvPr>
            <p:cNvSpPr txBox="1"/>
            <p:nvPr/>
          </p:nvSpPr>
          <p:spPr>
            <a:xfrm>
              <a:off x="7357217" y="531278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53EE93F1-B0DE-E699-88D5-96148504185C}"/>
                </a:ext>
              </a:extLst>
            </p:cNvPr>
            <p:cNvSpPr txBox="1"/>
            <p:nvPr/>
          </p:nvSpPr>
          <p:spPr>
            <a:xfrm>
              <a:off x="8205041" y="531278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AAC63CD3-A365-3061-8DBE-A97472146EE2}"/>
                </a:ext>
              </a:extLst>
            </p:cNvPr>
            <p:cNvSpPr txBox="1"/>
            <p:nvPr/>
          </p:nvSpPr>
          <p:spPr>
            <a:xfrm>
              <a:off x="7781129" y="531278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C555792D-D35B-44AB-7419-634CB4603E09}"/>
                </a:ext>
              </a:extLst>
            </p:cNvPr>
            <p:cNvSpPr txBox="1"/>
            <p:nvPr/>
          </p:nvSpPr>
          <p:spPr>
            <a:xfrm>
              <a:off x="6076004" y="5747976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DE139F08-50C2-F383-7243-45107E3CF9AC}"/>
                </a:ext>
              </a:extLst>
            </p:cNvPr>
            <p:cNvSpPr txBox="1"/>
            <p:nvPr/>
          </p:nvSpPr>
          <p:spPr>
            <a:xfrm>
              <a:off x="6923828" y="574797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70B23789-2D2F-F919-1D80-BF937CAB7189}"/>
                </a:ext>
              </a:extLst>
            </p:cNvPr>
            <p:cNvSpPr txBox="1"/>
            <p:nvPr/>
          </p:nvSpPr>
          <p:spPr>
            <a:xfrm>
              <a:off x="6499916" y="5747975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503D490A-05C6-68B4-A3C4-096159FD4EA5}"/>
                </a:ext>
              </a:extLst>
            </p:cNvPr>
            <p:cNvSpPr txBox="1"/>
            <p:nvPr/>
          </p:nvSpPr>
          <p:spPr>
            <a:xfrm>
              <a:off x="7347740" y="5745762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98265B24-A81A-437A-8141-6E281BC0F6C3}"/>
                </a:ext>
              </a:extLst>
            </p:cNvPr>
            <p:cNvSpPr txBox="1"/>
            <p:nvPr/>
          </p:nvSpPr>
          <p:spPr>
            <a:xfrm>
              <a:off x="8195564" y="574576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AD6413BA-88DD-9593-C272-FCE459894CEA}"/>
                </a:ext>
              </a:extLst>
            </p:cNvPr>
            <p:cNvSpPr txBox="1"/>
            <p:nvPr/>
          </p:nvSpPr>
          <p:spPr>
            <a:xfrm>
              <a:off x="7771652" y="5745761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</p:grpSp>
      <p:sp>
        <p:nvSpPr>
          <p:cNvPr id="286" name="TextBox 285">
            <a:extLst>
              <a:ext uri="{FF2B5EF4-FFF2-40B4-BE49-F238E27FC236}">
                <a16:creationId xmlns:a16="http://schemas.microsoft.com/office/drawing/2014/main" id="{69C7A70B-696B-3F60-0708-511FD534BB2C}"/>
              </a:ext>
            </a:extLst>
          </p:cNvPr>
          <p:cNvSpPr txBox="1"/>
          <p:nvPr/>
        </p:nvSpPr>
        <p:spPr>
          <a:xfrm>
            <a:off x="1412079" y="3101914"/>
            <a:ext cx="18357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[v][u]=1</a:t>
            </a:r>
          </a:p>
        </p:txBody>
      </p: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F9E94678-FE64-E776-69A3-DA07D877E78E}"/>
              </a:ext>
            </a:extLst>
          </p:cNvPr>
          <p:cNvGrpSpPr/>
          <p:nvPr/>
        </p:nvGrpSpPr>
        <p:grpSpPr>
          <a:xfrm>
            <a:off x="7617522" y="4910206"/>
            <a:ext cx="428221" cy="428221"/>
            <a:chOff x="883125" y="5015247"/>
            <a:chExt cx="428221" cy="428221"/>
          </a:xfrm>
        </p:grpSpPr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4F5B15C4-7638-18C3-8F0F-747F1B8C6D96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6A60C648-FD4B-8723-8722-CAEA5F6C9D07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12E35E1E-D349-A607-A334-0ABD810B4F43}"/>
              </a:ext>
            </a:extLst>
          </p:cNvPr>
          <p:cNvGrpSpPr/>
          <p:nvPr/>
        </p:nvGrpSpPr>
        <p:grpSpPr>
          <a:xfrm>
            <a:off x="6337373" y="4487216"/>
            <a:ext cx="428221" cy="428221"/>
            <a:chOff x="883125" y="5015247"/>
            <a:chExt cx="428221" cy="428221"/>
          </a:xfrm>
        </p:grpSpPr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413813DD-AC4E-3B3E-89B6-BEBE43557FBA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FCE663A0-E0AC-31EC-FF7C-AA426135AC13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9944E6D2-28B3-6FD4-0ECD-8ADE9748847E}"/>
              </a:ext>
            </a:extLst>
          </p:cNvPr>
          <p:cNvGrpSpPr/>
          <p:nvPr/>
        </p:nvGrpSpPr>
        <p:grpSpPr>
          <a:xfrm>
            <a:off x="7190326" y="4483907"/>
            <a:ext cx="428221" cy="428221"/>
            <a:chOff x="883125" y="5015247"/>
            <a:chExt cx="428221" cy="428221"/>
          </a:xfrm>
        </p:grpSpPr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E1B1BE44-C83F-3C0A-23BF-D04002CE758D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F9CD1BAA-165B-2F2C-1DB2-2867F9750503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5191242E-690D-773D-83FA-0A316229AF07}"/>
              </a:ext>
            </a:extLst>
          </p:cNvPr>
          <p:cNvGrpSpPr/>
          <p:nvPr/>
        </p:nvGrpSpPr>
        <p:grpSpPr>
          <a:xfrm>
            <a:off x="5471567" y="4483907"/>
            <a:ext cx="428221" cy="428221"/>
            <a:chOff x="883125" y="5015247"/>
            <a:chExt cx="428221" cy="428221"/>
          </a:xfrm>
        </p:grpSpPr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D877B51E-ABD9-84B1-EC12-D1427D2A2705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9972AB4B-434C-A1D9-6722-6C50010693A9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DEBB7D5F-87EC-8EC6-FB36-4F739D723048}"/>
              </a:ext>
            </a:extLst>
          </p:cNvPr>
          <p:cNvGrpSpPr/>
          <p:nvPr/>
        </p:nvGrpSpPr>
        <p:grpSpPr>
          <a:xfrm>
            <a:off x="5479385" y="5763477"/>
            <a:ext cx="428221" cy="428221"/>
            <a:chOff x="883125" y="5015247"/>
            <a:chExt cx="428221" cy="428221"/>
          </a:xfrm>
        </p:grpSpPr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C696F149-2468-1273-1455-990FE2BA79FA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9A211896-F63F-F731-1757-FE12F5B6C8E9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sp>
        <p:nvSpPr>
          <p:cNvPr id="302" name="Oval 301">
            <a:extLst>
              <a:ext uri="{FF2B5EF4-FFF2-40B4-BE49-F238E27FC236}">
                <a16:creationId xmlns:a16="http://schemas.microsoft.com/office/drawing/2014/main" id="{E7A7F821-9392-763F-294A-AD6A76CA61B9}"/>
              </a:ext>
            </a:extLst>
          </p:cNvPr>
          <p:cNvSpPr/>
          <p:nvPr/>
        </p:nvSpPr>
        <p:spPr>
          <a:xfrm>
            <a:off x="1820893" y="4320329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0BD2731D-4E34-C8DB-17A4-E277DD7FBC38}"/>
              </a:ext>
            </a:extLst>
          </p:cNvPr>
          <p:cNvSpPr/>
          <p:nvPr/>
        </p:nvSpPr>
        <p:spPr>
          <a:xfrm>
            <a:off x="1333783" y="499402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75D87CDF-0048-4BBB-49AB-43866CF36E2C}"/>
              </a:ext>
            </a:extLst>
          </p:cNvPr>
          <p:cNvSpPr/>
          <p:nvPr/>
        </p:nvSpPr>
        <p:spPr>
          <a:xfrm>
            <a:off x="3024426" y="4320329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B98C00D5-4349-25C7-A8CF-EC32FFA226F2}"/>
              </a:ext>
            </a:extLst>
          </p:cNvPr>
          <p:cNvSpPr/>
          <p:nvPr/>
        </p:nvSpPr>
        <p:spPr>
          <a:xfrm>
            <a:off x="2424796" y="5237577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7C477106-FFE6-67AB-1C48-03CF0BEE2709}"/>
              </a:ext>
            </a:extLst>
          </p:cNvPr>
          <p:cNvSpPr/>
          <p:nvPr/>
        </p:nvSpPr>
        <p:spPr>
          <a:xfrm>
            <a:off x="1937686" y="609525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83F37790-6A5C-8592-B177-88AC2A50E4BC}"/>
              </a:ext>
            </a:extLst>
          </p:cNvPr>
          <p:cNvSpPr/>
          <p:nvPr/>
        </p:nvSpPr>
        <p:spPr>
          <a:xfrm>
            <a:off x="3414684" y="560814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536FFAF4-FAFF-C89C-B1DA-A7DD92B4F3F4}"/>
              </a:ext>
            </a:extLst>
          </p:cNvPr>
          <p:cNvCxnSpPr>
            <a:stCxn id="302" idx="6"/>
            <a:endCxn id="304" idx="2"/>
          </p:cNvCxnSpPr>
          <p:nvPr/>
        </p:nvCxnSpPr>
        <p:spPr>
          <a:xfrm>
            <a:off x="2308003" y="4563884"/>
            <a:ext cx="7164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6BA45E05-85C9-C93D-6EA5-37DF9F5925EA}"/>
              </a:ext>
            </a:extLst>
          </p:cNvPr>
          <p:cNvCxnSpPr>
            <a:stCxn id="302" idx="3"/>
            <a:endCxn id="303" idx="0"/>
          </p:cNvCxnSpPr>
          <p:nvPr/>
        </p:nvCxnSpPr>
        <p:spPr>
          <a:xfrm flipH="1">
            <a:off x="1577338" y="4736103"/>
            <a:ext cx="314891" cy="257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189919D2-5472-1FB2-3436-A20885C61D64}"/>
              </a:ext>
            </a:extLst>
          </p:cNvPr>
          <p:cNvCxnSpPr>
            <a:stCxn id="303" idx="5"/>
            <a:endCxn id="306" idx="1"/>
          </p:cNvCxnSpPr>
          <p:nvPr/>
        </p:nvCxnSpPr>
        <p:spPr>
          <a:xfrm>
            <a:off x="1749557" y="5409796"/>
            <a:ext cx="259465" cy="756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F38D607C-D3A3-F38F-F08A-DA2F2B5FE9D1}"/>
              </a:ext>
            </a:extLst>
          </p:cNvPr>
          <p:cNvCxnSpPr>
            <a:stCxn id="305" idx="7"/>
            <a:endCxn id="304" idx="4"/>
          </p:cNvCxnSpPr>
          <p:nvPr/>
        </p:nvCxnSpPr>
        <p:spPr>
          <a:xfrm flipV="1">
            <a:off x="2840570" y="4807439"/>
            <a:ext cx="427411" cy="501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325EFB68-A96C-83A5-1900-DB7160965778}"/>
              </a:ext>
            </a:extLst>
          </p:cNvPr>
          <p:cNvCxnSpPr>
            <a:stCxn id="302" idx="5"/>
            <a:endCxn id="305" idx="1"/>
          </p:cNvCxnSpPr>
          <p:nvPr/>
        </p:nvCxnSpPr>
        <p:spPr>
          <a:xfrm>
            <a:off x="2236667" y="4736103"/>
            <a:ext cx="259465" cy="5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extBox 312">
            <a:extLst>
              <a:ext uri="{FF2B5EF4-FFF2-40B4-BE49-F238E27FC236}">
                <a16:creationId xmlns:a16="http://schemas.microsoft.com/office/drawing/2014/main" id="{2D87B01E-F5A3-B8C8-D130-B73FB8101B07}"/>
              </a:ext>
            </a:extLst>
          </p:cNvPr>
          <p:cNvSpPr txBox="1"/>
          <p:nvPr/>
        </p:nvSpPr>
        <p:spPr>
          <a:xfrm>
            <a:off x="3112329" y="436677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94777B4C-5AC2-15EE-19E5-5B4E9B1B9330}"/>
              </a:ext>
            </a:extLst>
          </p:cNvPr>
          <p:cNvSpPr txBox="1"/>
          <p:nvPr/>
        </p:nvSpPr>
        <p:spPr>
          <a:xfrm>
            <a:off x="1908796" y="436677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9F38E02D-913E-9864-2637-FFCE4C707948}"/>
              </a:ext>
            </a:extLst>
          </p:cNvPr>
          <p:cNvSpPr txBox="1"/>
          <p:nvPr/>
        </p:nvSpPr>
        <p:spPr>
          <a:xfrm>
            <a:off x="1428807" y="505291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9F4C968-F7D9-91EA-A649-EE1E3D6521AD}"/>
              </a:ext>
            </a:extLst>
          </p:cNvPr>
          <p:cNvSpPr txBox="1"/>
          <p:nvPr/>
        </p:nvSpPr>
        <p:spPr>
          <a:xfrm>
            <a:off x="3493020" y="566703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195FA187-7D43-B356-850C-DA1C5D23841F}"/>
              </a:ext>
            </a:extLst>
          </p:cNvPr>
          <p:cNvSpPr txBox="1"/>
          <p:nvPr/>
        </p:nvSpPr>
        <p:spPr>
          <a:xfrm>
            <a:off x="2511800" y="5296466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792D8558-B611-BFB1-47D5-0B0C869C2DBD}"/>
              </a:ext>
            </a:extLst>
          </p:cNvPr>
          <p:cNvSpPr txBox="1"/>
          <p:nvPr/>
        </p:nvSpPr>
        <p:spPr>
          <a:xfrm>
            <a:off x="2026391" y="615414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59E036A5-99C9-FC9C-A199-B9A73C01EB32}"/>
              </a:ext>
            </a:extLst>
          </p:cNvPr>
          <p:cNvGrpSpPr/>
          <p:nvPr/>
        </p:nvGrpSpPr>
        <p:grpSpPr>
          <a:xfrm>
            <a:off x="5897926" y="4914174"/>
            <a:ext cx="428221" cy="428221"/>
            <a:chOff x="883125" y="5015247"/>
            <a:chExt cx="428221" cy="428221"/>
          </a:xfrm>
        </p:grpSpPr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5393BD55-1CE8-F66B-6541-84B963DFCC62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83989E5B-C9F8-1FD8-25A5-9B271E47D32A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5BA12230-F08C-F3ED-1B50-052F343E24B0}"/>
              </a:ext>
            </a:extLst>
          </p:cNvPr>
          <p:cNvCxnSpPr>
            <a:stCxn id="302" idx="3"/>
            <a:endCxn id="303" idx="0"/>
          </p:cNvCxnSpPr>
          <p:nvPr/>
        </p:nvCxnSpPr>
        <p:spPr>
          <a:xfrm flipH="1">
            <a:off x="1577338" y="4736103"/>
            <a:ext cx="314891" cy="2579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TextBox 322">
            <a:extLst>
              <a:ext uri="{FF2B5EF4-FFF2-40B4-BE49-F238E27FC236}">
                <a16:creationId xmlns:a16="http://schemas.microsoft.com/office/drawing/2014/main" id="{377360CD-0455-96E9-F079-9D3459DAAC92}"/>
              </a:ext>
            </a:extLst>
          </p:cNvPr>
          <p:cNvSpPr txBox="1"/>
          <p:nvPr/>
        </p:nvSpPr>
        <p:spPr>
          <a:xfrm>
            <a:off x="1049431" y="3511400"/>
            <a:ext cx="32624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u is adjacent to v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3B3ED6A7-D7C3-9AAD-F05A-5CF18210B256}"/>
              </a:ext>
            </a:extLst>
          </p:cNvPr>
          <p:cNvSpPr txBox="1"/>
          <p:nvPr/>
        </p:nvSpPr>
        <p:spPr>
          <a:xfrm>
            <a:off x="1066800" y="3835344"/>
            <a:ext cx="30444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v is adjacent to u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9DC60CCA-5D02-1DDB-70EB-5218911486BD}"/>
              </a:ext>
            </a:extLst>
          </p:cNvPr>
          <p:cNvCxnSpPr>
            <a:stCxn id="302" idx="5"/>
            <a:endCxn id="305" idx="1"/>
          </p:cNvCxnSpPr>
          <p:nvPr/>
        </p:nvCxnSpPr>
        <p:spPr>
          <a:xfrm>
            <a:off x="2236667" y="4736103"/>
            <a:ext cx="259465" cy="57281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4E32461C-1BD6-A9F1-1F58-CF8556E36DBA}"/>
              </a:ext>
            </a:extLst>
          </p:cNvPr>
          <p:cNvGrpSpPr/>
          <p:nvPr/>
        </p:nvGrpSpPr>
        <p:grpSpPr>
          <a:xfrm>
            <a:off x="6333965" y="6191659"/>
            <a:ext cx="428221" cy="428221"/>
            <a:chOff x="883125" y="5015247"/>
            <a:chExt cx="428221" cy="428221"/>
          </a:xfrm>
        </p:grpSpPr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466F4109-6D18-6C60-380C-64883537EF7E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931D7517-E014-7E32-1634-04512E7CDB2B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675BA0AC-8586-B503-5790-E41CAE3C1D61}"/>
              </a:ext>
            </a:extLst>
          </p:cNvPr>
          <p:cNvGrpSpPr/>
          <p:nvPr/>
        </p:nvGrpSpPr>
        <p:grpSpPr>
          <a:xfrm>
            <a:off x="5897925" y="5765261"/>
            <a:ext cx="428221" cy="428221"/>
            <a:chOff x="883125" y="5015247"/>
            <a:chExt cx="428221" cy="428221"/>
          </a:xfrm>
        </p:grpSpPr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F25A2EEB-BF02-34E1-79BD-93A88F22BD0B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9C66F0DD-598E-C617-E92E-2E2E731EB44F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D6F4DCC7-B26A-0124-58CE-21CDDCEC6526}"/>
              </a:ext>
            </a:extLst>
          </p:cNvPr>
          <p:cNvCxnSpPr>
            <a:stCxn id="302" idx="6"/>
            <a:endCxn id="304" idx="2"/>
          </p:cNvCxnSpPr>
          <p:nvPr/>
        </p:nvCxnSpPr>
        <p:spPr>
          <a:xfrm>
            <a:off x="2308003" y="4563884"/>
            <a:ext cx="71642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BF5DCA2F-4256-8659-8041-76C6FC844DBA}"/>
              </a:ext>
            </a:extLst>
          </p:cNvPr>
          <p:cNvGrpSpPr/>
          <p:nvPr/>
        </p:nvGrpSpPr>
        <p:grpSpPr>
          <a:xfrm>
            <a:off x="5896150" y="4064308"/>
            <a:ext cx="428221" cy="428221"/>
            <a:chOff x="883125" y="5015247"/>
            <a:chExt cx="428221" cy="428221"/>
          </a:xfrm>
        </p:grpSpPr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46CBB1CB-4F53-F0E6-8BC3-636D42D0AEEC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21AA6B37-0E3E-3518-4887-321518DF4197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AFEC8B5B-83C8-905E-FBED-D2845F8F14DA}"/>
              </a:ext>
            </a:extLst>
          </p:cNvPr>
          <p:cNvCxnSpPr>
            <a:stCxn id="303" idx="5"/>
            <a:endCxn id="306" idx="1"/>
          </p:cNvCxnSpPr>
          <p:nvPr/>
        </p:nvCxnSpPr>
        <p:spPr>
          <a:xfrm>
            <a:off x="1749557" y="5409796"/>
            <a:ext cx="259465" cy="75679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D98CB112-A80E-43B1-516F-F29CA1D938E6}"/>
              </a:ext>
            </a:extLst>
          </p:cNvPr>
          <p:cNvGrpSpPr/>
          <p:nvPr/>
        </p:nvGrpSpPr>
        <p:grpSpPr>
          <a:xfrm>
            <a:off x="7187108" y="4064308"/>
            <a:ext cx="428221" cy="428221"/>
            <a:chOff x="883125" y="5015247"/>
            <a:chExt cx="428221" cy="428221"/>
          </a:xfrm>
        </p:grpSpPr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7E07E798-82B4-9A92-46B7-4808FE265B52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A64CB691-FCB0-E7FE-9BD5-C2D50B27DD42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B56F767C-2C35-B46A-3F76-74B515B057CB}"/>
              </a:ext>
            </a:extLst>
          </p:cNvPr>
          <p:cNvCxnSpPr>
            <a:stCxn id="304" idx="4"/>
            <a:endCxn id="305" idx="7"/>
          </p:cNvCxnSpPr>
          <p:nvPr/>
        </p:nvCxnSpPr>
        <p:spPr>
          <a:xfrm flipH="1">
            <a:off x="2840570" y="4807439"/>
            <a:ext cx="427411" cy="5014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3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286" grpId="0"/>
      <p:bldP spid="323" grpId="0"/>
      <p:bldP spid="3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ADJACENCY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6A0CD-48B5-4060-0989-6002CA84A7D4}"/>
              </a:ext>
            </a:extLst>
          </p:cNvPr>
          <p:cNvSpPr txBox="1"/>
          <p:nvPr/>
        </p:nvSpPr>
        <p:spPr>
          <a:xfrm>
            <a:off x="393658" y="4123434"/>
            <a:ext cx="35686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How many 1 in the matrix?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CE72E09-16A6-87F3-010D-8573537DE467}"/>
              </a:ext>
            </a:extLst>
          </p:cNvPr>
          <p:cNvSpPr/>
          <p:nvPr/>
        </p:nvSpPr>
        <p:spPr>
          <a:xfrm>
            <a:off x="1537353" y="174366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C43183A8-8155-5068-AE7A-94DE21736C25}"/>
              </a:ext>
            </a:extLst>
          </p:cNvPr>
          <p:cNvSpPr/>
          <p:nvPr/>
        </p:nvSpPr>
        <p:spPr>
          <a:xfrm>
            <a:off x="1050243" y="241735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03344B7A-2E99-B4AD-0937-95FAD1B89659}"/>
              </a:ext>
            </a:extLst>
          </p:cNvPr>
          <p:cNvSpPr/>
          <p:nvPr/>
        </p:nvSpPr>
        <p:spPr>
          <a:xfrm>
            <a:off x="2740886" y="174366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4ACFF2D5-7091-7F6D-9C89-6CEC9A2A1EA5}"/>
              </a:ext>
            </a:extLst>
          </p:cNvPr>
          <p:cNvSpPr/>
          <p:nvPr/>
        </p:nvSpPr>
        <p:spPr>
          <a:xfrm>
            <a:off x="2141256" y="2660910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25E547AC-0B39-2332-20F1-F6014F6F2D21}"/>
              </a:ext>
            </a:extLst>
          </p:cNvPr>
          <p:cNvSpPr/>
          <p:nvPr/>
        </p:nvSpPr>
        <p:spPr>
          <a:xfrm>
            <a:off x="1654146" y="351858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9D130A0E-3607-A1E4-55DA-7686460620F4}"/>
              </a:ext>
            </a:extLst>
          </p:cNvPr>
          <p:cNvSpPr/>
          <p:nvPr/>
        </p:nvSpPr>
        <p:spPr>
          <a:xfrm>
            <a:off x="3131144" y="303147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04EC300-2208-B18C-DE75-365C42810E09}"/>
              </a:ext>
            </a:extLst>
          </p:cNvPr>
          <p:cNvSpPr txBox="1"/>
          <p:nvPr/>
        </p:nvSpPr>
        <p:spPr>
          <a:xfrm>
            <a:off x="2828789" y="179010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4FC4367-9DD0-34F2-8646-8D0A685AB99E}"/>
              </a:ext>
            </a:extLst>
          </p:cNvPr>
          <p:cNvSpPr txBox="1"/>
          <p:nvPr/>
        </p:nvSpPr>
        <p:spPr>
          <a:xfrm>
            <a:off x="1625256" y="179010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2BF1BA7-E209-1ED9-9EC8-2BB8F347DE33}"/>
              </a:ext>
            </a:extLst>
          </p:cNvPr>
          <p:cNvSpPr txBox="1"/>
          <p:nvPr/>
        </p:nvSpPr>
        <p:spPr>
          <a:xfrm>
            <a:off x="1145267" y="247624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CCA797C-FAC2-AA29-234A-3C5875AC0B0E}"/>
              </a:ext>
            </a:extLst>
          </p:cNvPr>
          <p:cNvSpPr txBox="1"/>
          <p:nvPr/>
        </p:nvSpPr>
        <p:spPr>
          <a:xfrm>
            <a:off x="3209480" y="309036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C263995-6C75-F7DB-B360-FE4001161F7C}"/>
              </a:ext>
            </a:extLst>
          </p:cNvPr>
          <p:cNvSpPr txBox="1"/>
          <p:nvPr/>
        </p:nvSpPr>
        <p:spPr>
          <a:xfrm>
            <a:off x="2228260" y="2719799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DD96381-C702-C570-B9C9-D2F309A0224B}"/>
              </a:ext>
            </a:extLst>
          </p:cNvPr>
          <p:cNvSpPr txBox="1"/>
          <p:nvPr/>
        </p:nvSpPr>
        <p:spPr>
          <a:xfrm>
            <a:off x="1742851" y="357747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399B350-9DAB-9567-1BEF-B32AD6728976}"/>
              </a:ext>
            </a:extLst>
          </p:cNvPr>
          <p:cNvCxnSpPr>
            <a:stCxn id="57" idx="3"/>
            <a:endCxn id="150" idx="0"/>
          </p:cNvCxnSpPr>
          <p:nvPr/>
        </p:nvCxnSpPr>
        <p:spPr>
          <a:xfrm flipH="1">
            <a:off x="1293798" y="2159436"/>
            <a:ext cx="314891" cy="257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E9B9BC28-A818-5C3D-1EFE-C71166CB5E55}"/>
              </a:ext>
            </a:extLst>
          </p:cNvPr>
          <p:cNvCxnSpPr>
            <a:stCxn id="57" idx="6"/>
            <a:endCxn id="151" idx="2"/>
          </p:cNvCxnSpPr>
          <p:nvPr/>
        </p:nvCxnSpPr>
        <p:spPr>
          <a:xfrm>
            <a:off x="2024463" y="1987217"/>
            <a:ext cx="716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3D9013DA-D8D5-78C3-D54D-CDA21FAEE43B}"/>
              </a:ext>
            </a:extLst>
          </p:cNvPr>
          <p:cNvCxnSpPr>
            <a:stCxn id="57" idx="5"/>
            <a:endCxn id="152" idx="1"/>
          </p:cNvCxnSpPr>
          <p:nvPr/>
        </p:nvCxnSpPr>
        <p:spPr>
          <a:xfrm>
            <a:off x="1953127" y="2159436"/>
            <a:ext cx="259465" cy="5728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08D6A0B2-D460-0887-6BAE-6C5193892E06}"/>
              </a:ext>
            </a:extLst>
          </p:cNvPr>
          <p:cNvCxnSpPr>
            <a:stCxn id="152" idx="7"/>
            <a:endCxn id="151" idx="4"/>
          </p:cNvCxnSpPr>
          <p:nvPr/>
        </p:nvCxnSpPr>
        <p:spPr>
          <a:xfrm flipV="1">
            <a:off x="2557030" y="2230772"/>
            <a:ext cx="427411" cy="5014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68DBD47A-0B66-2B5F-A993-58A0C30AB140}"/>
              </a:ext>
            </a:extLst>
          </p:cNvPr>
          <p:cNvCxnSpPr>
            <a:stCxn id="150" idx="5"/>
            <a:endCxn id="153" idx="1"/>
          </p:cNvCxnSpPr>
          <p:nvPr/>
        </p:nvCxnSpPr>
        <p:spPr>
          <a:xfrm>
            <a:off x="1466017" y="2833129"/>
            <a:ext cx="259465" cy="756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7EE825D-83F7-A763-01CF-098513F57AF6}"/>
              </a:ext>
            </a:extLst>
          </p:cNvPr>
          <p:cNvSpPr/>
          <p:nvPr/>
        </p:nvSpPr>
        <p:spPr>
          <a:xfrm>
            <a:off x="5591515" y="180669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64B0380-9EC8-BEFB-946C-18E0CCDAF690}"/>
              </a:ext>
            </a:extLst>
          </p:cNvPr>
          <p:cNvSpPr/>
          <p:nvPr/>
        </p:nvSpPr>
        <p:spPr>
          <a:xfrm>
            <a:off x="6018899" y="180669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EDC08257-368D-CE9B-3D3B-24BDC284789F}"/>
              </a:ext>
            </a:extLst>
          </p:cNvPr>
          <p:cNvSpPr/>
          <p:nvPr/>
        </p:nvSpPr>
        <p:spPr>
          <a:xfrm>
            <a:off x="6447120" y="180669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35F2FB8A-9D47-A0C3-0424-3BCFEE1A773F}"/>
              </a:ext>
            </a:extLst>
          </p:cNvPr>
          <p:cNvSpPr/>
          <p:nvPr/>
        </p:nvSpPr>
        <p:spPr>
          <a:xfrm>
            <a:off x="6874504" y="180669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9FCCA1C-ADC3-6962-B44D-D819A4C9A6E4}"/>
              </a:ext>
            </a:extLst>
          </p:cNvPr>
          <p:cNvSpPr/>
          <p:nvPr/>
        </p:nvSpPr>
        <p:spPr>
          <a:xfrm>
            <a:off x="7301888" y="180669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7D2CEC1-546C-E94E-CE21-7F5151369C56}"/>
              </a:ext>
            </a:extLst>
          </p:cNvPr>
          <p:cNvSpPr/>
          <p:nvPr/>
        </p:nvSpPr>
        <p:spPr>
          <a:xfrm>
            <a:off x="7729272" y="180669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5D77A100-F1CA-9D67-CBA6-7AC6C986A87A}"/>
              </a:ext>
            </a:extLst>
          </p:cNvPr>
          <p:cNvSpPr/>
          <p:nvPr/>
        </p:nvSpPr>
        <p:spPr>
          <a:xfrm>
            <a:off x="5591609" y="223491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0E1B1311-87EE-0C5E-C30A-283115A01888}"/>
              </a:ext>
            </a:extLst>
          </p:cNvPr>
          <p:cNvSpPr/>
          <p:nvPr/>
        </p:nvSpPr>
        <p:spPr>
          <a:xfrm>
            <a:off x="6018993" y="223491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2C752CD9-BFBA-4206-0180-61C8CBE2759A}"/>
              </a:ext>
            </a:extLst>
          </p:cNvPr>
          <p:cNvSpPr/>
          <p:nvPr/>
        </p:nvSpPr>
        <p:spPr>
          <a:xfrm>
            <a:off x="6447214" y="223491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31103A38-81ED-85A4-BEEF-EEAD9D3F0F85}"/>
              </a:ext>
            </a:extLst>
          </p:cNvPr>
          <p:cNvSpPr/>
          <p:nvPr/>
        </p:nvSpPr>
        <p:spPr>
          <a:xfrm>
            <a:off x="6874598" y="223491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683E6D6-5567-A5C3-69A8-27E5254945B7}"/>
              </a:ext>
            </a:extLst>
          </p:cNvPr>
          <p:cNvSpPr/>
          <p:nvPr/>
        </p:nvSpPr>
        <p:spPr>
          <a:xfrm>
            <a:off x="7301982" y="223491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02E7F283-A549-5B97-74E8-32E0CE5BA073}"/>
              </a:ext>
            </a:extLst>
          </p:cNvPr>
          <p:cNvSpPr/>
          <p:nvPr/>
        </p:nvSpPr>
        <p:spPr>
          <a:xfrm>
            <a:off x="7729366" y="223491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8962278-F316-E265-1F39-22262F6E5DB9}"/>
              </a:ext>
            </a:extLst>
          </p:cNvPr>
          <p:cNvSpPr/>
          <p:nvPr/>
        </p:nvSpPr>
        <p:spPr>
          <a:xfrm>
            <a:off x="5591421" y="266313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6351F88E-6BE1-7853-4785-71DA7BD77600}"/>
              </a:ext>
            </a:extLst>
          </p:cNvPr>
          <p:cNvSpPr/>
          <p:nvPr/>
        </p:nvSpPr>
        <p:spPr>
          <a:xfrm>
            <a:off x="6018805" y="266313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E2B71C2-99E1-A8E4-C38C-9A54A7C3B559}"/>
              </a:ext>
            </a:extLst>
          </p:cNvPr>
          <p:cNvSpPr/>
          <p:nvPr/>
        </p:nvSpPr>
        <p:spPr>
          <a:xfrm>
            <a:off x="6447026" y="266313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EB6AF62F-5268-CE30-F395-F54B992F1DD5}"/>
              </a:ext>
            </a:extLst>
          </p:cNvPr>
          <p:cNvSpPr/>
          <p:nvPr/>
        </p:nvSpPr>
        <p:spPr>
          <a:xfrm>
            <a:off x="6874410" y="266313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13DC2E1-5444-3D47-CC29-F9A9742A5A89}"/>
              </a:ext>
            </a:extLst>
          </p:cNvPr>
          <p:cNvSpPr/>
          <p:nvPr/>
        </p:nvSpPr>
        <p:spPr>
          <a:xfrm>
            <a:off x="7301794" y="266313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CF0AAF73-A04A-F163-08B9-DEF5CC65754C}"/>
              </a:ext>
            </a:extLst>
          </p:cNvPr>
          <p:cNvSpPr/>
          <p:nvPr/>
        </p:nvSpPr>
        <p:spPr>
          <a:xfrm>
            <a:off x="7729178" y="266313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4884A00-FD2C-2787-7BFE-CA6700101C6E}"/>
              </a:ext>
            </a:extLst>
          </p:cNvPr>
          <p:cNvSpPr/>
          <p:nvPr/>
        </p:nvSpPr>
        <p:spPr>
          <a:xfrm>
            <a:off x="5591515" y="30913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3A688C8-AADD-3047-31D0-29778367426B}"/>
              </a:ext>
            </a:extLst>
          </p:cNvPr>
          <p:cNvSpPr/>
          <p:nvPr/>
        </p:nvSpPr>
        <p:spPr>
          <a:xfrm>
            <a:off x="6018899" y="30913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75BAF1C4-064B-2B28-AA6E-8D22712E2BA1}"/>
              </a:ext>
            </a:extLst>
          </p:cNvPr>
          <p:cNvSpPr/>
          <p:nvPr/>
        </p:nvSpPr>
        <p:spPr>
          <a:xfrm>
            <a:off x="6447120" y="30913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42DFD6B-FED2-2D48-41A8-A02BCDBA7766}"/>
              </a:ext>
            </a:extLst>
          </p:cNvPr>
          <p:cNvSpPr/>
          <p:nvPr/>
        </p:nvSpPr>
        <p:spPr>
          <a:xfrm>
            <a:off x="6874504" y="30913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4CE9E3C-EEEA-DC4C-2B0A-725A480C7377}"/>
              </a:ext>
            </a:extLst>
          </p:cNvPr>
          <p:cNvSpPr/>
          <p:nvPr/>
        </p:nvSpPr>
        <p:spPr>
          <a:xfrm>
            <a:off x="7301888" y="30913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EA1B30A-4325-7DBF-589F-F3CD1085C641}"/>
              </a:ext>
            </a:extLst>
          </p:cNvPr>
          <p:cNvSpPr/>
          <p:nvPr/>
        </p:nvSpPr>
        <p:spPr>
          <a:xfrm>
            <a:off x="7729272" y="30913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24DF3162-85CF-CAEF-2CCB-15B1960EE0A8}"/>
              </a:ext>
            </a:extLst>
          </p:cNvPr>
          <p:cNvSpPr/>
          <p:nvPr/>
        </p:nvSpPr>
        <p:spPr>
          <a:xfrm>
            <a:off x="5591327" y="35195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87172EF0-889E-39BE-A1A8-05B2DA080062}"/>
              </a:ext>
            </a:extLst>
          </p:cNvPr>
          <p:cNvSpPr/>
          <p:nvPr/>
        </p:nvSpPr>
        <p:spPr>
          <a:xfrm>
            <a:off x="6018711" y="35195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04C936B4-5BB7-9BFB-DD0B-47DF819E16BA}"/>
              </a:ext>
            </a:extLst>
          </p:cNvPr>
          <p:cNvSpPr/>
          <p:nvPr/>
        </p:nvSpPr>
        <p:spPr>
          <a:xfrm>
            <a:off x="6446932" y="35195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6799FA2E-A5DE-ADB0-22BC-4560DAA071EE}"/>
              </a:ext>
            </a:extLst>
          </p:cNvPr>
          <p:cNvSpPr/>
          <p:nvPr/>
        </p:nvSpPr>
        <p:spPr>
          <a:xfrm>
            <a:off x="6874316" y="35195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F0719E70-B262-1F36-4F82-9FE4F2A89888}"/>
              </a:ext>
            </a:extLst>
          </p:cNvPr>
          <p:cNvSpPr/>
          <p:nvPr/>
        </p:nvSpPr>
        <p:spPr>
          <a:xfrm>
            <a:off x="7301700" y="35195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039F38E4-42D1-9B61-E3A8-F3433594D09F}"/>
              </a:ext>
            </a:extLst>
          </p:cNvPr>
          <p:cNvSpPr/>
          <p:nvPr/>
        </p:nvSpPr>
        <p:spPr>
          <a:xfrm>
            <a:off x="7729084" y="35195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1999532-0EE2-31DF-9361-11E9B8D12C40}"/>
              </a:ext>
            </a:extLst>
          </p:cNvPr>
          <p:cNvSpPr/>
          <p:nvPr/>
        </p:nvSpPr>
        <p:spPr>
          <a:xfrm>
            <a:off x="5591421" y="39477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5A0BFDC1-DD85-0DA0-EA21-3134CB497219}"/>
              </a:ext>
            </a:extLst>
          </p:cNvPr>
          <p:cNvSpPr/>
          <p:nvPr/>
        </p:nvSpPr>
        <p:spPr>
          <a:xfrm>
            <a:off x="6018805" y="39477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211E6D12-05C1-00BF-0BF8-F7D17A7BD2B9}"/>
              </a:ext>
            </a:extLst>
          </p:cNvPr>
          <p:cNvSpPr/>
          <p:nvPr/>
        </p:nvSpPr>
        <p:spPr>
          <a:xfrm>
            <a:off x="6447026" y="39477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29507242-5991-D23A-F925-9132FAD91A2E}"/>
              </a:ext>
            </a:extLst>
          </p:cNvPr>
          <p:cNvSpPr/>
          <p:nvPr/>
        </p:nvSpPr>
        <p:spPr>
          <a:xfrm>
            <a:off x="6874410" y="39477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DDDF890D-9494-80DF-C4D6-B2025326BBB9}"/>
              </a:ext>
            </a:extLst>
          </p:cNvPr>
          <p:cNvSpPr/>
          <p:nvPr/>
        </p:nvSpPr>
        <p:spPr>
          <a:xfrm>
            <a:off x="7301794" y="39477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A858929-0FF2-DB26-88E5-865A644CBB71}"/>
              </a:ext>
            </a:extLst>
          </p:cNvPr>
          <p:cNvSpPr/>
          <p:nvPr/>
        </p:nvSpPr>
        <p:spPr>
          <a:xfrm>
            <a:off x="7729178" y="39477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ED0EEE8F-40C1-DE64-6F05-60284D06F0E6}"/>
              </a:ext>
            </a:extLst>
          </p:cNvPr>
          <p:cNvSpPr txBox="1"/>
          <p:nvPr/>
        </p:nvSpPr>
        <p:spPr>
          <a:xfrm>
            <a:off x="5656463" y="1468511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DF390863-CAE5-59F9-E336-1D39CCB6A6EB}"/>
              </a:ext>
            </a:extLst>
          </p:cNvPr>
          <p:cNvSpPr txBox="1"/>
          <p:nvPr/>
        </p:nvSpPr>
        <p:spPr>
          <a:xfrm>
            <a:off x="6504287" y="1468509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6F2C862-01B3-19F0-22B7-29A77B7E3172}"/>
              </a:ext>
            </a:extLst>
          </p:cNvPr>
          <p:cNvSpPr txBox="1"/>
          <p:nvPr/>
        </p:nvSpPr>
        <p:spPr>
          <a:xfrm>
            <a:off x="6080375" y="1468510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7DE74B99-9938-295C-914C-B2823C57CE7E}"/>
              </a:ext>
            </a:extLst>
          </p:cNvPr>
          <p:cNvSpPr txBox="1"/>
          <p:nvPr/>
        </p:nvSpPr>
        <p:spPr>
          <a:xfrm>
            <a:off x="6928199" y="1466297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2309E912-CC66-0405-8C01-38598C00B816}"/>
              </a:ext>
            </a:extLst>
          </p:cNvPr>
          <p:cNvSpPr txBox="1"/>
          <p:nvPr/>
        </p:nvSpPr>
        <p:spPr>
          <a:xfrm>
            <a:off x="7776023" y="1466295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4FD5B65E-199D-6E85-CDF9-018D2725D6AE}"/>
              </a:ext>
            </a:extLst>
          </p:cNvPr>
          <p:cNvSpPr txBox="1"/>
          <p:nvPr/>
        </p:nvSpPr>
        <p:spPr>
          <a:xfrm>
            <a:off x="7352111" y="1466296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0E925FFD-A333-E0DD-CA17-2CF69722F52A}"/>
              </a:ext>
            </a:extLst>
          </p:cNvPr>
          <p:cNvSpPr txBox="1"/>
          <p:nvPr/>
        </p:nvSpPr>
        <p:spPr>
          <a:xfrm>
            <a:off x="5240709" y="1845753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DD7969C7-8F5C-7063-60CD-E20F086F735A}"/>
              </a:ext>
            </a:extLst>
          </p:cNvPr>
          <p:cNvSpPr txBox="1"/>
          <p:nvPr/>
        </p:nvSpPr>
        <p:spPr>
          <a:xfrm>
            <a:off x="5240709" y="2272051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619C53E-015A-B694-477E-F7A127A25E26}"/>
              </a:ext>
            </a:extLst>
          </p:cNvPr>
          <p:cNvSpPr txBox="1"/>
          <p:nvPr/>
        </p:nvSpPr>
        <p:spPr>
          <a:xfrm>
            <a:off x="5226551" y="2698349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C20EB9E0-B01C-D704-9AD2-998D44DFBCC3}"/>
              </a:ext>
            </a:extLst>
          </p:cNvPr>
          <p:cNvSpPr txBox="1"/>
          <p:nvPr/>
        </p:nvSpPr>
        <p:spPr>
          <a:xfrm>
            <a:off x="5226551" y="3166625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540BDA0-98FD-E8C2-25F1-ECEC2354C7FE}"/>
              </a:ext>
            </a:extLst>
          </p:cNvPr>
          <p:cNvSpPr txBox="1"/>
          <p:nvPr/>
        </p:nvSpPr>
        <p:spPr>
          <a:xfrm>
            <a:off x="5230052" y="3540602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AFB30722-25FA-6430-C3D6-44AEF17ED75A}"/>
              </a:ext>
            </a:extLst>
          </p:cNvPr>
          <p:cNvSpPr txBox="1"/>
          <p:nvPr/>
        </p:nvSpPr>
        <p:spPr>
          <a:xfrm>
            <a:off x="5230052" y="3984935"/>
            <a:ext cx="30328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CDCE67D7-6693-5605-D450-C79CB68266AA}"/>
              </a:ext>
            </a:extLst>
          </p:cNvPr>
          <p:cNvGrpSpPr/>
          <p:nvPr/>
        </p:nvGrpSpPr>
        <p:grpSpPr>
          <a:xfrm>
            <a:off x="5644894" y="1836862"/>
            <a:ext cx="2445681" cy="2528694"/>
            <a:chOff x="6064252" y="3573225"/>
            <a:chExt cx="2445681" cy="2528694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05A00F6F-F78F-6803-A272-C4983E10F029}"/>
                </a:ext>
              </a:extLst>
            </p:cNvPr>
            <p:cNvSpPr txBox="1"/>
            <p:nvPr/>
          </p:nvSpPr>
          <p:spPr>
            <a:xfrm>
              <a:off x="6085298" y="357544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682D8ACB-BB3B-C196-6A69-11B649CDEC2A}"/>
                </a:ext>
              </a:extLst>
            </p:cNvPr>
            <p:cNvSpPr txBox="1"/>
            <p:nvPr/>
          </p:nvSpPr>
          <p:spPr>
            <a:xfrm>
              <a:off x="6933122" y="357543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D3B03049-CFA8-8A9D-DC2E-A37388BCBF0B}"/>
                </a:ext>
              </a:extLst>
            </p:cNvPr>
            <p:cNvSpPr txBox="1"/>
            <p:nvPr/>
          </p:nvSpPr>
          <p:spPr>
            <a:xfrm>
              <a:off x="6509210" y="357544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EEC2BD77-6165-E624-A2DC-BA4900521B7E}"/>
                </a:ext>
              </a:extLst>
            </p:cNvPr>
            <p:cNvSpPr txBox="1"/>
            <p:nvPr/>
          </p:nvSpPr>
          <p:spPr>
            <a:xfrm>
              <a:off x="7357034" y="357322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A060105C-1D0E-EE23-A445-9ABFBB73CF6F}"/>
                </a:ext>
              </a:extLst>
            </p:cNvPr>
            <p:cNvSpPr txBox="1"/>
            <p:nvPr/>
          </p:nvSpPr>
          <p:spPr>
            <a:xfrm>
              <a:off x="8204858" y="357322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2B7D3FDA-B739-6C35-A723-1A48E59A4D54}"/>
                </a:ext>
              </a:extLst>
            </p:cNvPr>
            <p:cNvSpPr txBox="1"/>
            <p:nvPr/>
          </p:nvSpPr>
          <p:spPr>
            <a:xfrm>
              <a:off x="7780946" y="357322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AA752FF7-F74A-1BE6-0569-B715551F13D8}"/>
                </a:ext>
              </a:extLst>
            </p:cNvPr>
            <p:cNvSpPr txBox="1"/>
            <p:nvPr/>
          </p:nvSpPr>
          <p:spPr>
            <a:xfrm>
              <a:off x="6075821" y="400841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DFE22973-3DF6-5AFA-9CD7-7BAA612EEE10}"/>
                </a:ext>
              </a:extLst>
            </p:cNvPr>
            <p:cNvSpPr txBox="1"/>
            <p:nvPr/>
          </p:nvSpPr>
          <p:spPr>
            <a:xfrm>
              <a:off x="6923645" y="400841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0ED1319E-479D-9BFB-D64C-3332C2C9BE09}"/>
                </a:ext>
              </a:extLst>
            </p:cNvPr>
            <p:cNvSpPr txBox="1"/>
            <p:nvPr/>
          </p:nvSpPr>
          <p:spPr>
            <a:xfrm>
              <a:off x="6499733" y="400841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CF4A22B0-64F7-8464-ACCA-AE960245A23F}"/>
                </a:ext>
              </a:extLst>
            </p:cNvPr>
            <p:cNvSpPr txBox="1"/>
            <p:nvPr/>
          </p:nvSpPr>
          <p:spPr>
            <a:xfrm>
              <a:off x="7347557" y="400620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821E4F64-8C04-7D6E-E7AB-1DC41C54598B}"/>
                </a:ext>
              </a:extLst>
            </p:cNvPr>
            <p:cNvSpPr txBox="1"/>
            <p:nvPr/>
          </p:nvSpPr>
          <p:spPr>
            <a:xfrm>
              <a:off x="8195381" y="400619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1197D281-48D1-C605-F202-8DBD3E3C720E}"/>
                </a:ext>
              </a:extLst>
            </p:cNvPr>
            <p:cNvSpPr txBox="1"/>
            <p:nvPr/>
          </p:nvSpPr>
          <p:spPr>
            <a:xfrm>
              <a:off x="7771469" y="400619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930869C5-3045-5A30-8BAF-CCA12E4CD549}"/>
                </a:ext>
              </a:extLst>
            </p:cNvPr>
            <p:cNvSpPr txBox="1"/>
            <p:nvPr/>
          </p:nvSpPr>
          <p:spPr>
            <a:xfrm>
              <a:off x="6073729" y="445380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3DE9C69F-8051-9641-CF55-557AC2F87065}"/>
                </a:ext>
              </a:extLst>
            </p:cNvPr>
            <p:cNvSpPr txBox="1"/>
            <p:nvPr/>
          </p:nvSpPr>
          <p:spPr>
            <a:xfrm>
              <a:off x="6921553" y="4453807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684230C1-0363-3A56-C9FF-48D2EF92EE55}"/>
                </a:ext>
              </a:extLst>
            </p:cNvPr>
            <p:cNvSpPr txBox="1"/>
            <p:nvPr/>
          </p:nvSpPr>
          <p:spPr>
            <a:xfrm>
              <a:off x="6497641" y="4453808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DCD1A22B-4219-40C2-32D0-867A3E98405C}"/>
                </a:ext>
              </a:extLst>
            </p:cNvPr>
            <p:cNvSpPr txBox="1"/>
            <p:nvPr/>
          </p:nvSpPr>
          <p:spPr>
            <a:xfrm>
              <a:off x="7345465" y="445159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40CD65CD-F430-3546-D32A-1BB131FFF345}"/>
                </a:ext>
              </a:extLst>
            </p:cNvPr>
            <p:cNvSpPr txBox="1"/>
            <p:nvPr/>
          </p:nvSpPr>
          <p:spPr>
            <a:xfrm>
              <a:off x="8193289" y="4451593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F00F98A7-9944-3EC0-D955-67D31DF3C76C}"/>
                </a:ext>
              </a:extLst>
            </p:cNvPr>
            <p:cNvSpPr txBox="1"/>
            <p:nvPr/>
          </p:nvSpPr>
          <p:spPr>
            <a:xfrm>
              <a:off x="7769377" y="4451594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A692D02E-C812-14C2-AD81-021B64B6EC53}"/>
                </a:ext>
              </a:extLst>
            </p:cNvPr>
            <p:cNvSpPr txBox="1"/>
            <p:nvPr/>
          </p:nvSpPr>
          <p:spPr>
            <a:xfrm>
              <a:off x="6064252" y="488678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DA921F16-BCF3-CB64-A077-6FE71A2427B9}"/>
                </a:ext>
              </a:extLst>
            </p:cNvPr>
            <p:cNvSpPr txBox="1"/>
            <p:nvPr/>
          </p:nvSpPr>
          <p:spPr>
            <a:xfrm>
              <a:off x="6912076" y="488678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6D3AD1B7-4587-5817-98A2-8E6708E20F33}"/>
                </a:ext>
              </a:extLst>
            </p:cNvPr>
            <p:cNvSpPr txBox="1"/>
            <p:nvPr/>
          </p:nvSpPr>
          <p:spPr>
            <a:xfrm>
              <a:off x="6488164" y="488678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A7B29B0B-AABD-387B-760D-FAA958021C35}"/>
                </a:ext>
              </a:extLst>
            </p:cNvPr>
            <p:cNvSpPr txBox="1"/>
            <p:nvPr/>
          </p:nvSpPr>
          <p:spPr>
            <a:xfrm>
              <a:off x="7335988" y="488456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843AEFEE-A108-F9AA-7E97-82B3D0D74A38}"/>
                </a:ext>
              </a:extLst>
            </p:cNvPr>
            <p:cNvSpPr txBox="1"/>
            <p:nvPr/>
          </p:nvSpPr>
          <p:spPr>
            <a:xfrm>
              <a:off x="8183812" y="488456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7521F98A-F7DE-F2AB-7386-0F6F0B2FC4E4}"/>
                </a:ext>
              </a:extLst>
            </p:cNvPr>
            <p:cNvSpPr txBox="1"/>
            <p:nvPr/>
          </p:nvSpPr>
          <p:spPr>
            <a:xfrm>
              <a:off x="7759900" y="488456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E6658FC2-1A7B-C784-F482-8E7A0416A666}"/>
                </a:ext>
              </a:extLst>
            </p:cNvPr>
            <p:cNvSpPr txBox="1"/>
            <p:nvPr/>
          </p:nvSpPr>
          <p:spPr>
            <a:xfrm>
              <a:off x="6085481" y="531500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C8F5A21C-C76F-03AE-0B0F-9B27EF790573}"/>
                </a:ext>
              </a:extLst>
            </p:cNvPr>
            <p:cNvSpPr txBox="1"/>
            <p:nvPr/>
          </p:nvSpPr>
          <p:spPr>
            <a:xfrm>
              <a:off x="6933305" y="531500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2A976D04-AF2E-E2D4-2E6A-1E9A4661D660}"/>
                </a:ext>
              </a:extLst>
            </p:cNvPr>
            <p:cNvSpPr txBox="1"/>
            <p:nvPr/>
          </p:nvSpPr>
          <p:spPr>
            <a:xfrm>
              <a:off x="6509393" y="531500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44E6D3FE-D090-9B45-92DA-1A2B933C779E}"/>
                </a:ext>
              </a:extLst>
            </p:cNvPr>
            <p:cNvSpPr txBox="1"/>
            <p:nvPr/>
          </p:nvSpPr>
          <p:spPr>
            <a:xfrm>
              <a:off x="7357217" y="531278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C37C6907-F9A1-07A6-4296-3FC1086B328E}"/>
                </a:ext>
              </a:extLst>
            </p:cNvPr>
            <p:cNvSpPr txBox="1"/>
            <p:nvPr/>
          </p:nvSpPr>
          <p:spPr>
            <a:xfrm>
              <a:off x="8205041" y="531278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A8465CF3-C66A-4DAD-1A9F-3853ADD07D8E}"/>
                </a:ext>
              </a:extLst>
            </p:cNvPr>
            <p:cNvSpPr txBox="1"/>
            <p:nvPr/>
          </p:nvSpPr>
          <p:spPr>
            <a:xfrm>
              <a:off x="7781129" y="531278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75302145-2C5E-BCBB-DEE0-221634941ADC}"/>
                </a:ext>
              </a:extLst>
            </p:cNvPr>
            <p:cNvSpPr txBox="1"/>
            <p:nvPr/>
          </p:nvSpPr>
          <p:spPr>
            <a:xfrm>
              <a:off x="6076004" y="5747976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29F3AE9E-CDCB-4A13-DDCA-5938761F41C6}"/>
                </a:ext>
              </a:extLst>
            </p:cNvPr>
            <p:cNvSpPr txBox="1"/>
            <p:nvPr/>
          </p:nvSpPr>
          <p:spPr>
            <a:xfrm>
              <a:off x="6923828" y="574797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5A2FF12D-80A2-BB2A-0A4C-73CA8046010E}"/>
                </a:ext>
              </a:extLst>
            </p:cNvPr>
            <p:cNvSpPr txBox="1"/>
            <p:nvPr/>
          </p:nvSpPr>
          <p:spPr>
            <a:xfrm>
              <a:off x="6499916" y="5747975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3CEE6A22-BF05-CEC0-A235-C2ED41BB400B}"/>
                </a:ext>
              </a:extLst>
            </p:cNvPr>
            <p:cNvSpPr txBox="1"/>
            <p:nvPr/>
          </p:nvSpPr>
          <p:spPr>
            <a:xfrm>
              <a:off x="7347740" y="5745762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D2C2098C-E8F1-8DF0-26DB-FF8EBA46CA32}"/>
                </a:ext>
              </a:extLst>
            </p:cNvPr>
            <p:cNvSpPr txBox="1"/>
            <p:nvPr/>
          </p:nvSpPr>
          <p:spPr>
            <a:xfrm>
              <a:off x="8195564" y="574576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537FB872-27C0-5053-7142-92769F4DC7A7}"/>
                </a:ext>
              </a:extLst>
            </p:cNvPr>
            <p:cNvSpPr txBox="1"/>
            <p:nvPr/>
          </p:nvSpPr>
          <p:spPr>
            <a:xfrm>
              <a:off x="7771652" y="5745761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19F7440E-11CE-57D8-A008-78254DD8731B}"/>
              </a:ext>
            </a:extLst>
          </p:cNvPr>
          <p:cNvGrpSpPr/>
          <p:nvPr/>
        </p:nvGrpSpPr>
        <p:grpSpPr>
          <a:xfrm>
            <a:off x="7735774" y="2661212"/>
            <a:ext cx="428221" cy="428221"/>
            <a:chOff x="883125" y="5015247"/>
            <a:chExt cx="428221" cy="428221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ECC06C1D-5B3F-B9FA-C2F9-368B4375A511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EB6A7D8E-43D9-B907-A5D9-9E7FEE4B8BB1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923F11C3-6EF8-C05B-027B-ECAE81AEBFC3}"/>
              </a:ext>
            </a:extLst>
          </p:cNvPr>
          <p:cNvCxnSpPr>
            <a:stCxn id="57" idx="3"/>
            <a:endCxn id="150" idx="0"/>
          </p:cNvCxnSpPr>
          <p:nvPr/>
        </p:nvCxnSpPr>
        <p:spPr>
          <a:xfrm flipH="1">
            <a:off x="1293798" y="2159436"/>
            <a:ext cx="314891" cy="25791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F2BAEBC1-A87E-80F0-DBDD-9F4994BB7765}"/>
              </a:ext>
            </a:extLst>
          </p:cNvPr>
          <p:cNvGrpSpPr/>
          <p:nvPr/>
        </p:nvGrpSpPr>
        <p:grpSpPr>
          <a:xfrm>
            <a:off x="6455625" y="2238222"/>
            <a:ext cx="428221" cy="428221"/>
            <a:chOff x="883125" y="5015247"/>
            <a:chExt cx="428221" cy="428221"/>
          </a:xfrm>
        </p:grpSpPr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D5976622-81C8-65F3-4F20-4BFFB71A907A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AF644376-E94B-46DC-52EB-B2EF9A456A1C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43BC7D27-5FBD-D59F-DA60-F93F4B7726E0}"/>
              </a:ext>
            </a:extLst>
          </p:cNvPr>
          <p:cNvCxnSpPr>
            <a:stCxn id="57" idx="5"/>
            <a:endCxn id="152" idx="1"/>
          </p:cNvCxnSpPr>
          <p:nvPr/>
        </p:nvCxnSpPr>
        <p:spPr>
          <a:xfrm>
            <a:off x="1953127" y="2159436"/>
            <a:ext cx="259465" cy="57281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C1878829-19B1-A639-0CDB-CF04209F7602}"/>
              </a:ext>
            </a:extLst>
          </p:cNvPr>
          <p:cNvGrpSpPr/>
          <p:nvPr/>
        </p:nvGrpSpPr>
        <p:grpSpPr>
          <a:xfrm>
            <a:off x="7308578" y="2234913"/>
            <a:ext cx="428221" cy="428221"/>
            <a:chOff x="883125" y="5015247"/>
            <a:chExt cx="428221" cy="428221"/>
          </a:xfrm>
        </p:grpSpPr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EBE512AA-89D0-5AAC-C3B3-4444B90CA597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FA5A99B-EE02-DE4C-2C87-BBD9FE434A75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C408E4B2-D5A5-7D9A-4004-A066B514009A}"/>
              </a:ext>
            </a:extLst>
          </p:cNvPr>
          <p:cNvCxnSpPr>
            <a:stCxn id="57" idx="6"/>
            <a:endCxn id="151" idx="2"/>
          </p:cNvCxnSpPr>
          <p:nvPr/>
        </p:nvCxnSpPr>
        <p:spPr>
          <a:xfrm>
            <a:off x="2024463" y="1987217"/>
            <a:ext cx="71642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7DB5EBB5-3177-9361-6269-006E844FA7DE}"/>
              </a:ext>
            </a:extLst>
          </p:cNvPr>
          <p:cNvGrpSpPr/>
          <p:nvPr/>
        </p:nvGrpSpPr>
        <p:grpSpPr>
          <a:xfrm>
            <a:off x="5589819" y="2234913"/>
            <a:ext cx="428221" cy="428221"/>
            <a:chOff x="883125" y="5015247"/>
            <a:chExt cx="428221" cy="428221"/>
          </a:xfrm>
        </p:grpSpPr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44EAA742-9DF4-5672-7DF0-89D2A76890C5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0588A240-3D89-0D1E-2C1D-A7B5C8362F04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22EBB27F-A07F-C3E0-15D7-6A2059FFDB3E}"/>
              </a:ext>
            </a:extLst>
          </p:cNvPr>
          <p:cNvCxnSpPr>
            <a:stCxn id="152" idx="7"/>
            <a:endCxn id="151" idx="4"/>
          </p:cNvCxnSpPr>
          <p:nvPr/>
        </p:nvCxnSpPr>
        <p:spPr>
          <a:xfrm flipV="1">
            <a:off x="2557030" y="2230772"/>
            <a:ext cx="427411" cy="5014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5ECA3DCC-6282-B936-87FC-D36156736706}"/>
              </a:ext>
            </a:extLst>
          </p:cNvPr>
          <p:cNvGrpSpPr/>
          <p:nvPr/>
        </p:nvGrpSpPr>
        <p:grpSpPr>
          <a:xfrm>
            <a:off x="5597637" y="3514483"/>
            <a:ext cx="428221" cy="428221"/>
            <a:chOff x="883125" y="5015247"/>
            <a:chExt cx="428221" cy="428221"/>
          </a:xfrm>
        </p:grpSpPr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5C822369-2F7B-FBA5-FFAF-70A36B91CB0D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759FF85F-2E91-6BA3-387C-BA5285EA6CB0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4C558ADF-528C-74C4-E7F6-6909B0967FFB}"/>
              </a:ext>
            </a:extLst>
          </p:cNvPr>
          <p:cNvCxnSpPr>
            <a:stCxn id="150" idx="5"/>
            <a:endCxn id="153" idx="1"/>
          </p:cNvCxnSpPr>
          <p:nvPr/>
        </p:nvCxnSpPr>
        <p:spPr>
          <a:xfrm>
            <a:off x="1466017" y="2833129"/>
            <a:ext cx="259465" cy="75679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Box 271">
            <a:extLst>
              <a:ext uri="{FF2B5EF4-FFF2-40B4-BE49-F238E27FC236}">
                <a16:creationId xmlns:a16="http://schemas.microsoft.com/office/drawing/2014/main" id="{F380BE73-610B-E368-CF3A-D286C289F152}"/>
              </a:ext>
            </a:extLst>
          </p:cNvPr>
          <p:cNvSpPr txBox="1"/>
          <p:nvPr/>
        </p:nvSpPr>
        <p:spPr>
          <a:xfrm>
            <a:off x="844063" y="4562900"/>
            <a:ext cx="29209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number of edges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2E58D45-131B-53EC-8FF9-43A9A6EB194C}"/>
              </a:ext>
            </a:extLst>
          </p:cNvPr>
          <p:cNvSpPr txBox="1"/>
          <p:nvPr/>
        </p:nvSpPr>
        <p:spPr>
          <a:xfrm>
            <a:off x="457200" y="5052521"/>
            <a:ext cx="88024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if the number of edges is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then what is the summation of the matrix?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7458A8A-7C6B-C3D8-5AF8-6285F47670DE}"/>
              </a:ext>
            </a:extLst>
          </p:cNvPr>
          <p:cNvSpPr txBox="1"/>
          <p:nvPr/>
        </p:nvSpPr>
        <p:spPr>
          <a:xfrm>
            <a:off x="844062" y="5466774"/>
            <a:ext cx="655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4038884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72" grpId="0"/>
      <p:bldP spid="273" grpId="0"/>
      <p:bldP spid="27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ADJACENCY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6A0CD-48B5-4060-0989-6002CA84A7D4}"/>
              </a:ext>
            </a:extLst>
          </p:cNvPr>
          <p:cNvSpPr txBox="1"/>
          <p:nvPr/>
        </p:nvSpPr>
        <p:spPr>
          <a:xfrm>
            <a:off x="399743" y="4141687"/>
            <a:ext cx="35686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How many 1 in the matrix?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F380BE73-610B-E368-CF3A-D286C289F152}"/>
              </a:ext>
            </a:extLst>
          </p:cNvPr>
          <p:cNvSpPr txBox="1"/>
          <p:nvPr/>
        </p:nvSpPr>
        <p:spPr>
          <a:xfrm>
            <a:off x="844063" y="4562900"/>
            <a:ext cx="38887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Twice of the number of edges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EE8F0B-D2C3-B9B5-6FDD-6F9C6DC15DDD}"/>
              </a:ext>
            </a:extLst>
          </p:cNvPr>
          <p:cNvSpPr/>
          <p:nvPr/>
        </p:nvSpPr>
        <p:spPr>
          <a:xfrm>
            <a:off x="5299693" y="191253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FC5318-4C19-0F61-45F9-FC7C97D5A9F6}"/>
              </a:ext>
            </a:extLst>
          </p:cNvPr>
          <p:cNvSpPr/>
          <p:nvPr/>
        </p:nvSpPr>
        <p:spPr>
          <a:xfrm>
            <a:off x="5727077" y="191253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EAAB20-811B-745D-A97C-364FBED94D72}"/>
              </a:ext>
            </a:extLst>
          </p:cNvPr>
          <p:cNvSpPr/>
          <p:nvPr/>
        </p:nvSpPr>
        <p:spPr>
          <a:xfrm>
            <a:off x="6155298" y="191253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DD935-E342-D865-0AAC-E646BEB40AF7}"/>
              </a:ext>
            </a:extLst>
          </p:cNvPr>
          <p:cNvSpPr/>
          <p:nvPr/>
        </p:nvSpPr>
        <p:spPr>
          <a:xfrm>
            <a:off x="6582682" y="191253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D45759-F1EE-4ECA-1EE6-C4860137D1C9}"/>
              </a:ext>
            </a:extLst>
          </p:cNvPr>
          <p:cNvSpPr/>
          <p:nvPr/>
        </p:nvSpPr>
        <p:spPr>
          <a:xfrm>
            <a:off x="7010066" y="191253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68A8D5-E3B8-42EC-D9F5-62F497368B47}"/>
              </a:ext>
            </a:extLst>
          </p:cNvPr>
          <p:cNvSpPr/>
          <p:nvPr/>
        </p:nvSpPr>
        <p:spPr>
          <a:xfrm>
            <a:off x="7437450" y="191253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24A8FD-FE7A-265E-C40F-158C4CF910DE}"/>
              </a:ext>
            </a:extLst>
          </p:cNvPr>
          <p:cNvSpPr/>
          <p:nvPr/>
        </p:nvSpPr>
        <p:spPr>
          <a:xfrm>
            <a:off x="5299787" y="234075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573509-A51B-EA71-DE44-A4B67FE6941C}"/>
              </a:ext>
            </a:extLst>
          </p:cNvPr>
          <p:cNvSpPr/>
          <p:nvPr/>
        </p:nvSpPr>
        <p:spPr>
          <a:xfrm>
            <a:off x="5727171" y="234075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AAFE1F-17D4-E361-0937-EF19C1F9958D}"/>
              </a:ext>
            </a:extLst>
          </p:cNvPr>
          <p:cNvSpPr/>
          <p:nvPr/>
        </p:nvSpPr>
        <p:spPr>
          <a:xfrm>
            <a:off x="6155392" y="234075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447AD4-F754-7803-3645-2857DE2FF17C}"/>
              </a:ext>
            </a:extLst>
          </p:cNvPr>
          <p:cNvSpPr/>
          <p:nvPr/>
        </p:nvSpPr>
        <p:spPr>
          <a:xfrm>
            <a:off x="6582776" y="234075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F29FED-1E38-CFC7-658E-331C13BBA3DF}"/>
              </a:ext>
            </a:extLst>
          </p:cNvPr>
          <p:cNvSpPr/>
          <p:nvPr/>
        </p:nvSpPr>
        <p:spPr>
          <a:xfrm>
            <a:off x="7010160" y="234075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EB067-F624-0D0B-D88B-8C8BB92C195A}"/>
              </a:ext>
            </a:extLst>
          </p:cNvPr>
          <p:cNvSpPr/>
          <p:nvPr/>
        </p:nvSpPr>
        <p:spPr>
          <a:xfrm>
            <a:off x="7437544" y="234075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5369C7-7C08-712E-5AC2-6D496D79B6E3}"/>
              </a:ext>
            </a:extLst>
          </p:cNvPr>
          <p:cNvSpPr/>
          <p:nvPr/>
        </p:nvSpPr>
        <p:spPr>
          <a:xfrm>
            <a:off x="5299599" y="276897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299869-AFB0-636F-3702-DF6C123943FA}"/>
              </a:ext>
            </a:extLst>
          </p:cNvPr>
          <p:cNvSpPr/>
          <p:nvPr/>
        </p:nvSpPr>
        <p:spPr>
          <a:xfrm>
            <a:off x="5726983" y="276897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97F180-684C-E973-C4AC-A0799D3831FA}"/>
              </a:ext>
            </a:extLst>
          </p:cNvPr>
          <p:cNvSpPr/>
          <p:nvPr/>
        </p:nvSpPr>
        <p:spPr>
          <a:xfrm>
            <a:off x="6155204" y="276897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6377DF-742D-629C-BEBC-6ACDCD4F8C1B}"/>
              </a:ext>
            </a:extLst>
          </p:cNvPr>
          <p:cNvSpPr/>
          <p:nvPr/>
        </p:nvSpPr>
        <p:spPr>
          <a:xfrm>
            <a:off x="6582588" y="276897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71F42A-FA44-17C8-0ACE-5178BB50A370}"/>
              </a:ext>
            </a:extLst>
          </p:cNvPr>
          <p:cNvSpPr/>
          <p:nvPr/>
        </p:nvSpPr>
        <p:spPr>
          <a:xfrm>
            <a:off x="7009972" y="276897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1EA1C5-E0C9-B006-BBDD-E538819D80EF}"/>
              </a:ext>
            </a:extLst>
          </p:cNvPr>
          <p:cNvSpPr/>
          <p:nvPr/>
        </p:nvSpPr>
        <p:spPr>
          <a:xfrm>
            <a:off x="7437356" y="276897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585456-6283-9ABC-1DCA-65D2EA0FE676}"/>
              </a:ext>
            </a:extLst>
          </p:cNvPr>
          <p:cNvSpPr/>
          <p:nvPr/>
        </p:nvSpPr>
        <p:spPr>
          <a:xfrm>
            <a:off x="5299693" y="319719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8AEE6A-66E7-8CCB-21B6-D7C5642F5839}"/>
              </a:ext>
            </a:extLst>
          </p:cNvPr>
          <p:cNvSpPr/>
          <p:nvPr/>
        </p:nvSpPr>
        <p:spPr>
          <a:xfrm>
            <a:off x="5727077" y="319719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ED3CDF-15EA-8372-5A75-713AA3A8EACA}"/>
              </a:ext>
            </a:extLst>
          </p:cNvPr>
          <p:cNvSpPr/>
          <p:nvPr/>
        </p:nvSpPr>
        <p:spPr>
          <a:xfrm>
            <a:off x="6155298" y="319719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CC6064-75CE-3574-B8E8-691D50BC4AB7}"/>
              </a:ext>
            </a:extLst>
          </p:cNvPr>
          <p:cNvSpPr/>
          <p:nvPr/>
        </p:nvSpPr>
        <p:spPr>
          <a:xfrm>
            <a:off x="6582682" y="319719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6F5919-D256-9EB9-C9DE-D9C2090F8CF4}"/>
              </a:ext>
            </a:extLst>
          </p:cNvPr>
          <p:cNvSpPr/>
          <p:nvPr/>
        </p:nvSpPr>
        <p:spPr>
          <a:xfrm>
            <a:off x="7010066" y="319719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2DA21F-7CF0-1E00-7715-50B0B6280355}"/>
              </a:ext>
            </a:extLst>
          </p:cNvPr>
          <p:cNvSpPr/>
          <p:nvPr/>
        </p:nvSpPr>
        <p:spPr>
          <a:xfrm>
            <a:off x="7437450" y="319719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522F95-0B3B-8F19-E004-D3EFE4379EFD}"/>
              </a:ext>
            </a:extLst>
          </p:cNvPr>
          <p:cNvSpPr/>
          <p:nvPr/>
        </p:nvSpPr>
        <p:spPr>
          <a:xfrm>
            <a:off x="5299505" y="362541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4C2484-D1FD-2605-1850-1B30977D519B}"/>
              </a:ext>
            </a:extLst>
          </p:cNvPr>
          <p:cNvSpPr/>
          <p:nvPr/>
        </p:nvSpPr>
        <p:spPr>
          <a:xfrm>
            <a:off x="5726889" y="362541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1E320B-19C6-7EC1-1A63-591815C68686}"/>
              </a:ext>
            </a:extLst>
          </p:cNvPr>
          <p:cNvSpPr/>
          <p:nvPr/>
        </p:nvSpPr>
        <p:spPr>
          <a:xfrm>
            <a:off x="6155110" y="362541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102679-79C4-B687-BD7B-C54A73DC66F0}"/>
              </a:ext>
            </a:extLst>
          </p:cNvPr>
          <p:cNvSpPr/>
          <p:nvPr/>
        </p:nvSpPr>
        <p:spPr>
          <a:xfrm>
            <a:off x="6582494" y="362541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E545BF-AA0E-F744-A0C8-F90CC09543B4}"/>
              </a:ext>
            </a:extLst>
          </p:cNvPr>
          <p:cNvSpPr/>
          <p:nvPr/>
        </p:nvSpPr>
        <p:spPr>
          <a:xfrm>
            <a:off x="7009878" y="362541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7F8722-B83E-6787-F309-B0A62BF29B55}"/>
              </a:ext>
            </a:extLst>
          </p:cNvPr>
          <p:cNvSpPr/>
          <p:nvPr/>
        </p:nvSpPr>
        <p:spPr>
          <a:xfrm>
            <a:off x="7437262" y="362541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03FE64-AD24-466D-0982-50DD715FFC1D}"/>
              </a:ext>
            </a:extLst>
          </p:cNvPr>
          <p:cNvSpPr/>
          <p:nvPr/>
        </p:nvSpPr>
        <p:spPr>
          <a:xfrm>
            <a:off x="5299599" y="405363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DCB44F-D541-E592-419B-818AB8FD721C}"/>
              </a:ext>
            </a:extLst>
          </p:cNvPr>
          <p:cNvSpPr/>
          <p:nvPr/>
        </p:nvSpPr>
        <p:spPr>
          <a:xfrm>
            <a:off x="5726983" y="405363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314026-879D-257F-D009-FB9DC80B90E3}"/>
              </a:ext>
            </a:extLst>
          </p:cNvPr>
          <p:cNvSpPr/>
          <p:nvPr/>
        </p:nvSpPr>
        <p:spPr>
          <a:xfrm>
            <a:off x="6155204" y="405363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4E02359-D61E-07AF-127E-BA125AEB40FC}"/>
              </a:ext>
            </a:extLst>
          </p:cNvPr>
          <p:cNvSpPr/>
          <p:nvPr/>
        </p:nvSpPr>
        <p:spPr>
          <a:xfrm>
            <a:off x="6582588" y="405363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C8CB83-5DA5-D7B8-5EE3-C2EA1B7926D4}"/>
              </a:ext>
            </a:extLst>
          </p:cNvPr>
          <p:cNvSpPr/>
          <p:nvPr/>
        </p:nvSpPr>
        <p:spPr>
          <a:xfrm>
            <a:off x="7009972" y="405363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503060-6E61-D980-E9A6-5E83F87F4F81}"/>
              </a:ext>
            </a:extLst>
          </p:cNvPr>
          <p:cNvSpPr/>
          <p:nvPr/>
        </p:nvSpPr>
        <p:spPr>
          <a:xfrm>
            <a:off x="7437356" y="405363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3C3CD0-33AF-E9DE-D724-B9D9E120217C}"/>
              </a:ext>
            </a:extLst>
          </p:cNvPr>
          <p:cNvSpPr txBox="1"/>
          <p:nvPr/>
        </p:nvSpPr>
        <p:spPr>
          <a:xfrm>
            <a:off x="5364641" y="1574349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8929B4-666A-69B6-C2CA-8811FCF88A47}"/>
              </a:ext>
            </a:extLst>
          </p:cNvPr>
          <p:cNvSpPr txBox="1"/>
          <p:nvPr/>
        </p:nvSpPr>
        <p:spPr>
          <a:xfrm>
            <a:off x="6212465" y="1574347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9D282D-F0F2-3AC2-70F7-0B0E274EE7C4}"/>
              </a:ext>
            </a:extLst>
          </p:cNvPr>
          <p:cNvSpPr txBox="1"/>
          <p:nvPr/>
        </p:nvSpPr>
        <p:spPr>
          <a:xfrm>
            <a:off x="5788553" y="1574348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35B8C0-1426-366B-A14B-15D10886DBD0}"/>
              </a:ext>
            </a:extLst>
          </p:cNvPr>
          <p:cNvSpPr txBox="1"/>
          <p:nvPr/>
        </p:nvSpPr>
        <p:spPr>
          <a:xfrm>
            <a:off x="6636377" y="1572135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C4128B-72AD-6161-C384-5D3CBF6A5471}"/>
              </a:ext>
            </a:extLst>
          </p:cNvPr>
          <p:cNvSpPr txBox="1"/>
          <p:nvPr/>
        </p:nvSpPr>
        <p:spPr>
          <a:xfrm>
            <a:off x="7484201" y="1572133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F43E7C-38A8-0C63-8E94-25A7F437CAEA}"/>
              </a:ext>
            </a:extLst>
          </p:cNvPr>
          <p:cNvSpPr txBox="1"/>
          <p:nvPr/>
        </p:nvSpPr>
        <p:spPr>
          <a:xfrm>
            <a:off x="7060289" y="1572134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F6D67D-6845-035B-989C-4878790C00D3}"/>
              </a:ext>
            </a:extLst>
          </p:cNvPr>
          <p:cNvSpPr txBox="1"/>
          <p:nvPr/>
        </p:nvSpPr>
        <p:spPr>
          <a:xfrm>
            <a:off x="4948887" y="1951591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FEC3B3-62B9-07CE-D443-B413058A5AD2}"/>
              </a:ext>
            </a:extLst>
          </p:cNvPr>
          <p:cNvSpPr txBox="1"/>
          <p:nvPr/>
        </p:nvSpPr>
        <p:spPr>
          <a:xfrm>
            <a:off x="4948887" y="2377889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90CFEEE-65B5-E98D-6543-70E1839486F8}"/>
              </a:ext>
            </a:extLst>
          </p:cNvPr>
          <p:cNvSpPr txBox="1"/>
          <p:nvPr/>
        </p:nvSpPr>
        <p:spPr>
          <a:xfrm>
            <a:off x="4934729" y="2804187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ED6CB5-D1FA-C16E-1917-4F55009F9920}"/>
              </a:ext>
            </a:extLst>
          </p:cNvPr>
          <p:cNvSpPr txBox="1"/>
          <p:nvPr/>
        </p:nvSpPr>
        <p:spPr>
          <a:xfrm>
            <a:off x="4934729" y="3272463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566E66-08F4-FDBC-A397-51A09FAA274C}"/>
              </a:ext>
            </a:extLst>
          </p:cNvPr>
          <p:cNvSpPr txBox="1"/>
          <p:nvPr/>
        </p:nvSpPr>
        <p:spPr>
          <a:xfrm>
            <a:off x="4938230" y="3646440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8C5C4E-5CE6-F157-1BB3-BF2089691D33}"/>
              </a:ext>
            </a:extLst>
          </p:cNvPr>
          <p:cNvSpPr txBox="1"/>
          <p:nvPr/>
        </p:nvSpPr>
        <p:spPr>
          <a:xfrm>
            <a:off x="4938230" y="4090773"/>
            <a:ext cx="30328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E0BC3AE-35EA-4606-A207-5C4FFC7057EF}"/>
              </a:ext>
            </a:extLst>
          </p:cNvPr>
          <p:cNvGrpSpPr/>
          <p:nvPr/>
        </p:nvGrpSpPr>
        <p:grpSpPr>
          <a:xfrm>
            <a:off x="5353072" y="1942700"/>
            <a:ext cx="2445681" cy="2528694"/>
            <a:chOff x="6064252" y="3573225"/>
            <a:chExt cx="2445681" cy="252869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D207191-E855-81AE-64FB-9526FB75B78A}"/>
                </a:ext>
              </a:extLst>
            </p:cNvPr>
            <p:cNvSpPr txBox="1"/>
            <p:nvPr/>
          </p:nvSpPr>
          <p:spPr>
            <a:xfrm>
              <a:off x="6085298" y="357544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1A1AA5C-30BD-B8D6-12BC-EB640986887A}"/>
                </a:ext>
              </a:extLst>
            </p:cNvPr>
            <p:cNvSpPr txBox="1"/>
            <p:nvPr/>
          </p:nvSpPr>
          <p:spPr>
            <a:xfrm>
              <a:off x="6933122" y="357543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1611AAC-D0A4-118E-0D0E-3F5A38C878D8}"/>
                </a:ext>
              </a:extLst>
            </p:cNvPr>
            <p:cNvSpPr txBox="1"/>
            <p:nvPr/>
          </p:nvSpPr>
          <p:spPr>
            <a:xfrm>
              <a:off x="6509210" y="357544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90F6F85-3CAD-C37A-086E-4236C99868A7}"/>
                </a:ext>
              </a:extLst>
            </p:cNvPr>
            <p:cNvSpPr txBox="1"/>
            <p:nvPr/>
          </p:nvSpPr>
          <p:spPr>
            <a:xfrm>
              <a:off x="7357034" y="357322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0421194-3187-32E2-86A8-F966C4F0F3A8}"/>
                </a:ext>
              </a:extLst>
            </p:cNvPr>
            <p:cNvSpPr txBox="1"/>
            <p:nvPr/>
          </p:nvSpPr>
          <p:spPr>
            <a:xfrm>
              <a:off x="8204858" y="357322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97C6BCC-741A-57E5-2156-9BF412B9B801}"/>
                </a:ext>
              </a:extLst>
            </p:cNvPr>
            <p:cNvSpPr txBox="1"/>
            <p:nvPr/>
          </p:nvSpPr>
          <p:spPr>
            <a:xfrm>
              <a:off x="7780946" y="357322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51363F-08A5-A9FA-AD59-06387F745E0A}"/>
                </a:ext>
              </a:extLst>
            </p:cNvPr>
            <p:cNvSpPr txBox="1"/>
            <p:nvPr/>
          </p:nvSpPr>
          <p:spPr>
            <a:xfrm>
              <a:off x="6075821" y="400841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C6DB98B-A72A-B169-EE25-E90237E44130}"/>
                </a:ext>
              </a:extLst>
            </p:cNvPr>
            <p:cNvSpPr txBox="1"/>
            <p:nvPr/>
          </p:nvSpPr>
          <p:spPr>
            <a:xfrm>
              <a:off x="6923645" y="400841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E775E1B-C897-8775-44EF-E1951BE595DF}"/>
                </a:ext>
              </a:extLst>
            </p:cNvPr>
            <p:cNvSpPr txBox="1"/>
            <p:nvPr/>
          </p:nvSpPr>
          <p:spPr>
            <a:xfrm>
              <a:off x="6499733" y="400841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92E844B-9A4E-7F06-A03E-33049C4C5F91}"/>
                </a:ext>
              </a:extLst>
            </p:cNvPr>
            <p:cNvSpPr txBox="1"/>
            <p:nvPr/>
          </p:nvSpPr>
          <p:spPr>
            <a:xfrm>
              <a:off x="7347557" y="400620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ACCAC51-F05D-4B70-5FE1-4940451B9FDA}"/>
                </a:ext>
              </a:extLst>
            </p:cNvPr>
            <p:cNvSpPr txBox="1"/>
            <p:nvPr/>
          </p:nvSpPr>
          <p:spPr>
            <a:xfrm>
              <a:off x="8195381" y="400619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F58921C-E3AF-26BC-4CB6-CA7FCA8C2909}"/>
                </a:ext>
              </a:extLst>
            </p:cNvPr>
            <p:cNvSpPr txBox="1"/>
            <p:nvPr/>
          </p:nvSpPr>
          <p:spPr>
            <a:xfrm>
              <a:off x="7771469" y="400619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BC4F059F-0D79-52C7-56F6-61DCA9D88C7F}"/>
                </a:ext>
              </a:extLst>
            </p:cNvPr>
            <p:cNvSpPr txBox="1"/>
            <p:nvPr/>
          </p:nvSpPr>
          <p:spPr>
            <a:xfrm>
              <a:off x="6073729" y="445380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FC2D2B3-3823-4602-ECAC-FC4E816C7503}"/>
                </a:ext>
              </a:extLst>
            </p:cNvPr>
            <p:cNvSpPr txBox="1"/>
            <p:nvPr/>
          </p:nvSpPr>
          <p:spPr>
            <a:xfrm>
              <a:off x="6921553" y="4453807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743AF26B-4BDA-EE34-DDAE-7AD35B316F96}"/>
                </a:ext>
              </a:extLst>
            </p:cNvPr>
            <p:cNvSpPr txBox="1"/>
            <p:nvPr/>
          </p:nvSpPr>
          <p:spPr>
            <a:xfrm>
              <a:off x="6497641" y="4453808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2FFC109-792A-99FB-F75C-C3BADFF7DB8B}"/>
                </a:ext>
              </a:extLst>
            </p:cNvPr>
            <p:cNvSpPr txBox="1"/>
            <p:nvPr/>
          </p:nvSpPr>
          <p:spPr>
            <a:xfrm>
              <a:off x="7345465" y="445159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83CFFFB3-E528-49E4-938E-1DEBEA3EEB3D}"/>
                </a:ext>
              </a:extLst>
            </p:cNvPr>
            <p:cNvSpPr txBox="1"/>
            <p:nvPr/>
          </p:nvSpPr>
          <p:spPr>
            <a:xfrm>
              <a:off x="8193289" y="4451593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01A3E5B-366F-FA27-EB9B-48FD3B32F396}"/>
                </a:ext>
              </a:extLst>
            </p:cNvPr>
            <p:cNvSpPr txBox="1"/>
            <p:nvPr/>
          </p:nvSpPr>
          <p:spPr>
            <a:xfrm>
              <a:off x="7769377" y="4451594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A7EE87AC-F85F-EC05-214F-AC6DE0DD3CA3}"/>
                </a:ext>
              </a:extLst>
            </p:cNvPr>
            <p:cNvSpPr txBox="1"/>
            <p:nvPr/>
          </p:nvSpPr>
          <p:spPr>
            <a:xfrm>
              <a:off x="6064252" y="488678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C14A2572-341E-DD58-CE51-16412D429D10}"/>
                </a:ext>
              </a:extLst>
            </p:cNvPr>
            <p:cNvSpPr txBox="1"/>
            <p:nvPr/>
          </p:nvSpPr>
          <p:spPr>
            <a:xfrm>
              <a:off x="6912076" y="488678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E022B8A-F296-2C65-CA90-697844B035B1}"/>
                </a:ext>
              </a:extLst>
            </p:cNvPr>
            <p:cNvSpPr txBox="1"/>
            <p:nvPr/>
          </p:nvSpPr>
          <p:spPr>
            <a:xfrm>
              <a:off x="6488164" y="488678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40E4E882-04CF-85A5-3D1E-35906B987364}"/>
                </a:ext>
              </a:extLst>
            </p:cNvPr>
            <p:cNvSpPr txBox="1"/>
            <p:nvPr/>
          </p:nvSpPr>
          <p:spPr>
            <a:xfrm>
              <a:off x="7335988" y="488456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354D06F-73D7-FCB0-E303-9638611672E6}"/>
                </a:ext>
              </a:extLst>
            </p:cNvPr>
            <p:cNvSpPr txBox="1"/>
            <p:nvPr/>
          </p:nvSpPr>
          <p:spPr>
            <a:xfrm>
              <a:off x="8183812" y="488456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B45142AF-A100-136A-8673-74261464C828}"/>
                </a:ext>
              </a:extLst>
            </p:cNvPr>
            <p:cNvSpPr txBox="1"/>
            <p:nvPr/>
          </p:nvSpPr>
          <p:spPr>
            <a:xfrm>
              <a:off x="7759900" y="488456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AC88F86-D684-2B9B-2A2F-4ED369329F29}"/>
                </a:ext>
              </a:extLst>
            </p:cNvPr>
            <p:cNvSpPr txBox="1"/>
            <p:nvPr/>
          </p:nvSpPr>
          <p:spPr>
            <a:xfrm>
              <a:off x="6085481" y="531500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96F5F37-6A0F-99ED-372D-74FA53A0A9EB}"/>
                </a:ext>
              </a:extLst>
            </p:cNvPr>
            <p:cNvSpPr txBox="1"/>
            <p:nvPr/>
          </p:nvSpPr>
          <p:spPr>
            <a:xfrm>
              <a:off x="6933305" y="531500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5A480C43-54E4-78FA-0D22-87FA5DFDBFF8}"/>
                </a:ext>
              </a:extLst>
            </p:cNvPr>
            <p:cNvSpPr txBox="1"/>
            <p:nvPr/>
          </p:nvSpPr>
          <p:spPr>
            <a:xfrm>
              <a:off x="6509393" y="531500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3186A65-FD71-9934-F1EA-38C73107BFCB}"/>
                </a:ext>
              </a:extLst>
            </p:cNvPr>
            <p:cNvSpPr txBox="1"/>
            <p:nvPr/>
          </p:nvSpPr>
          <p:spPr>
            <a:xfrm>
              <a:off x="7357217" y="531278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2A7E1A2-995F-EB3D-CFA9-89514429853F}"/>
                </a:ext>
              </a:extLst>
            </p:cNvPr>
            <p:cNvSpPr txBox="1"/>
            <p:nvPr/>
          </p:nvSpPr>
          <p:spPr>
            <a:xfrm>
              <a:off x="8205041" y="531278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64A18C09-0732-CFD4-76DF-994D0D22B7B9}"/>
                </a:ext>
              </a:extLst>
            </p:cNvPr>
            <p:cNvSpPr txBox="1"/>
            <p:nvPr/>
          </p:nvSpPr>
          <p:spPr>
            <a:xfrm>
              <a:off x="7781129" y="531278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6BDBABA4-77C4-AA9C-366D-3DAB80A85577}"/>
                </a:ext>
              </a:extLst>
            </p:cNvPr>
            <p:cNvSpPr txBox="1"/>
            <p:nvPr/>
          </p:nvSpPr>
          <p:spPr>
            <a:xfrm>
              <a:off x="6076004" y="5747976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B10131E1-2FF9-26F6-3A36-F7D465358DED}"/>
                </a:ext>
              </a:extLst>
            </p:cNvPr>
            <p:cNvSpPr txBox="1"/>
            <p:nvPr/>
          </p:nvSpPr>
          <p:spPr>
            <a:xfrm>
              <a:off x="6923828" y="574797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439A2C81-46DA-681F-62A5-48C139C3052D}"/>
                </a:ext>
              </a:extLst>
            </p:cNvPr>
            <p:cNvSpPr txBox="1"/>
            <p:nvPr/>
          </p:nvSpPr>
          <p:spPr>
            <a:xfrm>
              <a:off x="6499916" y="5747975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2953ABE4-5040-678B-E3AA-B65040FECB63}"/>
                </a:ext>
              </a:extLst>
            </p:cNvPr>
            <p:cNvSpPr txBox="1"/>
            <p:nvPr/>
          </p:nvSpPr>
          <p:spPr>
            <a:xfrm>
              <a:off x="7347740" y="5745762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A08B02A4-65FF-A864-D139-C908DAE3732F}"/>
                </a:ext>
              </a:extLst>
            </p:cNvPr>
            <p:cNvSpPr txBox="1"/>
            <p:nvPr/>
          </p:nvSpPr>
          <p:spPr>
            <a:xfrm>
              <a:off x="8195564" y="574576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5746511C-4304-ABE7-1E5E-A3E12EB58D7F}"/>
                </a:ext>
              </a:extLst>
            </p:cNvPr>
            <p:cNvSpPr txBox="1"/>
            <p:nvPr/>
          </p:nvSpPr>
          <p:spPr>
            <a:xfrm>
              <a:off x="7771652" y="5745761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4B4248A1-5EF3-88DE-79A9-568BE5F5A817}"/>
              </a:ext>
            </a:extLst>
          </p:cNvPr>
          <p:cNvGrpSpPr/>
          <p:nvPr/>
        </p:nvGrpSpPr>
        <p:grpSpPr>
          <a:xfrm>
            <a:off x="7443952" y="2767050"/>
            <a:ext cx="428221" cy="428221"/>
            <a:chOff x="883125" y="5015247"/>
            <a:chExt cx="428221" cy="428221"/>
          </a:xfrm>
        </p:grpSpPr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D9327514-2889-FBAF-840E-079378EA5C58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79FDFBE4-77A1-BC4C-CDFA-3EE4DE8DA172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43BE3940-6489-7C0F-208D-37DC253F94C5}"/>
              </a:ext>
            </a:extLst>
          </p:cNvPr>
          <p:cNvGrpSpPr/>
          <p:nvPr/>
        </p:nvGrpSpPr>
        <p:grpSpPr>
          <a:xfrm>
            <a:off x="6163803" y="2344060"/>
            <a:ext cx="428221" cy="428221"/>
            <a:chOff x="883125" y="5015247"/>
            <a:chExt cx="428221" cy="428221"/>
          </a:xfrm>
        </p:grpSpPr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9C44FA40-67C0-BBC5-8FE2-9F246B9BA5E3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CCDEC18B-509E-C5C2-0D02-C23EE41975CA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C8EFE36D-0CC9-3D8E-8E50-5FA54C735096}"/>
              </a:ext>
            </a:extLst>
          </p:cNvPr>
          <p:cNvGrpSpPr/>
          <p:nvPr/>
        </p:nvGrpSpPr>
        <p:grpSpPr>
          <a:xfrm>
            <a:off x="7016756" y="2340751"/>
            <a:ext cx="428221" cy="428221"/>
            <a:chOff x="883125" y="5015247"/>
            <a:chExt cx="428221" cy="428221"/>
          </a:xfrm>
        </p:grpSpPr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F9E8ABCA-ED32-6069-1071-169BED72AB4B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97811785-7A1D-CCB4-CEF8-7E0B56CD4D6C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90C3D6C9-EBA6-837D-4DD2-CFA3474C9886}"/>
              </a:ext>
            </a:extLst>
          </p:cNvPr>
          <p:cNvGrpSpPr/>
          <p:nvPr/>
        </p:nvGrpSpPr>
        <p:grpSpPr>
          <a:xfrm>
            <a:off x="5297997" y="2340751"/>
            <a:ext cx="428221" cy="428221"/>
            <a:chOff x="883125" y="5015247"/>
            <a:chExt cx="428221" cy="428221"/>
          </a:xfrm>
        </p:grpSpPr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00C1EF7C-94EE-409A-40C9-A630036FC4F2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458C9FC5-ED2C-D1D2-D1CA-AC2C92CA89D3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C1A0EE63-0CC9-809F-A699-CC113DD303FD}"/>
              </a:ext>
            </a:extLst>
          </p:cNvPr>
          <p:cNvGrpSpPr/>
          <p:nvPr/>
        </p:nvGrpSpPr>
        <p:grpSpPr>
          <a:xfrm>
            <a:off x="5305815" y="3620321"/>
            <a:ext cx="428221" cy="428221"/>
            <a:chOff x="883125" y="5015247"/>
            <a:chExt cx="428221" cy="428221"/>
          </a:xfrm>
        </p:grpSpPr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63DCA75B-20E2-0ECA-6C13-5E3B49094837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2690B1E7-35DE-A1FB-9930-524815D26D8C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sp>
        <p:nvSpPr>
          <p:cNvPr id="291" name="Oval 290">
            <a:extLst>
              <a:ext uri="{FF2B5EF4-FFF2-40B4-BE49-F238E27FC236}">
                <a16:creationId xmlns:a16="http://schemas.microsoft.com/office/drawing/2014/main" id="{FD882200-07C5-40D3-1DE0-BC63AF3BB9AF}"/>
              </a:ext>
            </a:extLst>
          </p:cNvPr>
          <p:cNvSpPr/>
          <p:nvPr/>
        </p:nvSpPr>
        <p:spPr>
          <a:xfrm>
            <a:off x="1660194" y="172107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82C25EB2-3F3D-F143-CEAA-1813739537DB}"/>
              </a:ext>
            </a:extLst>
          </p:cNvPr>
          <p:cNvSpPr/>
          <p:nvPr/>
        </p:nvSpPr>
        <p:spPr>
          <a:xfrm>
            <a:off x="1173084" y="239476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885AC59B-CBB0-EAA5-1300-6BB992FFDA32}"/>
              </a:ext>
            </a:extLst>
          </p:cNvPr>
          <p:cNvSpPr/>
          <p:nvPr/>
        </p:nvSpPr>
        <p:spPr>
          <a:xfrm>
            <a:off x="2863727" y="172107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3C5FA023-512B-B19C-7AAD-EE3B1992B2AF}"/>
              </a:ext>
            </a:extLst>
          </p:cNvPr>
          <p:cNvSpPr/>
          <p:nvPr/>
        </p:nvSpPr>
        <p:spPr>
          <a:xfrm>
            <a:off x="2264097" y="2638320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B4537614-9F3D-2D7C-2ED4-D14B5E4D3149}"/>
              </a:ext>
            </a:extLst>
          </p:cNvPr>
          <p:cNvSpPr/>
          <p:nvPr/>
        </p:nvSpPr>
        <p:spPr>
          <a:xfrm>
            <a:off x="1776987" y="349599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30BE30AB-8B05-EBC0-62DE-641B834E8410}"/>
              </a:ext>
            </a:extLst>
          </p:cNvPr>
          <p:cNvSpPr/>
          <p:nvPr/>
        </p:nvSpPr>
        <p:spPr>
          <a:xfrm>
            <a:off x="3253985" y="300888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F540962B-493E-AB55-3D8E-C0D6F4291F40}"/>
              </a:ext>
            </a:extLst>
          </p:cNvPr>
          <p:cNvCxnSpPr>
            <a:stCxn id="291" idx="6"/>
            <a:endCxn id="293" idx="2"/>
          </p:cNvCxnSpPr>
          <p:nvPr/>
        </p:nvCxnSpPr>
        <p:spPr>
          <a:xfrm>
            <a:off x="2147304" y="1964627"/>
            <a:ext cx="7164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50CF87F7-F186-0009-0DA0-8EA21715949A}"/>
              </a:ext>
            </a:extLst>
          </p:cNvPr>
          <p:cNvCxnSpPr>
            <a:stCxn id="291" idx="3"/>
            <a:endCxn id="292" idx="0"/>
          </p:cNvCxnSpPr>
          <p:nvPr/>
        </p:nvCxnSpPr>
        <p:spPr>
          <a:xfrm flipH="1">
            <a:off x="1416639" y="2136846"/>
            <a:ext cx="314891" cy="257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65637F7C-903F-97FE-D180-A986D3D3B59C}"/>
              </a:ext>
            </a:extLst>
          </p:cNvPr>
          <p:cNvCxnSpPr>
            <a:stCxn id="292" idx="5"/>
            <a:endCxn id="295" idx="1"/>
          </p:cNvCxnSpPr>
          <p:nvPr/>
        </p:nvCxnSpPr>
        <p:spPr>
          <a:xfrm>
            <a:off x="1588858" y="2810539"/>
            <a:ext cx="259465" cy="756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0FEEDB7F-F79E-7B4F-8513-6EBF9B643D80}"/>
              </a:ext>
            </a:extLst>
          </p:cNvPr>
          <p:cNvCxnSpPr>
            <a:stCxn id="294" idx="7"/>
            <a:endCxn id="293" idx="4"/>
          </p:cNvCxnSpPr>
          <p:nvPr/>
        </p:nvCxnSpPr>
        <p:spPr>
          <a:xfrm flipV="1">
            <a:off x="2679871" y="2208182"/>
            <a:ext cx="427411" cy="501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D46FB0EC-5801-1C50-B0C8-FC742A160D7F}"/>
              </a:ext>
            </a:extLst>
          </p:cNvPr>
          <p:cNvCxnSpPr>
            <a:stCxn id="291" idx="5"/>
            <a:endCxn id="294" idx="1"/>
          </p:cNvCxnSpPr>
          <p:nvPr/>
        </p:nvCxnSpPr>
        <p:spPr>
          <a:xfrm>
            <a:off x="2075968" y="2136846"/>
            <a:ext cx="259465" cy="5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TextBox 301">
            <a:extLst>
              <a:ext uri="{FF2B5EF4-FFF2-40B4-BE49-F238E27FC236}">
                <a16:creationId xmlns:a16="http://schemas.microsoft.com/office/drawing/2014/main" id="{563E5B76-4CAF-031E-3DA1-D0EC3068FC1B}"/>
              </a:ext>
            </a:extLst>
          </p:cNvPr>
          <p:cNvSpPr txBox="1"/>
          <p:nvPr/>
        </p:nvSpPr>
        <p:spPr>
          <a:xfrm>
            <a:off x="2951630" y="176751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59744925-0FB3-23CF-6B5D-81F54B9C6DDA}"/>
              </a:ext>
            </a:extLst>
          </p:cNvPr>
          <p:cNvSpPr txBox="1"/>
          <p:nvPr/>
        </p:nvSpPr>
        <p:spPr>
          <a:xfrm>
            <a:off x="1748097" y="176751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DAD92FF8-51B2-5CDD-6BFD-F26496ABC8AB}"/>
              </a:ext>
            </a:extLst>
          </p:cNvPr>
          <p:cNvSpPr txBox="1"/>
          <p:nvPr/>
        </p:nvSpPr>
        <p:spPr>
          <a:xfrm>
            <a:off x="1268108" y="245365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3254A2A6-2C89-3FA6-27AB-B58766933346}"/>
              </a:ext>
            </a:extLst>
          </p:cNvPr>
          <p:cNvSpPr txBox="1"/>
          <p:nvPr/>
        </p:nvSpPr>
        <p:spPr>
          <a:xfrm>
            <a:off x="3332321" y="306777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426700E5-5325-829F-3038-0E5A63AFB1C3}"/>
              </a:ext>
            </a:extLst>
          </p:cNvPr>
          <p:cNvSpPr txBox="1"/>
          <p:nvPr/>
        </p:nvSpPr>
        <p:spPr>
          <a:xfrm>
            <a:off x="2351101" y="2697209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5022C465-1102-8B1B-CD21-A476CEAEF9E5}"/>
              </a:ext>
            </a:extLst>
          </p:cNvPr>
          <p:cNvSpPr txBox="1"/>
          <p:nvPr/>
        </p:nvSpPr>
        <p:spPr>
          <a:xfrm>
            <a:off x="1865692" y="355488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16C271C3-6666-D1F4-2E36-A75E8AB6E2DD}"/>
              </a:ext>
            </a:extLst>
          </p:cNvPr>
          <p:cNvGrpSpPr/>
          <p:nvPr/>
        </p:nvGrpSpPr>
        <p:grpSpPr>
          <a:xfrm>
            <a:off x="5724356" y="2771018"/>
            <a:ext cx="428221" cy="428221"/>
            <a:chOff x="883125" y="5015247"/>
            <a:chExt cx="428221" cy="428221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9EBB511B-4013-A230-6F27-43BF28BB3EAD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68E90DD1-0DEA-9CBA-B613-A4D7D08AC4C7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AF903603-1FA1-5A92-581D-12A3481CA990}"/>
              </a:ext>
            </a:extLst>
          </p:cNvPr>
          <p:cNvCxnSpPr>
            <a:stCxn id="291" idx="3"/>
            <a:endCxn id="292" idx="0"/>
          </p:cNvCxnSpPr>
          <p:nvPr/>
        </p:nvCxnSpPr>
        <p:spPr>
          <a:xfrm flipH="1">
            <a:off x="1416639" y="2136846"/>
            <a:ext cx="314891" cy="2579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D7F58FB2-2E6E-C1FA-9E6B-14692514B26A}"/>
              </a:ext>
            </a:extLst>
          </p:cNvPr>
          <p:cNvCxnSpPr>
            <a:stCxn id="291" idx="5"/>
            <a:endCxn id="294" idx="1"/>
          </p:cNvCxnSpPr>
          <p:nvPr/>
        </p:nvCxnSpPr>
        <p:spPr>
          <a:xfrm>
            <a:off x="2075968" y="2136846"/>
            <a:ext cx="259465" cy="57281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E82133BB-5575-D3BB-3366-D3DEEDD6BA91}"/>
              </a:ext>
            </a:extLst>
          </p:cNvPr>
          <p:cNvGrpSpPr/>
          <p:nvPr/>
        </p:nvGrpSpPr>
        <p:grpSpPr>
          <a:xfrm>
            <a:off x="6160395" y="4048503"/>
            <a:ext cx="428221" cy="428221"/>
            <a:chOff x="883125" y="5015247"/>
            <a:chExt cx="428221" cy="428221"/>
          </a:xfrm>
        </p:grpSpPr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1102B120-0866-43E6-0D48-0BD19FAF856A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4FDF3E3F-0C21-9CA7-30E3-7E83E41B7035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E5D111EE-FE0E-53D3-64FC-4520509C72CD}"/>
              </a:ext>
            </a:extLst>
          </p:cNvPr>
          <p:cNvGrpSpPr/>
          <p:nvPr/>
        </p:nvGrpSpPr>
        <p:grpSpPr>
          <a:xfrm>
            <a:off x="5724355" y="3622105"/>
            <a:ext cx="428221" cy="428221"/>
            <a:chOff x="883125" y="5015247"/>
            <a:chExt cx="428221" cy="428221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951A3856-626B-2D6F-FD2B-FE277110B844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488BFE40-45FC-008C-90F2-10BD885124BA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CC59F715-2BA1-C736-CA2A-7BFB7F88D206}"/>
              </a:ext>
            </a:extLst>
          </p:cNvPr>
          <p:cNvCxnSpPr>
            <a:stCxn id="291" idx="6"/>
            <a:endCxn id="293" idx="2"/>
          </p:cNvCxnSpPr>
          <p:nvPr/>
        </p:nvCxnSpPr>
        <p:spPr>
          <a:xfrm>
            <a:off x="2147304" y="1964627"/>
            <a:ext cx="71642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AEBC1CE5-E34D-A507-F886-D7853102FCEB}"/>
              </a:ext>
            </a:extLst>
          </p:cNvPr>
          <p:cNvGrpSpPr/>
          <p:nvPr/>
        </p:nvGrpSpPr>
        <p:grpSpPr>
          <a:xfrm>
            <a:off x="5722580" y="1921152"/>
            <a:ext cx="428221" cy="428221"/>
            <a:chOff x="883125" y="5015247"/>
            <a:chExt cx="428221" cy="428221"/>
          </a:xfrm>
        </p:grpSpPr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533DECAE-DEBD-60C1-33F8-706B26A4C297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EC602874-10FC-39C6-EBF0-1265E485401D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080193E8-0AF5-24F1-6C03-475A8D3086A8}"/>
              </a:ext>
            </a:extLst>
          </p:cNvPr>
          <p:cNvCxnSpPr>
            <a:stCxn id="292" idx="5"/>
            <a:endCxn id="295" idx="1"/>
          </p:cNvCxnSpPr>
          <p:nvPr/>
        </p:nvCxnSpPr>
        <p:spPr>
          <a:xfrm>
            <a:off x="1588858" y="2810539"/>
            <a:ext cx="259465" cy="75679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A4AFD2F6-BEB3-AF98-E99C-B6E4ED43C284}"/>
              </a:ext>
            </a:extLst>
          </p:cNvPr>
          <p:cNvGrpSpPr/>
          <p:nvPr/>
        </p:nvGrpSpPr>
        <p:grpSpPr>
          <a:xfrm>
            <a:off x="7013538" y="1921152"/>
            <a:ext cx="428221" cy="428221"/>
            <a:chOff x="883125" y="5015247"/>
            <a:chExt cx="428221" cy="428221"/>
          </a:xfrm>
        </p:grpSpPr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312AD3E0-9FF6-97CD-0BA9-7672C2E5F99C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CEB0F46F-1266-20B6-25E9-1736DCC2F547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C209ED63-7698-7EBB-3E27-C13AAFE49998}"/>
              </a:ext>
            </a:extLst>
          </p:cNvPr>
          <p:cNvCxnSpPr>
            <a:stCxn id="293" idx="4"/>
            <a:endCxn id="294" idx="7"/>
          </p:cNvCxnSpPr>
          <p:nvPr/>
        </p:nvCxnSpPr>
        <p:spPr>
          <a:xfrm flipH="1">
            <a:off x="2679871" y="2208182"/>
            <a:ext cx="427411" cy="5014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TextBox 327">
            <a:extLst>
              <a:ext uri="{FF2B5EF4-FFF2-40B4-BE49-F238E27FC236}">
                <a16:creationId xmlns:a16="http://schemas.microsoft.com/office/drawing/2014/main" id="{9DFBA055-649C-D2BA-F2A7-10B0A4352DD2}"/>
              </a:ext>
            </a:extLst>
          </p:cNvPr>
          <p:cNvSpPr txBox="1"/>
          <p:nvPr/>
        </p:nvSpPr>
        <p:spPr>
          <a:xfrm>
            <a:off x="457200" y="5052521"/>
            <a:ext cx="88024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if the number of edges is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then what is the summation of the matrix?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9E8C152B-C96D-7A4D-E473-C29948B0D4DC}"/>
              </a:ext>
            </a:extLst>
          </p:cNvPr>
          <p:cNvSpPr txBox="1"/>
          <p:nvPr/>
        </p:nvSpPr>
        <p:spPr>
          <a:xfrm>
            <a:off x="844062" y="5466774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63829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72" grpId="0"/>
      <p:bldP spid="328" grpId="0"/>
      <p:bldP spid="3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ADJACENCY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6A0CD-48B5-4060-0989-6002CA84A7D4}"/>
              </a:ext>
            </a:extLst>
          </p:cNvPr>
          <p:cNvSpPr txBox="1"/>
          <p:nvPr/>
        </p:nvSpPr>
        <p:spPr>
          <a:xfrm>
            <a:off x="369725" y="3839857"/>
            <a:ext cx="15103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deg(0) =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EE8F0B-D2C3-B9B5-6FDD-6F9C6DC15DDD}"/>
              </a:ext>
            </a:extLst>
          </p:cNvPr>
          <p:cNvSpPr/>
          <p:nvPr/>
        </p:nvSpPr>
        <p:spPr>
          <a:xfrm>
            <a:off x="5888688" y="187033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FC5318-4C19-0F61-45F9-FC7C97D5A9F6}"/>
              </a:ext>
            </a:extLst>
          </p:cNvPr>
          <p:cNvSpPr/>
          <p:nvPr/>
        </p:nvSpPr>
        <p:spPr>
          <a:xfrm>
            <a:off x="6316072" y="187033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EAAB20-811B-745D-A97C-364FBED94D72}"/>
              </a:ext>
            </a:extLst>
          </p:cNvPr>
          <p:cNvSpPr/>
          <p:nvPr/>
        </p:nvSpPr>
        <p:spPr>
          <a:xfrm>
            <a:off x="6744293" y="187033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DD935-E342-D865-0AAC-E646BEB40AF7}"/>
              </a:ext>
            </a:extLst>
          </p:cNvPr>
          <p:cNvSpPr/>
          <p:nvPr/>
        </p:nvSpPr>
        <p:spPr>
          <a:xfrm>
            <a:off x="7171677" y="187033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D45759-F1EE-4ECA-1EE6-C4860137D1C9}"/>
              </a:ext>
            </a:extLst>
          </p:cNvPr>
          <p:cNvSpPr/>
          <p:nvPr/>
        </p:nvSpPr>
        <p:spPr>
          <a:xfrm>
            <a:off x="7599061" y="187033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68A8D5-E3B8-42EC-D9F5-62F497368B47}"/>
              </a:ext>
            </a:extLst>
          </p:cNvPr>
          <p:cNvSpPr/>
          <p:nvPr/>
        </p:nvSpPr>
        <p:spPr>
          <a:xfrm>
            <a:off x="8026445" y="187033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24A8FD-FE7A-265E-C40F-158C4CF910DE}"/>
              </a:ext>
            </a:extLst>
          </p:cNvPr>
          <p:cNvSpPr/>
          <p:nvPr/>
        </p:nvSpPr>
        <p:spPr>
          <a:xfrm>
            <a:off x="5888782" y="22985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573509-A51B-EA71-DE44-A4B67FE6941C}"/>
              </a:ext>
            </a:extLst>
          </p:cNvPr>
          <p:cNvSpPr/>
          <p:nvPr/>
        </p:nvSpPr>
        <p:spPr>
          <a:xfrm>
            <a:off x="6316166" y="22985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AAFE1F-17D4-E361-0937-EF19C1F9958D}"/>
              </a:ext>
            </a:extLst>
          </p:cNvPr>
          <p:cNvSpPr/>
          <p:nvPr/>
        </p:nvSpPr>
        <p:spPr>
          <a:xfrm>
            <a:off x="6744387" y="22985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447AD4-F754-7803-3645-2857DE2FF17C}"/>
              </a:ext>
            </a:extLst>
          </p:cNvPr>
          <p:cNvSpPr/>
          <p:nvPr/>
        </p:nvSpPr>
        <p:spPr>
          <a:xfrm>
            <a:off x="7171771" y="22985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F29FED-1E38-CFC7-658E-331C13BBA3DF}"/>
              </a:ext>
            </a:extLst>
          </p:cNvPr>
          <p:cNvSpPr/>
          <p:nvPr/>
        </p:nvSpPr>
        <p:spPr>
          <a:xfrm>
            <a:off x="7599155" y="22985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EB067-F624-0D0B-D88B-8C8BB92C195A}"/>
              </a:ext>
            </a:extLst>
          </p:cNvPr>
          <p:cNvSpPr/>
          <p:nvPr/>
        </p:nvSpPr>
        <p:spPr>
          <a:xfrm>
            <a:off x="8026539" y="22985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5369C7-7C08-712E-5AC2-6D496D79B6E3}"/>
              </a:ext>
            </a:extLst>
          </p:cNvPr>
          <p:cNvSpPr/>
          <p:nvPr/>
        </p:nvSpPr>
        <p:spPr>
          <a:xfrm>
            <a:off x="5888594" y="27267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299869-AFB0-636F-3702-DF6C123943FA}"/>
              </a:ext>
            </a:extLst>
          </p:cNvPr>
          <p:cNvSpPr/>
          <p:nvPr/>
        </p:nvSpPr>
        <p:spPr>
          <a:xfrm>
            <a:off x="6315978" y="27267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97F180-684C-E973-C4AC-A0799D3831FA}"/>
              </a:ext>
            </a:extLst>
          </p:cNvPr>
          <p:cNvSpPr/>
          <p:nvPr/>
        </p:nvSpPr>
        <p:spPr>
          <a:xfrm>
            <a:off x="6744199" y="27267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6377DF-742D-629C-BEBC-6ACDCD4F8C1B}"/>
              </a:ext>
            </a:extLst>
          </p:cNvPr>
          <p:cNvSpPr/>
          <p:nvPr/>
        </p:nvSpPr>
        <p:spPr>
          <a:xfrm>
            <a:off x="7171583" y="27267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71F42A-FA44-17C8-0ACE-5178BB50A370}"/>
              </a:ext>
            </a:extLst>
          </p:cNvPr>
          <p:cNvSpPr/>
          <p:nvPr/>
        </p:nvSpPr>
        <p:spPr>
          <a:xfrm>
            <a:off x="7598967" y="27267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1EA1C5-E0C9-B006-BBDD-E538819D80EF}"/>
              </a:ext>
            </a:extLst>
          </p:cNvPr>
          <p:cNvSpPr/>
          <p:nvPr/>
        </p:nvSpPr>
        <p:spPr>
          <a:xfrm>
            <a:off x="8026351" y="27267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585456-6283-9ABC-1DCA-65D2EA0FE676}"/>
              </a:ext>
            </a:extLst>
          </p:cNvPr>
          <p:cNvSpPr/>
          <p:nvPr/>
        </p:nvSpPr>
        <p:spPr>
          <a:xfrm>
            <a:off x="5888688" y="31549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8AEE6A-66E7-8CCB-21B6-D7C5642F5839}"/>
              </a:ext>
            </a:extLst>
          </p:cNvPr>
          <p:cNvSpPr/>
          <p:nvPr/>
        </p:nvSpPr>
        <p:spPr>
          <a:xfrm>
            <a:off x="6316072" y="31549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ED3CDF-15EA-8372-5A75-713AA3A8EACA}"/>
              </a:ext>
            </a:extLst>
          </p:cNvPr>
          <p:cNvSpPr/>
          <p:nvPr/>
        </p:nvSpPr>
        <p:spPr>
          <a:xfrm>
            <a:off x="6744293" y="31549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CC6064-75CE-3574-B8E8-691D50BC4AB7}"/>
              </a:ext>
            </a:extLst>
          </p:cNvPr>
          <p:cNvSpPr/>
          <p:nvPr/>
        </p:nvSpPr>
        <p:spPr>
          <a:xfrm>
            <a:off x="7171677" y="31549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6F5919-D256-9EB9-C9DE-D9C2090F8CF4}"/>
              </a:ext>
            </a:extLst>
          </p:cNvPr>
          <p:cNvSpPr/>
          <p:nvPr/>
        </p:nvSpPr>
        <p:spPr>
          <a:xfrm>
            <a:off x="7599061" y="31549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2DA21F-7CF0-1E00-7715-50B0B6280355}"/>
              </a:ext>
            </a:extLst>
          </p:cNvPr>
          <p:cNvSpPr/>
          <p:nvPr/>
        </p:nvSpPr>
        <p:spPr>
          <a:xfrm>
            <a:off x="8026445" y="31549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522F95-0B3B-8F19-E004-D3EFE4379EFD}"/>
              </a:ext>
            </a:extLst>
          </p:cNvPr>
          <p:cNvSpPr/>
          <p:nvPr/>
        </p:nvSpPr>
        <p:spPr>
          <a:xfrm>
            <a:off x="5888500" y="35832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4C2484-D1FD-2605-1850-1B30977D519B}"/>
              </a:ext>
            </a:extLst>
          </p:cNvPr>
          <p:cNvSpPr/>
          <p:nvPr/>
        </p:nvSpPr>
        <p:spPr>
          <a:xfrm>
            <a:off x="6315884" y="35832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1E320B-19C6-7EC1-1A63-591815C68686}"/>
              </a:ext>
            </a:extLst>
          </p:cNvPr>
          <p:cNvSpPr/>
          <p:nvPr/>
        </p:nvSpPr>
        <p:spPr>
          <a:xfrm>
            <a:off x="6744105" y="35832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102679-79C4-B687-BD7B-C54A73DC66F0}"/>
              </a:ext>
            </a:extLst>
          </p:cNvPr>
          <p:cNvSpPr/>
          <p:nvPr/>
        </p:nvSpPr>
        <p:spPr>
          <a:xfrm>
            <a:off x="7171489" y="35832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E545BF-AA0E-F744-A0C8-F90CC09543B4}"/>
              </a:ext>
            </a:extLst>
          </p:cNvPr>
          <p:cNvSpPr/>
          <p:nvPr/>
        </p:nvSpPr>
        <p:spPr>
          <a:xfrm>
            <a:off x="7598873" y="35832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7F8722-B83E-6787-F309-B0A62BF29B55}"/>
              </a:ext>
            </a:extLst>
          </p:cNvPr>
          <p:cNvSpPr/>
          <p:nvPr/>
        </p:nvSpPr>
        <p:spPr>
          <a:xfrm>
            <a:off x="8026257" y="35832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03FE64-AD24-466D-0982-50DD715FFC1D}"/>
              </a:ext>
            </a:extLst>
          </p:cNvPr>
          <p:cNvSpPr/>
          <p:nvPr/>
        </p:nvSpPr>
        <p:spPr>
          <a:xfrm>
            <a:off x="5888594" y="40114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DCB44F-D541-E592-419B-818AB8FD721C}"/>
              </a:ext>
            </a:extLst>
          </p:cNvPr>
          <p:cNvSpPr/>
          <p:nvPr/>
        </p:nvSpPr>
        <p:spPr>
          <a:xfrm>
            <a:off x="6315978" y="40114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314026-879D-257F-D009-FB9DC80B90E3}"/>
              </a:ext>
            </a:extLst>
          </p:cNvPr>
          <p:cNvSpPr/>
          <p:nvPr/>
        </p:nvSpPr>
        <p:spPr>
          <a:xfrm>
            <a:off x="6744199" y="40114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4E02359-D61E-07AF-127E-BA125AEB40FC}"/>
              </a:ext>
            </a:extLst>
          </p:cNvPr>
          <p:cNvSpPr/>
          <p:nvPr/>
        </p:nvSpPr>
        <p:spPr>
          <a:xfrm>
            <a:off x="7171583" y="40114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C8CB83-5DA5-D7B8-5EE3-C2EA1B7926D4}"/>
              </a:ext>
            </a:extLst>
          </p:cNvPr>
          <p:cNvSpPr/>
          <p:nvPr/>
        </p:nvSpPr>
        <p:spPr>
          <a:xfrm>
            <a:off x="7598967" y="40114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503060-6E61-D980-E9A6-5E83F87F4F81}"/>
              </a:ext>
            </a:extLst>
          </p:cNvPr>
          <p:cNvSpPr/>
          <p:nvPr/>
        </p:nvSpPr>
        <p:spPr>
          <a:xfrm>
            <a:off x="8026351" y="40114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3C3CD0-33AF-E9DE-D724-B9D9E120217C}"/>
              </a:ext>
            </a:extLst>
          </p:cNvPr>
          <p:cNvSpPr txBox="1"/>
          <p:nvPr/>
        </p:nvSpPr>
        <p:spPr>
          <a:xfrm>
            <a:off x="5953636" y="1532153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8929B4-666A-69B6-C2CA-8811FCF88A47}"/>
              </a:ext>
            </a:extLst>
          </p:cNvPr>
          <p:cNvSpPr txBox="1"/>
          <p:nvPr/>
        </p:nvSpPr>
        <p:spPr>
          <a:xfrm>
            <a:off x="6801460" y="1532151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9D282D-F0F2-3AC2-70F7-0B0E274EE7C4}"/>
              </a:ext>
            </a:extLst>
          </p:cNvPr>
          <p:cNvSpPr txBox="1"/>
          <p:nvPr/>
        </p:nvSpPr>
        <p:spPr>
          <a:xfrm>
            <a:off x="6377548" y="1532152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35B8C0-1426-366B-A14B-15D10886DBD0}"/>
              </a:ext>
            </a:extLst>
          </p:cNvPr>
          <p:cNvSpPr txBox="1"/>
          <p:nvPr/>
        </p:nvSpPr>
        <p:spPr>
          <a:xfrm>
            <a:off x="7225372" y="1529939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C4128B-72AD-6161-C384-5D3CBF6A5471}"/>
              </a:ext>
            </a:extLst>
          </p:cNvPr>
          <p:cNvSpPr txBox="1"/>
          <p:nvPr/>
        </p:nvSpPr>
        <p:spPr>
          <a:xfrm>
            <a:off x="8073196" y="1529937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F43E7C-38A8-0C63-8E94-25A7F437CAEA}"/>
              </a:ext>
            </a:extLst>
          </p:cNvPr>
          <p:cNvSpPr txBox="1"/>
          <p:nvPr/>
        </p:nvSpPr>
        <p:spPr>
          <a:xfrm>
            <a:off x="7649284" y="1529938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F6D67D-6845-035B-989C-4878790C00D3}"/>
              </a:ext>
            </a:extLst>
          </p:cNvPr>
          <p:cNvSpPr txBox="1"/>
          <p:nvPr/>
        </p:nvSpPr>
        <p:spPr>
          <a:xfrm>
            <a:off x="5537882" y="1909395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FEC3B3-62B9-07CE-D443-B413058A5AD2}"/>
              </a:ext>
            </a:extLst>
          </p:cNvPr>
          <p:cNvSpPr txBox="1"/>
          <p:nvPr/>
        </p:nvSpPr>
        <p:spPr>
          <a:xfrm>
            <a:off x="5537882" y="2335693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90CFEEE-65B5-E98D-6543-70E1839486F8}"/>
              </a:ext>
            </a:extLst>
          </p:cNvPr>
          <p:cNvSpPr txBox="1"/>
          <p:nvPr/>
        </p:nvSpPr>
        <p:spPr>
          <a:xfrm>
            <a:off x="5523724" y="2761991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ED6CB5-D1FA-C16E-1917-4F55009F9920}"/>
              </a:ext>
            </a:extLst>
          </p:cNvPr>
          <p:cNvSpPr txBox="1"/>
          <p:nvPr/>
        </p:nvSpPr>
        <p:spPr>
          <a:xfrm>
            <a:off x="5523724" y="3230267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566E66-08F4-FDBC-A397-51A09FAA274C}"/>
              </a:ext>
            </a:extLst>
          </p:cNvPr>
          <p:cNvSpPr txBox="1"/>
          <p:nvPr/>
        </p:nvSpPr>
        <p:spPr>
          <a:xfrm>
            <a:off x="5527225" y="3604244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8C5C4E-5CE6-F157-1BB3-BF2089691D33}"/>
              </a:ext>
            </a:extLst>
          </p:cNvPr>
          <p:cNvSpPr txBox="1"/>
          <p:nvPr/>
        </p:nvSpPr>
        <p:spPr>
          <a:xfrm>
            <a:off x="5527225" y="4048577"/>
            <a:ext cx="30328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E0BC3AE-35EA-4606-A207-5C4FFC7057EF}"/>
              </a:ext>
            </a:extLst>
          </p:cNvPr>
          <p:cNvGrpSpPr/>
          <p:nvPr/>
        </p:nvGrpSpPr>
        <p:grpSpPr>
          <a:xfrm>
            <a:off x="5942067" y="1900504"/>
            <a:ext cx="2445681" cy="2528694"/>
            <a:chOff x="6064252" y="3573225"/>
            <a:chExt cx="2445681" cy="252869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D207191-E855-81AE-64FB-9526FB75B78A}"/>
                </a:ext>
              </a:extLst>
            </p:cNvPr>
            <p:cNvSpPr txBox="1"/>
            <p:nvPr/>
          </p:nvSpPr>
          <p:spPr>
            <a:xfrm>
              <a:off x="6085298" y="357544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1A1AA5C-30BD-B8D6-12BC-EB640986887A}"/>
                </a:ext>
              </a:extLst>
            </p:cNvPr>
            <p:cNvSpPr txBox="1"/>
            <p:nvPr/>
          </p:nvSpPr>
          <p:spPr>
            <a:xfrm>
              <a:off x="6933122" y="357543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1611AAC-D0A4-118E-0D0E-3F5A38C878D8}"/>
                </a:ext>
              </a:extLst>
            </p:cNvPr>
            <p:cNvSpPr txBox="1"/>
            <p:nvPr/>
          </p:nvSpPr>
          <p:spPr>
            <a:xfrm>
              <a:off x="6509210" y="357544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90F6F85-3CAD-C37A-086E-4236C99868A7}"/>
                </a:ext>
              </a:extLst>
            </p:cNvPr>
            <p:cNvSpPr txBox="1"/>
            <p:nvPr/>
          </p:nvSpPr>
          <p:spPr>
            <a:xfrm>
              <a:off x="7357034" y="357322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0421194-3187-32E2-86A8-F966C4F0F3A8}"/>
                </a:ext>
              </a:extLst>
            </p:cNvPr>
            <p:cNvSpPr txBox="1"/>
            <p:nvPr/>
          </p:nvSpPr>
          <p:spPr>
            <a:xfrm>
              <a:off x="8204858" y="357322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97C6BCC-741A-57E5-2156-9BF412B9B801}"/>
                </a:ext>
              </a:extLst>
            </p:cNvPr>
            <p:cNvSpPr txBox="1"/>
            <p:nvPr/>
          </p:nvSpPr>
          <p:spPr>
            <a:xfrm>
              <a:off x="7780946" y="357322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51363F-08A5-A9FA-AD59-06387F745E0A}"/>
                </a:ext>
              </a:extLst>
            </p:cNvPr>
            <p:cNvSpPr txBox="1"/>
            <p:nvPr/>
          </p:nvSpPr>
          <p:spPr>
            <a:xfrm>
              <a:off x="6075821" y="400841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C6DB98B-A72A-B169-EE25-E90237E44130}"/>
                </a:ext>
              </a:extLst>
            </p:cNvPr>
            <p:cNvSpPr txBox="1"/>
            <p:nvPr/>
          </p:nvSpPr>
          <p:spPr>
            <a:xfrm>
              <a:off x="6923645" y="400841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E775E1B-C897-8775-44EF-E1951BE595DF}"/>
                </a:ext>
              </a:extLst>
            </p:cNvPr>
            <p:cNvSpPr txBox="1"/>
            <p:nvPr/>
          </p:nvSpPr>
          <p:spPr>
            <a:xfrm>
              <a:off x="6499733" y="400841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92E844B-9A4E-7F06-A03E-33049C4C5F91}"/>
                </a:ext>
              </a:extLst>
            </p:cNvPr>
            <p:cNvSpPr txBox="1"/>
            <p:nvPr/>
          </p:nvSpPr>
          <p:spPr>
            <a:xfrm>
              <a:off x="7347557" y="400620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ACCAC51-F05D-4B70-5FE1-4940451B9FDA}"/>
                </a:ext>
              </a:extLst>
            </p:cNvPr>
            <p:cNvSpPr txBox="1"/>
            <p:nvPr/>
          </p:nvSpPr>
          <p:spPr>
            <a:xfrm>
              <a:off x="8195381" y="400619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F58921C-E3AF-26BC-4CB6-CA7FCA8C2909}"/>
                </a:ext>
              </a:extLst>
            </p:cNvPr>
            <p:cNvSpPr txBox="1"/>
            <p:nvPr/>
          </p:nvSpPr>
          <p:spPr>
            <a:xfrm>
              <a:off x="7771469" y="400619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BC4F059F-0D79-52C7-56F6-61DCA9D88C7F}"/>
                </a:ext>
              </a:extLst>
            </p:cNvPr>
            <p:cNvSpPr txBox="1"/>
            <p:nvPr/>
          </p:nvSpPr>
          <p:spPr>
            <a:xfrm>
              <a:off x="6073729" y="445380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FC2D2B3-3823-4602-ECAC-FC4E816C7503}"/>
                </a:ext>
              </a:extLst>
            </p:cNvPr>
            <p:cNvSpPr txBox="1"/>
            <p:nvPr/>
          </p:nvSpPr>
          <p:spPr>
            <a:xfrm>
              <a:off x="6921553" y="4453807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743AF26B-4BDA-EE34-DDAE-7AD35B316F96}"/>
                </a:ext>
              </a:extLst>
            </p:cNvPr>
            <p:cNvSpPr txBox="1"/>
            <p:nvPr/>
          </p:nvSpPr>
          <p:spPr>
            <a:xfrm>
              <a:off x="6497641" y="4453808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2FFC109-792A-99FB-F75C-C3BADFF7DB8B}"/>
                </a:ext>
              </a:extLst>
            </p:cNvPr>
            <p:cNvSpPr txBox="1"/>
            <p:nvPr/>
          </p:nvSpPr>
          <p:spPr>
            <a:xfrm>
              <a:off x="7345465" y="445159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83CFFFB3-E528-49E4-938E-1DEBEA3EEB3D}"/>
                </a:ext>
              </a:extLst>
            </p:cNvPr>
            <p:cNvSpPr txBox="1"/>
            <p:nvPr/>
          </p:nvSpPr>
          <p:spPr>
            <a:xfrm>
              <a:off x="8193289" y="4451593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01A3E5B-366F-FA27-EB9B-48FD3B32F396}"/>
                </a:ext>
              </a:extLst>
            </p:cNvPr>
            <p:cNvSpPr txBox="1"/>
            <p:nvPr/>
          </p:nvSpPr>
          <p:spPr>
            <a:xfrm>
              <a:off x="7769377" y="4451594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A7EE87AC-F85F-EC05-214F-AC6DE0DD3CA3}"/>
                </a:ext>
              </a:extLst>
            </p:cNvPr>
            <p:cNvSpPr txBox="1"/>
            <p:nvPr/>
          </p:nvSpPr>
          <p:spPr>
            <a:xfrm>
              <a:off x="6064252" y="488678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C14A2572-341E-DD58-CE51-16412D429D10}"/>
                </a:ext>
              </a:extLst>
            </p:cNvPr>
            <p:cNvSpPr txBox="1"/>
            <p:nvPr/>
          </p:nvSpPr>
          <p:spPr>
            <a:xfrm>
              <a:off x="6912076" y="488678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E022B8A-F296-2C65-CA90-697844B035B1}"/>
                </a:ext>
              </a:extLst>
            </p:cNvPr>
            <p:cNvSpPr txBox="1"/>
            <p:nvPr/>
          </p:nvSpPr>
          <p:spPr>
            <a:xfrm>
              <a:off x="6488164" y="488678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40E4E882-04CF-85A5-3D1E-35906B987364}"/>
                </a:ext>
              </a:extLst>
            </p:cNvPr>
            <p:cNvSpPr txBox="1"/>
            <p:nvPr/>
          </p:nvSpPr>
          <p:spPr>
            <a:xfrm>
              <a:off x="7335988" y="488456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354D06F-73D7-FCB0-E303-9638611672E6}"/>
                </a:ext>
              </a:extLst>
            </p:cNvPr>
            <p:cNvSpPr txBox="1"/>
            <p:nvPr/>
          </p:nvSpPr>
          <p:spPr>
            <a:xfrm>
              <a:off x="8183812" y="488456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B45142AF-A100-136A-8673-74261464C828}"/>
                </a:ext>
              </a:extLst>
            </p:cNvPr>
            <p:cNvSpPr txBox="1"/>
            <p:nvPr/>
          </p:nvSpPr>
          <p:spPr>
            <a:xfrm>
              <a:off x="7759900" y="488456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AC88F86-D684-2B9B-2A2F-4ED369329F29}"/>
                </a:ext>
              </a:extLst>
            </p:cNvPr>
            <p:cNvSpPr txBox="1"/>
            <p:nvPr/>
          </p:nvSpPr>
          <p:spPr>
            <a:xfrm>
              <a:off x="6085481" y="531500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96F5F37-6A0F-99ED-372D-74FA53A0A9EB}"/>
                </a:ext>
              </a:extLst>
            </p:cNvPr>
            <p:cNvSpPr txBox="1"/>
            <p:nvPr/>
          </p:nvSpPr>
          <p:spPr>
            <a:xfrm>
              <a:off x="6933305" y="531500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5A480C43-54E4-78FA-0D22-87FA5DFDBFF8}"/>
                </a:ext>
              </a:extLst>
            </p:cNvPr>
            <p:cNvSpPr txBox="1"/>
            <p:nvPr/>
          </p:nvSpPr>
          <p:spPr>
            <a:xfrm>
              <a:off x="6509393" y="531500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3186A65-FD71-9934-F1EA-38C73107BFCB}"/>
                </a:ext>
              </a:extLst>
            </p:cNvPr>
            <p:cNvSpPr txBox="1"/>
            <p:nvPr/>
          </p:nvSpPr>
          <p:spPr>
            <a:xfrm>
              <a:off x="7357217" y="531278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2A7E1A2-995F-EB3D-CFA9-89514429853F}"/>
                </a:ext>
              </a:extLst>
            </p:cNvPr>
            <p:cNvSpPr txBox="1"/>
            <p:nvPr/>
          </p:nvSpPr>
          <p:spPr>
            <a:xfrm>
              <a:off x="8205041" y="531278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64A18C09-0732-CFD4-76DF-994D0D22B7B9}"/>
                </a:ext>
              </a:extLst>
            </p:cNvPr>
            <p:cNvSpPr txBox="1"/>
            <p:nvPr/>
          </p:nvSpPr>
          <p:spPr>
            <a:xfrm>
              <a:off x="7781129" y="531278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6BDBABA4-77C4-AA9C-366D-3DAB80A85577}"/>
                </a:ext>
              </a:extLst>
            </p:cNvPr>
            <p:cNvSpPr txBox="1"/>
            <p:nvPr/>
          </p:nvSpPr>
          <p:spPr>
            <a:xfrm>
              <a:off x="6076004" y="5747976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B10131E1-2FF9-26F6-3A36-F7D465358DED}"/>
                </a:ext>
              </a:extLst>
            </p:cNvPr>
            <p:cNvSpPr txBox="1"/>
            <p:nvPr/>
          </p:nvSpPr>
          <p:spPr>
            <a:xfrm>
              <a:off x="6923828" y="574797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439A2C81-46DA-681F-62A5-48C139C3052D}"/>
                </a:ext>
              </a:extLst>
            </p:cNvPr>
            <p:cNvSpPr txBox="1"/>
            <p:nvPr/>
          </p:nvSpPr>
          <p:spPr>
            <a:xfrm>
              <a:off x="6499916" y="5747975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2953ABE4-5040-678B-E3AA-B65040FECB63}"/>
                </a:ext>
              </a:extLst>
            </p:cNvPr>
            <p:cNvSpPr txBox="1"/>
            <p:nvPr/>
          </p:nvSpPr>
          <p:spPr>
            <a:xfrm>
              <a:off x="7347740" y="5745762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A08B02A4-65FF-A864-D139-C908DAE3732F}"/>
                </a:ext>
              </a:extLst>
            </p:cNvPr>
            <p:cNvSpPr txBox="1"/>
            <p:nvPr/>
          </p:nvSpPr>
          <p:spPr>
            <a:xfrm>
              <a:off x="8195564" y="574576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5746511C-4304-ABE7-1E5E-A3E12EB58D7F}"/>
                </a:ext>
              </a:extLst>
            </p:cNvPr>
            <p:cNvSpPr txBox="1"/>
            <p:nvPr/>
          </p:nvSpPr>
          <p:spPr>
            <a:xfrm>
              <a:off x="7771652" y="5745761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4B4248A1-5EF3-88DE-79A9-568BE5F5A817}"/>
              </a:ext>
            </a:extLst>
          </p:cNvPr>
          <p:cNvGrpSpPr/>
          <p:nvPr/>
        </p:nvGrpSpPr>
        <p:grpSpPr>
          <a:xfrm>
            <a:off x="8032947" y="2724854"/>
            <a:ext cx="428221" cy="428221"/>
            <a:chOff x="883125" y="5015247"/>
            <a:chExt cx="428221" cy="428221"/>
          </a:xfrm>
        </p:grpSpPr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D9327514-2889-FBAF-840E-079378EA5C58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79FDFBE4-77A1-BC4C-CDFA-3EE4DE8DA172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43BE3940-6489-7C0F-208D-37DC253F94C5}"/>
              </a:ext>
            </a:extLst>
          </p:cNvPr>
          <p:cNvGrpSpPr/>
          <p:nvPr/>
        </p:nvGrpSpPr>
        <p:grpSpPr>
          <a:xfrm>
            <a:off x="6752798" y="2301864"/>
            <a:ext cx="428221" cy="428221"/>
            <a:chOff x="883125" y="5015247"/>
            <a:chExt cx="428221" cy="428221"/>
          </a:xfrm>
        </p:grpSpPr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9C44FA40-67C0-BBC5-8FE2-9F246B9BA5E3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CCDEC18B-509E-C5C2-0D02-C23EE41975CA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C8EFE36D-0CC9-3D8E-8E50-5FA54C735096}"/>
              </a:ext>
            </a:extLst>
          </p:cNvPr>
          <p:cNvGrpSpPr/>
          <p:nvPr/>
        </p:nvGrpSpPr>
        <p:grpSpPr>
          <a:xfrm>
            <a:off x="7605751" y="2298555"/>
            <a:ext cx="428221" cy="428221"/>
            <a:chOff x="883125" y="5015247"/>
            <a:chExt cx="428221" cy="428221"/>
          </a:xfrm>
        </p:grpSpPr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F9E8ABCA-ED32-6069-1071-169BED72AB4B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97811785-7A1D-CCB4-CEF8-7E0B56CD4D6C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90C3D6C9-EBA6-837D-4DD2-CFA3474C9886}"/>
              </a:ext>
            </a:extLst>
          </p:cNvPr>
          <p:cNvGrpSpPr/>
          <p:nvPr/>
        </p:nvGrpSpPr>
        <p:grpSpPr>
          <a:xfrm>
            <a:off x="5886992" y="2298555"/>
            <a:ext cx="428221" cy="428221"/>
            <a:chOff x="883125" y="5015247"/>
            <a:chExt cx="428221" cy="428221"/>
          </a:xfrm>
        </p:grpSpPr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00C1EF7C-94EE-409A-40C9-A630036FC4F2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458C9FC5-ED2C-D1D2-D1CA-AC2C92CA89D3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C1A0EE63-0CC9-809F-A699-CC113DD303FD}"/>
              </a:ext>
            </a:extLst>
          </p:cNvPr>
          <p:cNvGrpSpPr/>
          <p:nvPr/>
        </p:nvGrpSpPr>
        <p:grpSpPr>
          <a:xfrm>
            <a:off x="5894810" y="3578125"/>
            <a:ext cx="428221" cy="428221"/>
            <a:chOff x="883125" y="5015247"/>
            <a:chExt cx="428221" cy="428221"/>
          </a:xfrm>
        </p:grpSpPr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63DCA75B-20E2-0ECA-6C13-5E3B49094837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2690B1E7-35DE-A1FB-9930-524815D26D8C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sp>
        <p:nvSpPr>
          <p:cNvPr id="291" name="Oval 290">
            <a:extLst>
              <a:ext uri="{FF2B5EF4-FFF2-40B4-BE49-F238E27FC236}">
                <a16:creationId xmlns:a16="http://schemas.microsoft.com/office/drawing/2014/main" id="{FD882200-07C5-40D3-1DE0-BC63AF3BB9AF}"/>
              </a:ext>
            </a:extLst>
          </p:cNvPr>
          <p:cNvSpPr/>
          <p:nvPr/>
        </p:nvSpPr>
        <p:spPr>
          <a:xfrm>
            <a:off x="1604623" y="1576500"/>
            <a:ext cx="465759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82C25EB2-3F3D-F143-CEAA-1813739537DB}"/>
              </a:ext>
            </a:extLst>
          </p:cNvPr>
          <p:cNvSpPr/>
          <p:nvPr/>
        </p:nvSpPr>
        <p:spPr>
          <a:xfrm>
            <a:off x="1117513" y="2250193"/>
            <a:ext cx="465759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885AC59B-CBB0-EAA5-1300-6BB992FFDA32}"/>
              </a:ext>
            </a:extLst>
          </p:cNvPr>
          <p:cNvSpPr/>
          <p:nvPr/>
        </p:nvSpPr>
        <p:spPr>
          <a:xfrm>
            <a:off x="2808156" y="1576500"/>
            <a:ext cx="465759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3C5FA023-512B-B19C-7AAD-EE3B1992B2AF}"/>
              </a:ext>
            </a:extLst>
          </p:cNvPr>
          <p:cNvSpPr/>
          <p:nvPr/>
        </p:nvSpPr>
        <p:spPr>
          <a:xfrm>
            <a:off x="2208526" y="2493748"/>
            <a:ext cx="465759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B4537614-9F3D-2D7C-2ED4-D14B5E4D3149}"/>
              </a:ext>
            </a:extLst>
          </p:cNvPr>
          <p:cNvSpPr/>
          <p:nvPr/>
        </p:nvSpPr>
        <p:spPr>
          <a:xfrm>
            <a:off x="1721416" y="3351426"/>
            <a:ext cx="465759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30BE30AB-8B05-EBC0-62DE-641B834E8410}"/>
              </a:ext>
            </a:extLst>
          </p:cNvPr>
          <p:cNvSpPr/>
          <p:nvPr/>
        </p:nvSpPr>
        <p:spPr>
          <a:xfrm>
            <a:off x="3198414" y="2864316"/>
            <a:ext cx="465759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F540962B-493E-AB55-3D8E-C0D6F4291F40}"/>
              </a:ext>
            </a:extLst>
          </p:cNvPr>
          <p:cNvCxnSpPr>
            <a:stCxn id="291" idx="6"/>
            <a:endCxn id="293" idx="2"/>
          </p:cNvCxnSpPr>
          <p:nvPr/>
        </p:nvCxnSpPr>
        <p:spPr>
          <a:xfrm>
            <a:off x="2070382" y="1820055"/>
            <a:ext cx="73777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50CF87F7-F186-0009-0DA0-8EA21715949A}"/>
              </a:ext>
            </a:extLst>
          </p:cNvPr>
          <p:cNvCxnSpPr>
            <a:stCxn id="291" idx="3"/>
            <a:endCxn id="292" idx="0"/>
          </p:cNvCxnSpPr>
          <p:nvPr/>
        </p:nvCxnSpPr>
        <p:spPr>
          <a:xfrm flipH="1">
            <a:off x="1350393" y="1992274"/>
            <a:ext cx="322439" cy="257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65637F7C-903F-97FE-D180-A986D3D3B59C}"/>
              </a:ext>
            </a:extLst>
          </p:cNvPr>
          <p:cNvCxnSpPr>
            <a:stCxn id="292" idx="5"/>
            <a:endCxn id="295" idx="1"/>
          </p:cNvCxnSpPr>
          <p:nvPr/>
        </p:nvCxnSpPr>
        <p:spPr>
          <a:xfrm>
            <a:off x="1515063" y="2665967"/>
            <a:ext cx="274562" cy="756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0FEEDB7F-F79E-7B4F-8513-6EBF9B643D80}"/>
              </a:ext>
            </a:extLst>
          </p:cNvPr>
          <p:cNvCxnSpPr>
            <a:stCxn id="294" idx="7"/>
            <a:endCxn id="293" idx="4"/>
          </p:cNvCxnSpPr>
          <p:nvPr/>
        </p:nvCxnSpPr>
        <p:spPr>
          <a:xfrm flipV="1">
            <a:off x="2606076" y="2063610"/>
            <a:ext cx="434960" cy="501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D46FB0EC-5801-1C50-B0C8-FC742A160D7F}"/>
              </a:ext>
            </a:extLst>
          </p:cNvPr>
          <p:cNvCxnSpPr>
            <a:stCxn id="291" idx="5"/>
            <a:endCxn id="294" idx="1"/>
          </p:cNvCxnSpPr>
          <p:nvPr/>
        </p:nvCxnSpPr>
        <p:spPr>
          <a:xfrm>
            <a:off x="2002173" y="1992274"/>
            <a:ext cx="274562" cy="5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TextBox 301">
            <a:extLst>
              <a:ext uri="{FF2B5EF4-FFF2-40B4-BE49-F238E27FC236}">
                <a16:creationId xmlns:a16="http://schemas.microsoft.com/office/drawing/2014/main" id="{563E5B76-4CAF-031E-3DA1-D0EC3068FC1B}"/>
              </a:ext>
            </a:extLst>
          </p:cNvPr>
          <p:cNvSpPr txBox="1"/>
          <p:nvPr/>
        </p:nvSpPr>
        <p:spPr>
          <a:xfrm>
            <a:off x="2896059" y="1622942"/>
            <a:ext cx="297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59744925-0FB3-23CF-6B5D-81F54B9C6DDA}"/>
              </a:ext>
            </a:extLst>
          </p:cNvPr>
          <p:cNvSpPr txBox="1"/>
          <p:nvPr/>
        </p:nvSpPr>
        <p:spPr>
          <a:xfrm>
            <a:off x="1692526" y="1622942"/>
            <a:ext cx="250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DAD92FF8-51B2-5CDD-6BFD-F26496ABC8AB}"/>
              </a:ext>
            </a:extLst>
          </p:cNvPr>
          <p:cNvSpPr txBox="1"/>
          <p:nvPr/>
        </p:nvSpPr>
        <p:spPr>
          <a:xfrm>
            <a:off x="1212537" y="2309082"/>
            <a:ext cx="28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3254A2A6-2C89-3FA6-27AB-B58766933346}"/>
              </a:ext>
            </a:extLst>
          </p:cNvPr>
          <p:cNvSpPr txBox="1"/>
          <p:nvPr/>
        </p:nvSpPr>
        <p:spPr>
          <a:xfrm>
            <a:off x="3276750" y="2923205"/>
            <a:ext cx="293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426700E5-5325-829F-3038-0E5A63AFB1C3}"/>
              </a:ext>
            </a:extLst>
          </p:cNvPr>
          <p:cNvSpPr txBox="1"/>
          <p:nvPr/>
        </p:nvSpPr>
        <p:spPr>
          <a:xfrm>
            <a:off x="2295530" y="2552637"/>
            <a:ext cx="30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5022C465-1102-8B1B-CD21-A476CEAEF9E5}"/>
              </a:ext>
            </a:extLst>
          </p:cNvPr>
          <p:cNvSpPr txBox="1"/>
          <p:nvPr/>
        </p:nvSpPr>
        <p:spPr>
          <a:xfrm>
            <a:off x="1810121" y="3410315"/>
            <a:ext cx="29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16C271C3-6666-D1F4-2E36-A75E8AB6E2DD}"/>
              </a:ext>
            </a:extLst>
          </p:cNvPr>
          <p:cNvGrpSpPr/>
          <p:nvPr/>
        </p:nvGrpSpPr>
        <p:grpSpPr>
          <a:xfrm>
            <a:off x="6313351" y="2728822"/>
            <a:ext cx="428221" cy="428221"/>
            <a:chOff x="883125" y="5015247"/>
            <a:chExt cx="428221" cy="428221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9EBB511B-4013-A230-6F27-43BF28BB3EAD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68E90DD1-0DEA-9CBA-B613-A4D7D08AC4C7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AF903603-1FA1-5A92-581D-12A3481CA990}"/>
              </a:ext>
            </a:extLst>
          </p:cNvPr>
          <p:cNvCxnSpPr>
            <a:stCxn id="291" idx="3"/>
            <a:endCxn id="292" idx="0"/>
          </p:cNvCxnSpPr>
          <p:nvPr/>
        </p:nvCxnSpPr>
        <p:spPr>
          <a:xfrm flipH="1">
            <a:off x="1350393" y="1992274"/>
            <a:ext cx="322439" cy="2579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D7F58FB2-2E6E-C1FA-9E6B-14692514B26A}"/>
              </a:ext>
            </a:extLst>
          </p:cNvPr>
          <p:cNvCxnSpPr>
            <a:stCxn id="291" idx="5"/>
            <a:endCxn id="294" idx="1"/>
          </p:cNvCxnSpPr>
          <p:nvPr/>
        </p:nvCxnSpPr>
        <p:spPr>
          <a:xfrm>
            <a:off x="2002173" y="1992274"/>
            <a:ext cx="274562" cy="57281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E82133BB-5575-D3BB-3366-D3DEEDD6BA91}"/>
              </a:ext>
            </a:extLst>
          </p:cNvPr>
          <p:cNvGrpSpPr/>
          <p:nvPr/>
        </p:nvGrpSpPr>
        <p:grpSpPr>
          <a:xfrm>
            <a:off x="6749390" y="4006307"/>
            <a:ext cx="428221" cy="428221"/>
            <a:chOff x="883125" y="5015247"/>
            <a:chExt cx="428221" cy="428221"/>
          </a:xfrm>
        </p:grpSpPr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1102B120-0866-43E6-0D48-0BD19FAF856A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4FDF3E3F-0C21-9CA7-30E3-7E83E41B7035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E5D111EE-FE0E-53D3-64FC-4520509C72CD}"/>
              </a:ext>
            </a:extLst>
          </p:cNvPr>
          <p:cNvGrpSpPr/>
          <p:nvPr/>
        </p:nvGrpSpPr>
        <p:grpSpPr>
          <a:xfrm>
            <a:off x="6313350" y="3579909"/>
            <a:ext cx="428221" cy="428221"/>
            <a:chOff x="883125" y="5015247"/>
            <a:chExt cx="428221" cy="428221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951A3856-626B-2D6F-FD2B-FE277110B844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488BFE40-45FC-008C-90F2-10BD885124BA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CC59F715-2BA1-C736-CA2A-7BFB7F88D206}"/>
              </a:ext>
            </a:extLst>
          </p:cNvPr>
          <p:cNvCxnSpPr>
            <a:stCxn id="291" idx="6"/>
            <a:endCxn id="293" idx="2"/>
          </p:cNvCxnSpPr>
          <p:nvPr/>
        </p:nvCxnSpPr>
        <p:spPr>
          <a:xfrm>
            <a:off x="2070382" y="1820055"/>
            <a:ext cx="73777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AEBC1CE5-E34D-A507-F886-D7853102FCEB}"/>
              </a:ext>
            </a:extLst>
          </p:cNvPr>
          <p:cNvGrpSpPr/>
          <p:nvPr/>
        </p:nvGrpSpPr>
        <p:grpSpPr>
          <a:xfrm>
            <a:off x="6311575" y="1878956"/>
            <a:ext cx="428221" cy="428221"/>
            <a:chOff x="883125" y="5015247"/>
            <a:chExt cx="428221" cy="428221"/>
          </a:xfrm>
        </p:grpSpPr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533DECAE-DEBD-60C1-33F8-706B26A4C297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EC602874-10FC-39C6-EBF0-1265E485401D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080193E8-0AF5-24F1-6C03-475A8D3086A8}"/>
              </a:ext>
            </a:extLst>
          </p:cNvPr>
          <p:cNvCxnSpPr>
            <a:stCxn id="292" idx="5"/>
            <a:endCxn id="295" idx="1"/>
          </p:cNvCxnSpPr>
          <p:nvPr/>
        </p:nvCxnSpPr>
        <p:spPr>
          <a:xfrm>
            <a:off x="1515063" y="2665967"/>
            <a:ext cx="274562" cy="75679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A4AFD2F6-BEB3-AF98-E99C-B6E4ED43C284}"/>
              </a:ext>
            </a:extLst>
          </p:cNvPr>
          <p:cNvGrpSpPr/>
          <p:nvPr/>
        </p:nvGrpSpPr>
        <p:grpSpPr>
          <a:xfrm>
            <a:off x="7602533" y="1878956"/>
            <a:ext cx="428221" cy="428221"/>
            <a:chOff x="883125" y="5015247"/>
            <a:chExt cx="428221" cy="428221"/>
          </a:xfrm>
        </p:grpSpPr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312AD3E0-9FF6-97CD-0BA9-7672C2E5F99C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CEB0F46F-1266-20B6-25E9-1736DCC2F547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C209ED63-7698-7EBB-3E27-C13AAFE49998}"/>
              </a:ext>
            </a:extLst>
          </p:cNvPr>
          <p:cNvCxnSpPr>
            <a:stCxn id="293" idx="4"/>
            <a:endCxn id="294" idx="7"/>
          </p:cNvCxnSpPr>
          <p:nvPr/>
        </p:nvCxnSpPr>
        <p:spPr>
          <a:xfrm flipH="1">
            <a:off x="2606076" y="2063610"/>
            <a:ext cx="434960" cy="5014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FA25940B-071A-2FE0-1E0A-A0E31C13DFC5}"/>
              </a:ext>
            </a:extLst>
          </p:cNvPr>
          <p:cNvSpPr/>
          <p:nvPr/>
        </p:nvSpPr>
        <p:spPr>
          <a:xfrm>
            <a:off x="5389595" y="1920929"/>
            <a:ext cx="3294471" cy="322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4E709C4-2C56-BCB7-0E6B-85CB8A930B22}"/>
              </a:ext>
            </a:extLst>
          </p:cNvPr>
          <p:cNvSpPr txBox="1"/>
          <p:nvPr/>
        </p:nvSpPr>
        <p:spPr>
          <a:xfrm>
            <a:off x="2071783" y="3839857"/>
            <a:ext cx="28280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0-th row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C49D7F1-999B-A942-A611-795CA52DF9C1}"/>
              </a:ext>
            </a:extLst>
          </p:cNvPr>
          <p:cNvSpPr txBox="1"/>
          <p:nvPr/>
        </p:nvSpPr>
        <p:spPr>
          <a:xfrm>
            <a:off x="369099" y="4206867"/>
            <a:ext cx="15103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deg(1) = 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228CEBE-E28D-C587-21C3-F33E56870581}"/>
              </a:ext>
            </a:extLst>
          </p:cNvPr>
          <p:cNvSpPr txBox="1"/>
          <p:nvPr/>
        </p:nvSpPr>
        <p:spPr>
          <a:xfrm>
            <a:off x="2071157" y="4206867"/>
            <a:ext cx="27959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1-st row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49C9CA0-3901-B85D-83E4-212807838AA9}"/>
              </a:ext>
            </a:extLst>
          </p:cNvPr>
          <p:cNvSpPr/>
          <p:nvPr/>
        </p:nvSpPr>
        <p:spPr>
          <a:xfrm>
            <a:off x="5389595" y="2359790"/>
            <a:ext cx="3294471" cy="322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5A0BA93-DC6A-B9E9-CBF5-40CCC50E69C3}"/>
              </a:ext>
            </a:extLst>
          </p:cNvPr>
          <p:cNvSpPr txBox="1"/>
          <p:nvPr/>
        </p:nvSpPr>
        <p:spPr>
          <a:xfrm>
            <a:off x="369099" y="4598434"/>
            <a:ext cx="15103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deg(2) = 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EE9B6E9-B0EE-CBC7-311C-164220DEB276}"/>
              </a:ext>
            </a:extLst>
          </p:cNvPr>
          <p:cNvSpPr txBox="1"/>
          <p:nvPr/>
        </p:nvSpPr>
        <p:spPr>
          <a:xfrm>
            <a:off x="2071157" y="4598434"/>
            <a:ext cx="28905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2-nd row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2508172-8269-CF1A-88F3-7F9D00C05049}"/>
              </a:ext>
            </a:extLst>
          </p:cNvPr>
          <p:cNvSpPr/>
          <p:nvPr/>
        </p:nvSpPr>
        <p:spPr>
          <a:xfrm>
            <a:off x="5389594" y="2778821"/>
            <a:ext cx="3294471" cy="322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6037076-AD20-7E87-3AF8-07978A9AB92E}"/>
              </a:ext>
            </a:extLst>
          </p:cNvPr>
          <p:cNvSpPr txBox="1"/>
          <p:nvPr/>
        </p:nvSpPr>
        <p:spPr>
          <a:xfrm>
            <a:off x="369099" y="4965444"/>
            <a:ext cx="15103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deg(3) =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9DA4147-734D-8B4D-6C30-AC21D5E516E5}"/>
              </a:ext>
            </a:extLst>
          </p:cNvPr>
          <p:cNvSpPr txBox="1"/>
          <p:nvPr/>
        </p:nvSpPr>
        <p:spPr>
          <a:xfrm>
            <a:off x="2071157" y="4965444"/>
            <a:ext cx="28905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3-rd row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525EAC0-B966-4AA3-8640-9732A3580E84}"/>
              </a:ext>
            </a:extLst>
          </p:cNvPr>
          <p:cNvSpPr/>
          <p:nvPr/>
        </p:nvSpPr>
        <p:spPr>
          <a:xfrm>
            <a:off x="5389594" y="3205631"/>
            <a:ext cx="3294471" cy="322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9D1F922-05B7-7232-84D6-AAC9F0654BD7}"/>
              </a:ext>
            </a:extLst>
          </p:cNvPr>
          <p:cNvSpPr txBox="1"/>
          <p:nvPr/>
        </p:nvSpPr>
        <p:spPr>
          <a:xfrm>
            <a:off x="369099" y="5329955"/>
            <a:ext cx="15103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deg(4) = 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4CFE5C4-512D-995E-9403-C780D3364763}"/>
              </a:ext>
            </a:extLst>
          </p:cNvPr>
          <p:cNvSpPr txBox="1"/>
          <p:nvPr/>
        </p:nvSpPr>
        <p:spPr>
          <a:xfrm>
            <a:off x="2071157" y="5329955"/>
            <a:ext cx="28280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4-th row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51FF98A-2393-E2B0-92E1-551D5AA0DA54}"/>
              </a:ext>
            </a:extLst>
          </p:cNvPr>
          <p:cNvSpPr/>
          <p:nvPr/>
        </p:nvSpPr>
        <p:spPr>
          <a:xfrm>
            <a:off x="5389594" y="3624850"/>
            <a:ext cx="3294471" cy="322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8B84813-632F-49CF-F20E-0491CD1DC046}"/>
              </a:ext>
            </a:extLst>
          </p:cNvPr>
          <p:cNvSpPr txBox="1"/>
          <p:nvPr/>
        </p:nvSpPr>
        <p:spPr>
          <a:xfrm>
            <a:off x="369099" y="5743947"/>
            <a:ext cx="15103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deg(5) = 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73C18C42-FE40-93C9-365B-E5E7B37FA48C}"/>
              </a:ext>
            </a:extLst>
          </p:cNvPr>
          <p:cNvSpPr txBox="1"/>
          <p:nvPr/>
        </p:nvSpPr>
        <p:spPr>
          <a:xfrm>
            <a:off x="2071157" y="5743947"/>
            <a:ext cx="28280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5-th row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C70A989-0710-2382-045B-F80225BA9FCC}"/>
              </a:ext>
            </a:extLst>
          </p:cNvPr>
          <p:cNvSpPr/>
          <p:nvPr/>
        </p:nvSpPr>
        <p:spPr>
          <a:xfrm>
            <a:off x="5389593" y="4052079"/>
            <a:ext cx="3294471" cy="322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025F38DE-8CD3-A245-0CE5-02DAF919524F}"/>
              </a:ext>
            </a:extLst>
          </p:cNvPr>
          <p:cNvCxnSpPr>
            <a:cxnSpLocks/>
          </p:cNvCxnSpPr>
          <p:nvPr/>
        </p:nvCxnSpPr>
        <p:spPr>
          <a:xfrm flipV="1">
            <a:off x="354303" y="6207264"/>
            <a:ext cx="8484897" cy="30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BE7EA00B-E15B-7FA9-D0E2-49E886B4DAFF}"/>
              </a:ext>
            </a:extLst>
          </p:cNvPr>
          <p:cNvSpPr txBox="1"/>
          <p:nvPr/>
        </p:nvSpPr>
        <p:spPr>
          <a:xfrm>
            <a:off x="369099" y="6198513"/>
            <a:ext cx="85651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degrees of all vertices = summation of entire matrix = 2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237255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7" grpId="0" animBg="1"/>
      <p:bldP spid="150" grpId="0"/>
      <p:bldP spid="151" grpId="0"/>
      <p:bldP spid="152" grpId="0"/>
      <p:bldP spid="153" grpId="0" animBg="1"/>
      <p:bldP spid="154" grpId="0"/>
      <p:bldP spid="155" grpId="0"/>
      <p:bldP spid="156" grpId="0" animBg="1"/>
      <p:bldP spid="157" grpId="0"/>
      <p:bldP spid="158" grpId="0"/>
      <p:bldP spid="159" grpId="0" animBg="1"/>
      <p:bldP spid="160" grpId="0"/>
      <p:bldP spid="161" grpId="0"/>
      <p:bldP spid="162" grpId="0" animBg="1"/>
      <p:bldP spid="163" grpId="0"/>
      <p:bldP spid="164" grpId="0"/>
      <p:bldP spid="165" grpId="0" animBg="1"/>
      <p:bldP spid="17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ADJACENCY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6A0CD-48B5-4060-0989-6002CA84A7D4}"/>
              </a:ext>
            </a:extLst>
          </p:cNvPr>
          <p:cNvSpPr txBox="1"/>
          <p:nvPr/>
        </p:nvSpPr>
        <p:spPr>
          <a:xfrm>
            <a:off x="369725" y="3839857"/>
            <a:ext cx="16161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(0) =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A25940B-071A-2FE0-1E0A-A0E31C13DFC5}"/>
              </a:ext>
            </a:extLst>
          </p:cNvPr>
          <p:cNvSpPr/>
          <p:nvPr/>
        </p:nvSpPr>
        <p:spPr>
          <a:xfrm>
            <a:off x="5389595" y="1920929"/>
            <a:ext cx="3294471" cy="322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4E709C4-2C56-BCB7-0E6B-85CB8A930B22}"/>
              </a:ext>
            </a:extLst>
          </p:cNvPr>
          <p:cNvSpPr txBox="1"/>
          <p:nvPr/>
        </p:nvSpPr>
        <p:spPr>
          <a:xfrm>
            <a:off x="2071783" y="3839857"/>
            <a:ext cx="28280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0-th row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C49D7F1-999B-A942-A611-795CA52DF9C1}"/>
              </a:ext>
            </a:extLst>
          </p:cNvPr>
          <p:cNvSpPr txBox="1"/>
          <p:nvPr/>
        </p:nvSpPr>
        <p:spPr>
          <a:xfrm>
            <a:off x="369099" y="4206867"/>
            <a:ext cx="16161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(1) = 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228CEBE-E28D-C587-21C3-F33E56870581}"/>
              </a:ext>
            </a:extLst>
          </p:cNvPr>
          <p:cNvSpPr txBox="1"/>
          <p:nvPr/>
        </p:nvSpPr>
        <p:spPr>
          <a:xfrm>
            <a:off x="2071157" y="4206867"/>
            <a:ext cx="27959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1-st row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49C9CA0-3901-B85D-83E4-212807838AA9}"/>
              </a:ext>
            </a:extLst>
          </p:cNvPr>
          <p:cNvSpPr/>
          <p:nvPr/>
        </p:nvSpPr>
        <p:spPr>
          <a:xfrm>
            <a:off x="5389595" y="2359790"/>
            <a:ext cx="3294471" cy="322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5A0BA93-DC6A-B9E9-CBF5-40CCC50E69C3}"/>
              </a:ext>
            </a:extLst>
          </p:cNvPr>
          <p:cNvSpPr txBox="1"/>
          <p:nvPr/>
        </p:nvSpPr>
        <p:spPr>
          <a:xfrm>
            <a:off x="369099" y="4598434"/>
            <a:ext cx="16626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(2) = 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EE9B6E9-B0EE-CBC7-311C-164220DEB276}"/>
              </a:ext>
            </a:extLst>
          </p:cNvPr>
          <p:cNvSpPr txBox="1"/>
          <p:nvPr/>
        </p:nvSpPr>
        <p:spPr>
          <a:xfrm>
            <a:off x="2071157" y="4598434"/>
            <a:ext cx="28905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2-nd row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2508172-8269-CF1A-88F3-7F9D00C05049}"/>
              </a:ext>
            </a:extLst>
          </p:cNvPr>
          <p:cNvSpPr/>
          <p:nvPr/>
        </p:nvSpPr>
        <p:spPr>
          <a:xfrm>
            <a:off x="5389594" y="2778821"/>
            <a:ext cx="3294471" cy="322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6037076-AD20-7E87-3AF8-07978A9AB92E}"/>
              </a:ext>
            </a:extLst>
          </p:cNvPr>
          <p:cNvSpPr txBox="1"/>
          <p:nvPr/>
        </p:nvSpPr>
        <p:spPr>
          <a:xfrm>
            <a:off x="369099" y="4965444"/>
            <a:ext cx="16626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(3) =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9DA4147-734D-8B4D-6C30-AC21D5E516E5}"/>
              </a:ext>
            </a:extLst>
          </p:cNvPr>
          <p:cNvSpPr txBox="1"/>
          <p:nvPr/>
        </p:nvSpPr>
        <p:spPr>
          <a:xfrm>
            <a:off x="2071157" y="4965444"/>
            <a:ext cx="28905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3-rd row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525EAC0-B966-4AA3-8640-9732A3580E84}"/>
              </a:ext>
            </a:extLst>
          </p:cNvPr>
          <p:cNvSpPr/>
          <p:nvPr/>
        </p:nvSpPr>
        <p:spPr>
          <a:xfrm>
            <a:off x="5389594" y="3205631"/>
            <a:ext cx="3294471" cy="322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9D1F922-05B7-7232-84D6-AAC9F0654BD7}"/>
              </a:ext>
            </a:extLst>
          </p:cNvPr>
          <p:cNvSpPr txBox="1"/>
          <p:nvPr/>
        </p:nvSpPr>
        <p:spPr>
          <a:xfrm>
            <a:off x="369099" y="5329955"/>
            <a:ext cx="16626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(4) = 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4CFE5C4-512D-995E-9403-C780D3364763}"/>
              </a:ext>
            </a:extLst>
          </p:cNvPr>
          <p:cNvSpPr txBox="1"/>
          <p:nvPr/>
        </p:nvSpPr>
        <p:spPr>
          <a:xfrm>
            <a:off x="2071157" y="5329955"/>
            <a:ext cx="28280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4-th row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51FF98A-2393-E2B0-92E1-551D5AA0DA54}"/>
              </a:ext>
            </a:extLst>
          </p:cNvPr>
          <p:cNvSpPr/>
          <p:nvPr/>
        </p:nvSpPr>
        <p:spPr>
          <a:xfrm>
            <a:off x="5389594" y="3624850"/>
            <a:ext cx="3294471" cy="322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8B84813-632F-49CF-F20E-0491CD1DC046}"/>
              </a:ext>
            </a:extLst>
          </p:cNvPr>
          <p:cNvSpPr txBox="1"/>
          <p:nvPr/>
        </p:nvSpPr>
        <p:spPr>
          <a:xfrm>
            <a:off x="369099" y="5743947"/>
            <a:ext cx="16626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(5) = 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73C18C42-FE40-93C9-365B-E5E7B37FA48C}"/>
              </a:ext>
            </a:extLst>
          </p:cNvPr>
          <p:cNvSpPr txBox="1"/>
          <p:nvPr/>
        </p:nvSpPr>
        <p:spPr>
          <a:xfrm>
            <a:off x="2071157" y="5743947"/>
            <a:ext cx="28280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5-th row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C70A989-0710-2382-045B-F80225BA9FCC}"/>
              </a:ext>
            </a:extLst>
          </p:cNvPr>
          <p:cNvSpPr/>
          <p:nvPr/>
        </p:nvSpPr>
        <p:spPr>
          <a:xfrm>
            <a:off x="5389593" y="4052079"/>
            <a:ext cx="3294471" cy="322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025F38DE-8CD3-A245-0CE5-02DAF919524F}"/>
              </a:ext>
            </a:extLst>
          </p:cNvPr>
          <p:cNvCxnSpPr>
            <a:cxnSpLocks/>
          </p:cNvCxnSpPr>
          <p:nvPr/>
        </p:nvCxnSpPr>
        <p:spPr>
          <a:xfrm flipV="1">
            <a:off x="354303" y="6207264"/>
            <a:ext cx="8484897" cy="30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BE7EA00B-E15B-7FA9-D0E2-49E886B4DAFF}"/>
              </a:ext>
            </a:extLst>
          </p:cNvPr>
          <p:cNvSpPr txBox="1"/>
          <p:nvPr/>
        </p:nvSpPr>
        <p:spPr>
          <a:xfrm>
            <a:off x="369099" y="6198513"/>
            <a:ext cx="85667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out degrees of all vertices = summation of entire matrix =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3B091784-2158-A3F2-C59D-B90445E2C8BD}"/>
              </a:ext>
            </a:extLst>
          </p:cNvPr>
          <p:cNvSpPr/>
          <p:nvPr/>
        </p:nvSpPr>
        <p:spPr>
          <a:xfrm>
            <a:off x="1537353" y="174366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832CABE6-C04A-F250-83A9-6281E2B1244F}"/>
              </a:ext>
            </a:extLst>
          </p:cNvPr>
          <p:cNvSpPr/>
          <p:nvPr/>
        </p:nvSpPr>
        <p:spPr>
          <a:xfrm>
            <a:off x="1050243" y="241735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EF522E2F-1276-A23E-3523-1319173D3EB0}"/>
              </a:ext>
            </a:extLst>
          </p:cNvPr>
          <p:cNvSpPr/>
          <p:nvPr/>
        </p:nvSpPr>
        <p:spPr>
          <a:xfrm>
            <a:off x="2740886" y="174366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9426DA13-1AD5-1903-09CC-5BD92401D4B3}"/>
              </a:ext>
            </a:extLst>
          </p:cNvPr>
          <p:cNvSpPr/>
          <p:nvPr/>
        </p:nvSpPr>
        <p:spPr>
          <a:xfrm>
            <a:off x="2141256" y="2660910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FA47D912-3CF2-A0CE-8349-AB791EAFB500}"/>
              </a:ext>
            </a:extLst>
          </p:cNvPr>
          <p:cNvSpPr/>
          <p:nvPr/>
        </p:nvSpPr>
        <p:spPr>
          <a:xfrm>
            <a:off x="1654146" y="351858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EB5D980A-55EB-5D29-EBD0-3D8652A87F2C}"/>
              </a:ext>
            </a:extLst>
          </p:cNvPr>
          <p:cNvSpPr/>
          <p:nvPr/>
        </p:nvSpPr>
        <p:spPr>
          <a:xfrm>
            <a:off x="3131144" y="303147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C191271-6773-C951-03D2-6E4AAFFC43FD}"/>
              </a:ext>
            </a:extLst>
          </p:cNvPr>
          <p:cNvSpPr txBox="1"/>
          <p:nvPr/>
        </p:nvSpPr>
        <p:spPr>
          <a:xfrm>
            <a:off x="2828789" y="179010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13F2A41A-612D-391F-DF07-7A7682B5BA8B}"/>
              </a:ext>
            </a:extLst>
          </p:cNvPr>
          <p:cNvSpPr txBox="1"/>
          <p:nvPr/>
        </p:nvSpPr>
        <p:spPr>
          <a:xfrm>
            <a:off x="1625256" y="179010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6AA45764-2F35-D35B-BA4D-F9998D73916F}"/>
              </a:ext>
            </a:extLst>
          </p:cNvPr>
          <p:cNvSpPr txBox="1"/>
          <p:nvPr/>
        </p:nvSpPr>
        <p:spPr>
          <a:xfrm>
            <a:off x="1145267" y="247624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0EAD0966-54E5-4F53-E073-AA02E0A35737}"/>
              </a:ext>
            </a:extLst>
          </p:cNvPr>
          <p:cNvSpPr txBox="1"/>
          <p:nvPr/>
        </p:nvSpPr>
        <p:spPr>
          <a:xfrm>
            <a:off x="3209480" y="309036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271B1FC2-CAEE-EA48-96A1-664874E5FAC9}"/>
              </a:ext>
            </a:extLst>
          </p:cNvPr>
          <p:cNvSpPr txBox="1"/>
          <p:nvPr/>
        </p:nvSpPr>
        <p:spPr>
          <a:xfrm>
            <a:off x="2228260" y="2719799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90F8F3DB-7D37-8F45-8CBC-3C4772D2B26E}"/>
              </a:ext>
            </a:extLst>
          </p:cNvPr>
          <p:cNvSpPr txBox="1"/>
          <p:nvPr/>
        </p:nvSpPr>
        <p:spPr>
          <a:xfrm>
            <a:off x="1742851" y="357747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FDF26C35-33A1-A60F-3112-9864A018C373}"/>
              </a:ext>
            </a:extLst>
          </p:cNvPr>
          <p:cNvCxnSpPr>
            <a:stCxn id="166" idx="3"/>
            <a:endCxn id="167" idx="0"/>
          </p:cNvCxnSpPr>
          <p:nvPr/>
        </p:nvCxnSpPr>
        <p:spPr>
          <a:xfrm flipH="1">
            <a:off x="1293798" y="2159436"/>
            <a:ext cx="314891" cy="257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E789D985-0879-C74C-FEE2-5599B0A71E3D}"/>
              </a:ext>
            </a:extLst>
          </p:cNvPr>
          <p:cNvCxnSpPr>
            <a:stCxn id="166" idx="6"/>
            <a:endCxn id="168" idx="2"/>
          </p:cNvCxnSpPr>
          <p:nvPr/>
        </p:nvCxnSpPr>
        <p:spPr>
          <a:xfrm>
            <a:off x="2024463" y="1987217"/>
            <a:ext cx="716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BF0870FA-98FF-E097-CA46-4CEBDCA6B675}"/>
              </a:ext>
            </a:extLst>
          </p:cNvPr>
          <p:cNvCxnSpPr>
            <a:stCxn id="166" idx="5"/>
            <a:endCxn id="171" idx="1"/>
          </p:cNvCxnSpPr>
          <p:nvPr/>
        </p:nvCxnSpPr>
        <p:spPr>
          <a:xfrm>
            <a:off x="1953127" y="2159436"/>
            <a:ext cx="259465" cy="5728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3B716B64-21D1-75D9-073F-775418EBF605}"/>
              </a:ext>
            </a:extLst>
          </p:cNvPr>
          <p:cNvCxnSpPr>
            <a:stCxn id="171" idx="7"/>
            <a:endCxn id="168" idx="4"/>
          </p:cNvCxnSpPr>
          <p:nvPr/>
        </p:nvCxnSpPr>
        <p:spPr>
          <a:xfrm flipV="1">
            <a:off x="2557030" y="2230772"/>
            <a:ext cx="427411" cy="5014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AEA551DB-80DF-26E3-8AC5-5F2312B4C0A1}"/>
              </a:ext>
            </a:extLst>
          </p:cNvPr>
          <p:cNvCxnSpPr>
            <a:stCxn id="167" idx="5"/>
            <a:endCxn id="172" idx="1"/>
          </p:cNvCxnSpPr>
          <p:nvPr/>
        </p:nvCxnSpPr>
        <p:spPr>
          <a:xfrm>
            <a:off x="1466017" y="2833129"/>
            <a:ext cx="259465" cy="756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4021E74F-8681-32C2-88CD-DE80A7678D73}"/>
              </a:ext>
            </a:extLst>
          </p:cNvPr>
          <p:cNvCxnSpPr>
            <a:stCxn id="166" idx="3"/>
            <a:endCxn id="167" idx="0"/>
          </p:cNvCxnSpPr>
          <p:nvPr/>
        </p:nvCxnSpPr>
        <p:spPr>
          <a:xfrm flipH="1">
            <a:off x="1293798" y="2159436"/>
            <a:ext cx="314891" cy="25791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A98B0E3E-33AA-484E-F1DF-B9828E7717E5}"/>
              </a:ext>
            </a:extLst>
          </p:cNvPr>
          <p:cNvCxnSpPr>
            <a:stCxn id="166" idx="5"/>
            <a:endCxn id="171" idx="1"/>
          </p:cNvCxnSpPr>
          <p:nvPr/>
        </p:nvCxnSpPr>
        <p:spPr>
          <a:xfrm>
            <a:off x="1953127" y="2159436"/>
            <a:ext cx="259465" cy="57281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7B01553B-76D5-787C-BC31-029A0F62BD58}"/>
              </a:ext>
            </a:extLst>
          </p:cNvPr>
          <p:cNvCxnSpPr>
            <a:stCxn id="166" idx="6"/>
            <a:endCxn id="168" idx="2"/>
          </p:cNvCxnSpPr>
          <p:nvPr/>
        </p:nvCxnSpPr>
        <p:spPr>
          <a:xfrm>
            <a:off x="2024463" y="1987217"/>
            <a:ext cx="71642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B61AEF6D-EE99-F113-F809-3CFD015FA6FD}"/>
              </a:ext>
            </a:extLst>
          </p:cNvPr>
          <p:cNvCxnSpPr>
            <a:stCxn id="171" idx="7"/>
            <a:endCxn id="168" idx="4"/>
          </p:cNvCxnSpPr>
          <p:nvPr/>
        </p:nvCxnSpPr>
        <p:spPr>
          <a:xfrm flipV="1">
            <a:off x="2557030" y="2230772"/>
            <a:ext cx="427411" cy="5014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29C59C3E-3839-9A06-14AB-EBE571CE5FEC}"/>
              </a:ext>
            </a:extLst>
          </p:cNvPr>
          <p:cNvCxnSpPr>
            <a:stCxn id="167" idx="5"/>
            <a:endCxn id="172" idx="1"/>
          </p:cNvCxnSpPr>
          <p:nvPr/>
        </p:nvCxnSpPr>
        <p:spPr>
          <a:xfrm>
            <a:off x="1466017" y="2833129"/>
            <a:ext cx="259465" cy="75679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Rectangle 189">
            <a:extLst>
              <a:ext uri="{FF2B5EF4-FFF2-40B4-BE49-F238E27FC236}">
                <a16:creationId xmlns:a16="http://schemas.microsoft.com/office/drawing/2014/main" id="{98240F09-EEDC-3DC0-66AB-B9BF5E9B7FB1}"/>
              </a:ext>
            </a:extLst>
          </p:cNvPr>
          <p:cNvSpPr/>
          <p:nvPr/>
        </p:nvSpPr>
        <p:spPr>
          <a:xfrm>
            <a:off x="5914653" y="186405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F6FC9329-DE46-FE12-EA93-E4782A11CE36}"/>
              </a:ext>
            </a:extLst>
          </p:cNvPr>
          <p:cNvSpPr/>
          <p:nvPr/>
        </p:nvSpPr>
        <p:spPr>
          <a:xfrm>
            <a:off x="6342037" y="186405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DC3D7223-1B33-1918-90E8-83CF6FCC5535}"/>
              </a:ext>
            </a:extLst>
          </p:cNvPr>
          <p:cNvSpPr/>
          <p:nvPr/>
        </p:nvSpPr>
        <p:spPr>
          <a:xfrm>
            <a:off x="6770258" y="186405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52AC60FB-E17F-EDC4-2B3F-057EFF6B982E}"/>
              </a:ext>
            </a:extLst>
          </p:cNvPr>
          <p:cNvSpPr/>
          <p:nvPr/>
        </p:nvSpPr>
        <p:spPr>
          <a:xfrm>
            <a:off x="7197642" y="186405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C369AC92-B735-52E3-2F17-A61229B79618}"/>
              </a:ext>
            </a:extLst>
          </p:cNvPr>
          <p:cNvSpPr/>
          <p:nvPr/>
        </p:nvSpPr>
        <p:spPr>
          <a:xfrm>
            <a:off x="7625026" y="186405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00D8A30B-D8D6-7D92-392D-60D0D2D90FF3}"/>
              </a:ext>
            </a:extLst>
          </p:cNvPr>
          <p:cNvSpPr/>
          <p:nvPr/>
        </p:nvSpPr>
        <p:spPr>
          <a:xfrm>
            <a:off x="8052410" y="186405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77D9F569-CD74-F6F6-8E0C-D8892154DC6C}"/>
              </a:ext>
            </a:extLst>
          </p:cNvPr>
          <p:cNvSpPr/>
          <p:nvPr/>
        </p:nvSpPr>
        <p:spPr>
          <a:xfrm>
            <a:off x="5914747" y="229227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A8FBD73-C2AD-74D9-7217-E1DCD0992BEE}"/>
              </a:ext>
            </a:extLst>
          </p:cNvPr>
          <p:cNvSpPr/>
          <p:nvPr/>
        </p:nvSpPr>
        <p:spPr>
          <a:xfrm>
            <a:off x="6342131" y="229227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90CEADF-C5D7-1B27-02FA-EA315DC4B7D8}"/>
              </a:ext>
            </a:extLst>
          </p:cNvPr>
          <p:cNvSpPr/>
          <p:nvPr/>
        </p:nvSpPr>
        <p:spPr>
          <a:xfrm>
            <a:off x="6770352" y="229227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295249F1-6DE2-F78E-A76A-D8826AB8EDE8}"/>
              </a:ext>
            </a:extLst>
          </p:cNvPr>
          <p:cNvSpPr/>
          <p:nvPr/>
        </p:nvSpPr>
        <p:spPr>
          <a:xfrm>
            <a:off x="7197736" y="229227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56059023-7C26-DC0B-C5B9-0C4326FCB105}"/>
              </a:ext>
            </a:extLst>
          </p:cNvPr>
          <p:cNvSpPr/>
          <p:nvPr/>
        </p:nvSpPr>
        <p:spPr>
          <a:xfrm>
            <a:off x="7625120" y="229227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AC597C06-EC56-32C6-9404-0D441F50F3D7}"/>
              </a:ext>
            </a:extLst>
          </p:cNvPr>
          <p:cNvSpPr/>
          <p:nvPr/>
        </p:nvSpPr>
        <p:spPr>
          <a:xfrm>
            <a:off x="8052504" y="229227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704223F2-87C9-9441-BD4E-30F283DCDC76}"/>
              </a:ext>
            </a:extLst>
          </p:cNvPr>
          <p:cNvSpPr/>
          <p:nvPr/>
        </p:nvSpPr>
        <p:spPr>
          <a:xfrm>
            <a:off x="5914559" y="272049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D3EB5200-0FB1-5930-45B0-B486C1A1F57F}"/>
              </a:ext>
            </a:extLst>
          </p:cNvPr>
          <p:cNvSpPr/>
          <p:nvPr/>
        </p:nvSpPr>
        <p:spPr>
          <a:xfrm>
            <a:off x="6341943" y="272049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D612E84-5FDC-8D7F-00F8-4467EAE584AA}"/>
              </a:ext>
            </a:extLst>
          </p:cNvPr>
          <p:cNvSpPr/>
          <p:nvPr/>
        </p:nvSpPr>
        <p:spPr>
          <a:xfrm>
            <a:off x="6770164" y="272049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A351CB23-4334-FDBD-BEF9-DE8C492ACECF}"/>
              </a:ext>
            </a:extLst>
          </p:cNvPr>
          <p:cNvSpPr/>
          <p:nvPr/>
        </p:nvSpPr>
        <p:spPr>
          <a:xfrm>
            <a:off x="7197548" y="272049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E8C66ADE-87CE-0CF8-521E-14BA4D45A51B}"/>
              </a:ext>
            </a:extLst>
          </p:cNvPr>
          <p:cNvSpPr/>
          <p:nvPr/>
        </p:nvSpPr>
        <p:spPr>
          <a:xfrm>
            <a:off x="7624932" y="272049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2D0F767E-AD53-6C5C-13A8-4D7E2FCB27BA}"/>
              </a:ext>
            </a:extLst>
          </p:cNvPr>
          <p:cNvSpPr/>
          <p:nvPr/>
        </p:nvSpPr>
        <p:spPr>
          <a:xfrm>
            <a:off x="8052316" y="272049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F9510FA3-DA00-8C0C-49B8-66996ACF3BE1}"/>
              </a:ext>
            </a:extLst>
          </p:cNvPr>
          <p:cNvSpPr/>
          <p:nvPr/>
        </p:nvSpPr>
        <p:spPr>
          <a:xfrm>
            <a:off x="5914653" y="314871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D9B451C-053D-1C66-C9AB-DB12B710384E}"/>
              </a:ext>
            </a:extLst>
          </p:cNvPr>
          <p:cNvSpPr/>
          <p:nvPr/>
        </p:nvSpPr>
        <p:spPr>
          <a:xfrm>
            <a:off x="6342037" y="314871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664BC8C0-57A9-8A81-E756-19FD6BF2A906}"/>
              </a:ext>
            </a:extLst>
          </p:cNvPr>
          <p:cNvSpPr/>
          <p:nvPr/>
        </p:nvSpPr>
        <p:spPr>
          <a:xfrm>
            <a:off x="6770258" y="314871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AA95171B-C530-E26B-52BF-DE6EC59D25C7}"/>
              </a:ext>
            </a:extLst>
          </p:cNvPr>
          <p:cNvSpPr/>
          <p:nvPr/>
        </p:nvSpPr>
        <p:spPr>
          <a:xfrm>
            <a:off x="7197642" y="314871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02243BAA-38AB-1CEB-404A-E1C346814AD7}"/>
              </a:ext>
            </a:extLst>
          </p:cNvPr>
          <p:cNvSpPr/>
          <p:nvPr/>
        </p:nvSpPr>
        <p:spPr>
          <a:xfrm>
            <a:off x="7625026" y="314871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F673100-DC84-322D-D3F2-B0104054C022}"/>
              </a:ext>
            </a:extLst>
          </p:cNvPr>
          <p:cNvSpPr/>
          <p:nvPr/>
        </p:nvSpPr>
        <p:spPr>
          <a:xfrm>
            <a:off x="8052410" y="314871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613E9AC-E24C-E5FE-CCA3-0B4D8846B32A}"/>
              </a:ext>
            </a:extLst>
          </p:cNvPr>
          <p:cNvSpPr/>
          <p:nvPr/>
        </p:nvSpPr>
        <p:spPr>
          <a:xfrm>
            <a:off x="5914465" y="357693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1D0DE10D-10F1-7944-5557-57BB9F1556BF}"/>
              </a:ext>
            </a:extLst>
          </p:cNvPr>
          <p:cNvSpPr/>
          <p:nvPr/>
        </p:nvSpPr>
        <p:spPr>
          <a:xfrm>
            <a:off x="6341849" y="357693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345DEDA-4338-C98F-3D20-194E579E9E44}"/>
              </a:ext>
            </a:extLst>
          </p:cNvPr>
          <p:cNvSpPr/>
          <p:nvPr/>
        </p:nvSpPr>
        <p:spPr>
          <a:xfrm>
            <a:off x="6770070" y="357693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609FB051-E4A5-EFB4-0142-0EDC4BDB473E}"/>
              </a:ext>
            </a:extLst>
          </p:cNvPr>
          <p:cNvSpPr/>
          <p:nvPr/>
        </p:nvSpPr>
        <p:spPr>
          <a:xfrm>
            <a:off x="7197454" y="357693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E9D783E4-757C-6E3C-5508-7446B94DD12D}"/>
              </a:ext>
            </a:extLst>
          </p:cNvPr>
          <p:cNvSpPr/>
          <p:nvPr/>
        </p:nvSpPr>
        <p:spPr>
          <a:xfrm>
            <a:off x="7624838" y="357693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2E76B6B-A640-B490-8B91-EE656948EC84}"/>
              </a:ext>
            </a:extLst>
          </p:cNvPr>
          <p:cNvSpPr/>
          <p:nvPr/>
        </p:nvSpPr>
        <p:spPr>
          <a:xfrm>
            <a:off x="8052222" y="357693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0DD47DBC-080E-46ED-6108-F4C2D8A1D073}"/>
              </a:ext>
            </a:extLst>
          </p:cNvPr>
          <p:cNvSpPr/>
          <p:nvPr/>
        </p:nvSpPr>
        <p:spPr>
          <a:xfrm>
            <a:off x="5914559" y="400515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0FBB9A11-E9C4-4183-E8C9-F08E3CE608B2}"/>
              </a:ext>
            </a:extLst>
          </p:cNvPr>
          <p:cNvSpPr/>
          <p:nvPr/>
        </p:nvSpPr>
        <p:spPr>
          <a:xfrm>
            <a:off x="6341943" y="400515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D6C26ED1-131B-CCC1-17B3-93BEC473D9BA}"/>
              </a:ext>
            </a:extLst>
          </p:cNvPr>
          <p:cNvSpPr/>
          <p:nvPr/>
        </p:nvSpPr>
        <p:spPr>
          <a:xfrm>
            <a:off x="6770164" y="400515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9E180C25-4538-EC19-31D4-DCBA95B1A82F}"/>
              </a:ext>
            </a:extLst>
          </p:cNvPr>
          <p:cNvSpPr/>
          <p:nvPr/>
        </p:nvSpPr>
        <p:spPr>
          <a:xfrm>
            <a:off x="7197548" y="400515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ED40600E-826F-C033-16C5-F8E4F8573F5D}"/>
              </a:ext>
            </a:extLst>
          </p:cNvPr>
          <p:cNvSpPr/>
          <p:nvPr/>
        </p:nvSpPr>
        <p:spPr>
          <a:xfrm>
            <a:off x="7624932" y="400515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E47D6DAD-AA82-1473-84E2-DBE54F09A22B}"/>
              </a:ext>
            </a:extLst>
          </p:cNvPr>
          <p:cNvSpPr/>
          <p:nvPr/>
        </p:nvSpPr>
        <p:spPr>
          <a:xfrm>
            <a:off x="8052316" y="400515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E0F33CF3-5A02-D750-0328-B01C054AAD29}"/>
              </a:ext>
            </a:extLst>
          </p:cNvPr>
          <p:cNvSpPr txBox="1"/>
          <p:nvPr/>
        </p:nvSpPr>
        <p:spPr>
          <a:xfrm>
            <a:off x="5979601" y="1525871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AAD5141-2D06-3557-2AEF-C13FB082F6DF}"/>
              </a:ext>
            </a:extLst>
          </p:cNvPr>
          <p:cNvSpPr txBox="1"/>
          <p:nvPr/>
        </p:nvSpPr>
        <p:spPr>
          <a:xfrm>
            <a:off x="6827425" y="1525869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F2727E36-6B0B-ACC6-17FE-4C86ACFB2C68}"/>
              </a:ext>
            </a:extLst>
          </p:cNvPr>
          <p:cNvSpPr txBox="1"/>
          <p:nvPr/>
        </p:nvSpPr>
        <p:spPr>
          <a:xfrm>
            <a:off x="6403513" y="1525870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E115ECE5-B38C-F415-AA5C-C441CC484E93}"/>
              </a:ext>
            </a:extLst>
          </p:cNvPr>
          <p:cNvSpPr txBox="1"/>
          <p:nvPr/>
        </p:nvSpPr>
        <p:spPr>
          <a:xfrm>
            <a:off x="7251337" y="1523657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AE0504A6-294A-4841-F059-A537404AD21E}"/>
              </a:ext>
            </a:extLst>
          </p:cNvPr>
          <p:cNvSpPr txBox="1"/>
          <p:nvPr/>
        </p:nvSpPr>
        <p:spPr>
          <a:xfrm>
            <a:off x="8099161" y="1523655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50555F9-8CC1-3921-AB23-0C98B21A94C5}"/>
              </a:ext>
            </a:extLst>
          </p:cNvPr>
          <p:cNvSpPr txBox="1"/>
          <p:nvPr/>
        </p:nvSpPr>
        <p:spPr>
          <a:xfrm>
            <a:off x="7675249" y="1523656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98601EDD-3C5C-DE10-2BD6-D6D423B0B4A9}"/>
              </a:ext>
            </a:extLst>
          </p:cNvPr>
          <p:cNvSpPr txBox="1"/>
          <p:nvPr/>
        </p:nvSpPr>
        <p:spPr>
          <a:xfrm>
            <a:off x="5563847" y="1903113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EF119225-FCB2-95B4-834E-60E867A0C019}"/>
              </a:ext>
            </a:extLst>
          </p:cNvPr>
          <p:cNvSpPr txBox="1"/>
          <p:nvPr/>
        </p:nvSpPr>
        <p:spPr>
          <a:xfrm>
            <a:off x="5563847" y="2329411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AE94734B-3AF0-6ABA-54AE-CFD4D8B5B0BC}"/>
              </a:ext>
            </a:extLst>
          </p:cNvPr>
          <p:cNvSpPr txBox="1"/>
          <p:nvPr/>
        </p:nvSpPr>
        <p:spPr>
          <a:xfrm>
            <a:off x="5549689" y="2755709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AC806ADD-4204-18D0-DDE1-5E77BDC4D635}"/>
              </a:ext>
            </a:extLst>
          </p:cNvPr>
          <p:cNvSpPr txBox="1"/>
          <p:nvPr/>
        </p:nvSpPr>
        <p:spPr>
          <a:xfrm>
            <a:off x="5549689" y="3223985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4096FAB9-22AD-BBA1-77E3-59AFCB48204A}"/>
              </a:ext>
            </a:extLst>
          </p:cNvPr>
          <p:cNvSpPr txBox="1"/>
          <p:nvPr/>
        </p:nvSpPr>
        <p:spPr>
          <a:xfrm>
            <a:off x="5553190" y="3597962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FD7BF90-E19D-2B79-0AE9-372E3E88117A}"/>
              </a:ext>
            </a:extLst>
          </p:cNvPr>
          <p:cNvSpPr txBox="1"/>
          <p:nvPr/>
        </p:nvSpPr>
        <p:spPr>
          <a:xfrm>
            <a:off x="5553190" y="4042295"/>
            <a:ext cx="30328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7D39BBBE-C997-D78A-19C4-CB4424AFE8D5}"/>
              </a:ext>
            </a:extLst>
          </p:cNvPr>
          <p:cNvGrpSpPr/>
          <p:nvPr/>
        </p:nvGrpSpPr>
        <p:grpSpPr>
          <a:xfrm>
            <a:off x="5968032" y="1894222"/>
            <a:ext cx="2445681" cy="2528694"/>
            <a:chOff x="6064252" y="3573225"/>
            <a:chExt cx="2445681" cy="2528694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CD5AF40A-D361-08ED-5B6D-04FDAC3D5168}"/>
                </a:ext>
              </a:extLst>
            </p:cNvPr>
            <p:cNvSpPr txBox="1"/>
            <p:nvPr/>
          </p:nvSpPr>
          <p:spPr>
            <a:xfrm>
              <a:off x="6085298" y="357544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D876ACF6-C0F6-FF59-4372-58AF97964829}"/>
                </a:ext>
              </a:extLst>
            </p:cNvPr>
            <p:cNvSpPr txBox="1"/>
            <p:nvPr/>
          </p:nvSpPr>
          <p:spPr>
            <a:xfrm>
              <a:off x="6933122" y="357543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F1510A2B-9517-43D4-7B6F-99D700690CB6}"/>
                </a:ext>
              </a:extLst>
            </p:cNvPr>
            <p:cNvSpPr txBox="1"/>
            <p:nvPr/>
          </p:nvSpPr>
          <p:spPr>
            <a:xfrm>
              <a:off x="6509210" y="357544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D8FD2B5C-2707-DE24-9B20-A3DCB8D5CB95}"/>
                </a:ext>
              </a:extLst>
            </p:cNvPr>
            <p:cNvSpPr txBox="1"/>
            <p:nvPr/>
          </p:nvSpPr>
          <p:spPr>
            <a:xfrm>
              <a:off x="7357034" y="357322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18B5BACF-2B3D-E5AF-BBA2-667D36C50F4E}"/>
                </a:ext>
              </a:extLst>
            </p:cNvPr>
            <p:cNvSpPr txBox="1"/>
            <p:nvPr/>
          </p:nvSpPr>
          <p:spPr>
            <a:xfrm>
              <a:off x="8204858" y="357322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BBCF48C5-1EFB-869A-C21C-FD8AF24FBF01}"/>
                </a:ext>
              </a:extLst>
            </p:cNvPr>
            <p:cNvSpPr txBox="1"/>
            <p:nvPr/>
          </p:nvSpPr>
          <p:spPr>
            <a:xfrm>
              <a:off x="7780946" y="357322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BCCB41E1-9951-2B05-3383-B6A2BB438D45}"/>
                </a:ext>
              </a:extLst>
            </p:cNvPr>
            <p:cNvSpPr txBox="1"/>
            <p:nvPr/>
          </p:nvSpPr>
          <p:spPr>
            <a:xfrm>
              <a:off x="6075821" y="400841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4774CA8F-BAD9-41C6-6384-F4E5F64B6A2B}"/>
                </a:ext>
              </a:extLst>
            </p:cNvPr>
            <p:cNvSpPr txBox="1"/>
            <p:nvPr/>
          </p:nvSpPr>
          <p:spPr>
            <a:xfrm>
              <a:off x="6923645" y="400841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CF21F12F-7AA7-1C8B-62C7-63443A297D89}"/>
                </a:ext>
              </a:extLst>
            </p:cNvPr>
            <p:cNvSpPr txBox="1"/>
            <p:nvPr/>
          </p:nvSpPr>
          <p:spPr>
            <a:xfrm>
              <a:off x="6499733" y="400841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6B12D69A-94FB-FE27-DD44-5C6806F2E060}"/>
                </a:ext>
              </a:extLst>
            </p:cNvPr>
            <p:cNvSpPr txBox="1"/>
            <p:nvPr/>
          </p:nvSpPr>
          <p:spPr>
            <a:xfrm>
              <a:off x="7347557" y="400620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6C38DEEA-C102-FFE0-B11A-95793929BF0C}"/>
                </a:ext>
              </a:extLst>
            </p:cNvPr>
            <p:cNvSpPr txBox="1"/>
            <p:nvPr/>
          </p:nvSpPr>
          <p:spPr>
            <a:xfrm>
              <a:off x="8195381" y="400619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87AAD628-68DE-5ACB-1ABF-7F9F961923EA}"/>
                </a:ext>
              </a:extLst>
            </p:cNvPr>
            <p:cNvSpPr txBox="1"/>
            <p:nvPr/>
          </p:nvSpPr>
          <p:spPr>
            <a:xfrm>
              <a:off x="7771469" y="400619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0BF76D52-0A34-2FB9-AC77-CE4F33C984FA}"/>
                </a:ext>
              </a:extLst>
            </p:cNvPr>
            <p:cNvSpPr txBox="1"/>
            <p:nvPr/>
          </p:nvSpPr>
          <p:spPr>
            <a:xfrm>
              <a:off x="6073729" y="445380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2F6ADE64-21DB-C08E-EC7C-DE82A2E37FAE}"/>
                </a:ext>
              </a:extLst>
            </p:cNvPr>
            <p:cNvSpPr txBox="1"/>
            <p:nvPr/>
          </p:nvSpPr>
          <p:spPr>
            <a:xfrm>
              <a:off x="6921553" y="4453807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70DC6A18-96E8-059F-2D79-3EF2F2BBD032}"/>
                </a:ext>
              </a:extLst>
            </p:cNvPr>
            <p:cNvSpPr txBox="1"/>
            <p:nvPr/>
          </p:nvSpPr>
          <p:spPr>
            <a:xfrm>
              <a:off x="6497641" y="4453808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BE7DFE41-9D0A-B43D-DB8B-9003638CF093}"/>
                </a:ext>
              </a:extLst>
            </p:cNvPr>
            <p:cNvSpPr txBox="1"/>
            <p:nvPr/>
          </p:nvSpPr>
          <p:spPr>
            <a:xfrm>
              <a:off x="7345465" y="445159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160622EA-5A30-F9EC-B399-55DD11B28BA3}"/>
                </a:ext>
              </a:extLst>
            </p:cNvPr>
            <p:cNvSpPr txBox="1"/>
            <p:nvPr/>
          </p:nvSpPr>
          <p:spPr>
            <a:xfrm>
              <a:off x="8193289" y="4451593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47E9DAA0-2BF0-2C51-ADB6-BD45A45BC7E9}"/>
                </a:ext>
              </a:extLst>
            </p:cNvPr>
            <p:cNvSpPr txBox="1"/>
            <p:nvPr/>
          </p:nvSpPr>
          <p:spPr>
            <a:xfrm>
              <a:off x="7769377" y="4451594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A35CC5D5-EBD3-0B4B-B01A-2EBCA15F040D}"/>
                </a:ext>
              </a:extLst>
            </p:cNvPr>
            <p:cNvSpPr txBox="1"/>
            <p:nvPr/>
          </p:nvSpPr>
          <p:spPr>
            <a:xfrm>
              <a:off x="6064252" y="488678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BB94D424-177E-FA5A-E0D9-045223197F60}"/>
                </a:ext>
              </a:extLst>
            </p:cNvPr>
            <p:cNvSpPr txBox="1"/>
            <p:nvPr/>
          </p:nvSpPr>
          <p:spPr>
            <a:xfrm>
              <a:off x="6912076" y="488678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043BBCD1-7111-99DF-CB85-9F65D15F1B12}"/>
                </a:ext>
              </a:extLst>
            </p:cNvPr>
            <p:cNvSpPr txBox="1"/>
            <p:nvPr/>
          </p:nvSpPr>
          <p:spPr>
            <a:xfrm>
              <a:off x="6488164" y="488678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685D5257-C8EA-7E95-9E82-76AFE704489C}"/>
                </a:ext>
              </a:extLst>
            </p:cNvPr>
            <p:cNvSpPr txBox="1"/>
            <p:nvPr/>
          </p:nvSpPr>
          <p:spPr>
            <a:xfrm>
              <a:off x="7335988" y="488456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2A2CCC0A-5DB5-4A1D-676C-650C7B84E0A5}"/>
                </a:ext>
              </a:extLst>
            </p:cNvPr>
            <p:cNvSpPr txBox="1"/>
            <p:nvPr/>
          </p:nvSpPr>
          <p:spPr>
            <a:xfrm>
              <a:off x="8183812" y="488456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3D4192A7-0B0C-5923-5FE1-B5E451A68E12}"/>
                </a:ext>
              </a:extLst>
            </p:cNvPr>
            <p:cNvSpPr txBox="1"/>
            <p:nvPr/>
          </p:nvSpPr>
          <p:spPr>
            <a:xfrm>
              <a:off x="7759900" y="488456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B3C5CA74-AE44-793E-40D2-625CDCB40497}"/>
                </a:ext>
              </a:extLst>
            </p:cNvPr>
            <p:cNvSpPr txBox="1"/>
            <p:nvPr/>
          </p:nvSpPr>
          <p:spPr>
            <a:xfrm>
              <a:off x="6085481" y="531500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03C3B701-51B1-CB10-4841-22E0B2AAFFBE}"/>
                </a:ext>
              </a:extLst>
            </p:cNvPr>
            <p:cNvSpPr txBox="1"/>
            <p:nvPr/>
          </p:nvSpPr>
          <p:spPr>
            <a:xfrm>
              <a:off x="6933305" y="531500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D59ECA47-0362-7763-4699-51F291B98D7E}"/>
                </a:ext>
              </a:extLst>
            </p:cNvPr>
            <p:cNvSpPr txBox="1"/>
            <p:nvPr/>
          </p:nvSpPr>
          <p:spPr>
            <a:xfrm>
              <a:off x="6509393" y="531500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A4D11C5A-0637-F41B-4D86-E84352B8348C}"/>
                </a:ext>
              </a:extLst>
            </p:cNvPr>
            <p:cNvSpPr txBox="1"/>
            <p:nvPr/>
          </p:nvSpPr>
          <p:spPr>
            <a:xfrm>
              <a:off x="7357217" y="531278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49B5FE7E-F9B8-FFFF-1212-25971D26472F}"/>
                </a:ext>
              </a:extLst>
            </p:cNvPr>
            <p:cNvSpPr txBox="1"/>
            <p:nvPr/>
          </p:nvSpPr>
          <p:spPr>
            <a:xfrm>
              <a:off x="8205041" y="531278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E56C9803-63D9-3915-4D39-987F8BC35A33}"/>
                </a:ext>
              </a:extLst>
            </p:cNvPr>
            <p:cNvSpPr txBox="1"/>
            <p:nvPr/>
          </p:nvSpPr>
          <p:spPr>
            <a:xfrm>
              <a:off x="7781129" y="531278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C0C09BC-4ACE-0FEF-F7A0-58063B459B1F}"/>
                </a:ext>
              </a:extLst>
            </p:cNvPr>
            <p:cNvSpPr txBox="1"/>
            <p:nvPr/>
          </p:nvSpPr>
          <p:spPr>
            <a:xfrm>
              <a:off x="6076004" y="5747976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1422E966-04C6-3469-F614-DB0C6688D74F}"/>
                </a:ext>
              </a:extLst>
            </p:cNvPr>
            <p:cNvSpPr txBox="1"/>
            <p:nvPr/>
          </p:nvSpPr>
          <p:spPr>
            <a:xfrm>
              <a:off x="6923828" y="574797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DBAC21D9-D3AE-37EC-2EB5-5FF673D1220B}"/>
                </a:ext>
              </a:extLst>
            </p:cNvPr>
            <p:cNvSpPr txBox="1"/>
            <p:nvPr/>
          </p:nvSpPr>
          <p:spPr>
            <a:xfrm>
              <a:off x="6499916" y="5747975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732CD454-C440-DA75-71CE-FB6BBA9B0BEB}"/>
                </a:ext>
              </a:extLst>
            </p:cNvPr>
            <p:cNvSpPr txBox="1"/>
            <p:nvPr/>
          </p:nvSpPr>
          <p:spPr>
            <a:xfrm>
              <a:off x="7347740" y="5745762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6710EBEF-7DEF-5CE0-ACB9-81186D5F2BAD}"/>
                </a:ext>
              </a:extLst>
            </p:cNvPr>
            <p:cNvSpPr txBox="1"/>
            <p:nvPr/>
          </p:nvSpPr>
          <p:spPr>
            <a:xfrm>
              <a:off x="8195564" y="574576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80BC7F88-9115-9ACE-80FF-D8D28BB7D764}"/>
                </a:ext>
              </a:extLst>
            </p:cNvPr>
            <p:cNvSpPr txBox="1"/>
            <p:nvPr/>
          </p:nvSpPr>
          <p:spPr>
            <a:xfrm>
              <a:off x="7771652" y="5745761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FB580BF1-7FBF-1D2B-8522-8F5755AEE2CC}"/>
              </a:ext>
            </a:extLst>
          </p:cNvPr>
          <p:cNvGrpSpPr/>
          <p:nvPr/>
        </p:nvGrpSpPr>
        <p:grpSpPr>
          <a:xfrm>
            <a:off x="8058912" y="2718572"/>
            <a:ext cx="428221" cy="428221"/>
            <a:chOff x="883125" y="5015247"/>
            <a:chExt cx="428221" cy="428221"/>
          </a:xfrm>
        </p:grpSpPr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386CF57F-0C47-9FCB-6820-3E5A7D89C967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B209379E-46AF-0203-C8CE-E233AB0E7AB1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C3CD4833-0EA2-04F1-C6D1-D1B911A04D47}"/>
              </a:ext>
            </a:extLst>
          </p:cNvPr>
          <p:cNvGrpSpPr/>
          <p:nvPr/>
        </p:nvGrpSpPr>
        <p:grpSpPr>
          <a:xfrm>
            <a:off x="6778763" y="2295582"/>
            <a:ext cx="428221" cy="428221"/>
            <a:chOff x="883125" y="5015247"/>
            <a:chExt cx="428221" cy="428221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4CA33CE2-A362-D5DD-599B-83EE4BC6DFFC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BADC7C35-24D4-BB46-3BD2-CB04A1FFA571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764F4FD0-C9C7-F6E7-37D6-2B864AA5812E}"/>
              </a:ext>
            </a:extLst>
          </p:cNvPr>
          <p:cNvGrpSpPr/>
          <p:nvPr/>
        </p:nvGrpSpPr>
        <p:grpSpPr>
          <a:xfrm>
            <a:off x="7631716" y="2292273"/>
            <a:ext cx="428221" cy="428221"/>
            <a:chOff x="883125" y="5015247"/>
            <a:chExt cx="428221" cy="428221"/>
          </a:xfrm>
        </p:grpSpPr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0FE4A120-D3D3-7A92-5639-C3F04093F971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0B89D015-09BE-DF04-A48E-3B68BCE11E03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F2D4EA85-1903-34B0-EBAF-DB735E482E63}"/>
              </a:ext>
            </a:extLst>
          </p:cNvPr>
          <p:cNvGrpSpPr/>
          <p:nvPr/>
        </p:nvGrpSpPr>
        <p:grpSpPr>
          <a:xfrm>
            <a:off x="5912957" y="2292273"/>
            <a:ext cx="428221" cy="428221"/>
            <a:chOff x="883125" y="5015247"/>
            <a:chExt cx="428221" cy="428221"/>
          </a:xfrm>
        </p:grpSpPr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AE026306-3985-87EE-D5D3-7F1CB5AE1629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821D8773-1035-F183-F3E4-F316FFD0570F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CB367D81-59D4-D624-1275-6C11DAD47818}"/>
              </a:ext>
            </a:extLst>
          </p:cNvPr>
          <p:cNvGrpSpPr/>
          <p:nvPr/>
        </p:nvGrpSpPr>
        <p:grpSpPr>
          <a:xfrm>
            <a:off x="5920775" y="3571843"/>
            <a:ext cx="428221" cy="428221"/>
            <a:chOff x="883125" y="5015247"/>
            <a:chExt cx="428221" cy="428221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70A95FFB-0520-89E3-7579-0F7D0FFF2DEC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C69A37D-A0B2-8608-0F3B-F1B1931C889E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01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7" grpId="0" animBg="1"/>
      <p:bldP spid="150" grpId="0"/>
      <p:bldP spid="151" grpId="0"/>
      <p:bldP spid="152" grpId="0"/>
      <p:bldP spid="153" grpId="0" animBg="1"/>
      <p:bldP spid="154" grpId="0"/>
      <p:bldP spid="155" grpId="0"/>
      <p:bldP spid="156" grpId="0" animBg="1"/>
      <p:bldP spid="157" grpId="0"/>
      <p:bldP spid="158" grpId="0"/>
      <p:bldP spid="159" grpId="0" animBg="1"/>
      <p:bldP spid="160" grpId="0"/>
      <p:bldP spid="161" grpId="0"/>
      <p:bldP spid="162" grpId="0" animBg="1"/>
      <p:bldP spid="163" grpId="0"/>
      <p:bldP spid="164" grpId="0"/>
      <p:bldP spid="165" grpId="0" animBg="1"/>
      <p:bldP spid="17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ADJACENCY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6A0CD-48B5-4060-0989-6002CA84A7D4}"/>
              </a:ext>
            </a:extLst>
          </p:cNvPr>
          <p:cNvSpPr txBox="1"/>
          <p:nvPr/>
        </p:nvSpPr>
        <p:spPr>
          <a:xfrm>
            <a:off x="369725" y="3839857"/>
            <a:ext cx="16353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(0) =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A25940B-071A-2FE0-1E0A-A0E31C13DFC5}"/>
              </a:ext>
            </a:extLst>
          </p:cNvPr>
          <p:cNvSpPr/>
          <p:nvPr/>
        </p:nvSpPr>
        <p:spPr>
          <a:xfrm>
            <a:off x="5912417" y="1550939"/>
            <a:ext cx="380234" cy="3099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4E709C4-2C56-BCB7-0E6B-85CB8A930B22}"/>
              </a:ext>
            </a:extLst>
          </p:cNvPr>
          <p:cNvSpPr txBox="1"/>
          <p:nvPr/>
        </p:nvSpPr>
        <p:spPr>
          <a:xfrm>
            <a:off x="2071783" y="3839857"/>
            <a:ext cx="27334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0-th col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C49D7F1-999B-A942-A611-795CA52DF9C1}"/>
              </a:ext>
            </a:extLst>
          </p:cNvPr>
          <p:cNvSpPr txBox="1"/>
          <p:nvPr/>
        </p:nvSpPr>
        <p:spPr>
          <a:xfrm>
            <a:off x="369099" y="4206867"/>
            <a:ext cx="16161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(1) = 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228CEBE-E28D-C587-21C3-F33E56870581}"/>
              </a:ext>
            </a:extLst>
          </p:cNvPr>
          <p:cNvSpPr txBox="1"/>
          <p:nvPr/>
        </p:nvSpPr>
        <p:spPr>
          <a:xfrm>
            <a:off x="2071157" y="4206867"/>
            <a:ext cx="27013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1-st col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49C9CA0-3901-B85D-83E4-212807838AA9}"/>
              </a:ext>
            </a:extLst>
          </p:cNvPr>
          <p:cNvSpPr/>
          <p:nvPr/>
        </p:nvSpPr>
        <p:spPr>
          <a:xfrm>
            <a:off x="6356366" y="1550938"/>
            <a:ext cx="380234" cy="3099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5A0BA93-DC6A-B9E9-CBF5-40CCC50E69C3}"/>
              </a:ext>
            </a:extLst>
          </p:cNvPr>
          <p:cNvSpPr txBox="1"/>
          <p:nvPr/>
        </p:nvSpPr>
        <p:spPr>
          <a:xfrm>
            <a:off x="369099" y="4598434"/>
            <a:ext cx="16626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(2) = 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EE9B6E9-B0EE-CBC7-311C-164220DEB276}"/>
              </a:ext>
            </a:extLst>
          </p:cNvPr>
          <p:cNvSpPr txBox="1"/>
          <p:nvPr/>
        </p:nvSpPr>
        <p:spPr>
          <a:xfrm>
            <a:off x="2071157" y="4598434"/>
            <a:ext cx="27959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2-nd col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2508172-8269-CF1A-88F3-7F9D00C05049}"/>
              </a:ext>
            </a:extLst>
          </p:cNvPr>
          <p:cNvSpPr/>
          <p:nvPr/>
        </p:nvSpPr>
        <p:spPr>
          <a:xfrm>
            <a:off x="6800163" y="1572942"/>
            <a:ext cx="380234" cy="3099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6037076-AD20-7E87-3AF8-07978A9AB92E}"/>
              </a:ext>
            </a:extLst>
          </p:cNvPr>
          <p:cNvSpPr txBox="1"/>
          <p:nvPr/>
        </p:nvSpPr>
        <p:spPr>
          <a:xfrm>
            <a:off x="369099" y="4965444"/>
            <a:ext cx="16626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(3) =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9DA4147-734D-8B4D-6C30-AC21D5E516E5}"/>
              </a:ext>
            </a:extLst>
          </p:cNvPr>
          <p:cNvSpPr txBox="1"/>
          <p:nvPr/>
        </p:nvSpPr>
        <p:spPr>
          <a:xfrm>
            <a:off x="2071157" y="4965444"/>
            <a:ext cx="27494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3-rd col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525EAC0-B966-4AA3-8640-9732A3580E84}"/>
              </a:ext>
            </a:extLst>
          </p:cNvPr>
          <p:cNvSpPr/>
          <p:nvPr/>
        </p:nvSpPr>
        <p:spPr>
          <a:xfrm>
            <a:off x="7225884" y="1559796"/>
            <a:ext cx="380234" cy="3099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9D1F922-05B7-7232-84D6-AAC9F0654BD7}"/>
              </a:ext>
            </a:extLst>
          </p:cNvPr>
          <p:cNvSpPr txBox="1"/>
          <p:nvPr/>
        </p:nvSpPr>
        <p:spPr>
          <a:xfrm>
            <a:off x="369099" y="5329955"/>
            <a:ext cx="16626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(4) = 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4CFE5C4-512D-995E-9403-C780D3364763}"/>
              </a:ext>
            </a:extLst>
          </p:cNvPr>
          <p:cNvSpPr txBox="1"/>
          <p:nvPr/>
        </p:nvSpPr>
        <p:spPr>
          <a:xfrm>
            <a:off x="2071157" y="5329955"/>
            <a:ext cx="27334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4-th col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51FF98A-2393-E2B0-92E1-551D5AA0DA54}"/>
              </a:ext>
            </a:extLst>
          </p:cNvPr>
          <p:cNvSpPr/>
          <p:nvPr/>
        </p:nvSpPr>
        <p:spPr>
          <a:xfrm>
            <a:off x="7625863" y="1550938"/>
            <a:ext cx="380234" cy="3099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8B84813-632F-49CF-F20E-0491CD1DC046}"/>
              </a:ext>
            </a:extLst>
          </p:cNvPr>
          <p:cNvSpPr txBox="1"/>
          <p:nvPr/>
        </p:nvSpPr>
        <p:spPr>
          <a:xfrm>
            <a:off x="369099" y="5743947"/>
            <a:ext cx="16626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deg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(5) = 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73C18C42-FE40-93C9-365B-E5E7B37FA48C}"/>
              </a:ext>
            </a:extLst>
          </p:cNvPr>
          <p:cNvSpPr txBox="1"/>
          <p:nvPr/>
        </p:nvSpPr>
        <p:spPr>
          <a:xfrm>
            <a:off x="2071157" y="5743947"/>
            <a:ext cx="27334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5-th col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C70A989-0710-2382-045B-F80225BA9FCC}"/>
              </a:ext>
            </a:extLst>
          </p:cNvPr>
          <p:cNvSpPr/>
          <p:nvPr/>
        </p:nvSpPr>
        <p:spPr>
          <a:xfrm>
            <a:off x="8070116" y="1541483"/>
            <a:ext cx="380234" cy="3099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025F38DE-8CD3-A245-0CE5-02DAF919524F}"/>
              </a:ext>
            </a:extLst>
          </p:cNvPr>
          <p:cNvCxnSpPr>
            <a:cxnSpLocks/>
          </p:cNvCxnSpPr>
          <p:nvPr/>
        </p:nvCxnSpPr>
        <p:spPr>
          <a:xfrm flipV="1">
            <a:off x="354303" y="6207264"/>
            <a:ext cx="8484897" cy="30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BE7EA00B-E15B-7FA9-D0E2-49E886B4DAFF}"/>
              </a:ext>
            </a:extLst>
          </p:cNvPr>
          <p:cNvSpPr txBox="1"/>
          <p:nvPr/>
        </p:nvSpPr>
        <p:spPr>
          <a:xfrm>
            <a:off x="369099" y="6198513"/>
            <a:ext cx="85667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Summation of in degrees of all vertices = summation of entire matrix =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3B091784-2158-A3F2-C59D-B90445E2C8BD}"/>
              </a:ext>
            </a:extLst>
          </p:cNvPr>
          <p:cNvSpPr/>
          <p:nvPr/>
        </p:nvSpPr>
        <p:spPr>
          <a:xfrm>
            <a:off x="1537353" y="174366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832CABE6-C04A-F250-83A9-6281E2B1244F}"/>
              </a:ext>
            </a:extLst>
          </p:cNvPr>
          <p:cNvSpPr/>
          <p:nvPr/>
        </p:nvSpPr>
        <p:spPr>
          <a:xfrm>
            <a:off x="1050243" y="241735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EF522E2F-1276-A23E-3523-1319173D3EB0}"/>
              </a:ext>
            </a:extLst>
          </p:cNvPr>
          <p:cNvSpPr/>
          <p:nvPr/>
        </p:nvSpPr>
        <p:spPr>
          <a:xfrm>
            <a:off x="2740886" y="174366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9426DA13-1AD5-1903-09CC-5BD92401D4B3}"/>
              </a:ext>
            </a:extLst>
          </p:cNvPr>
          <p:cNvSpPr/>
          <p:nvPr/>
        </p:nvSpPr>
        <p:spPr>
          <a:xfrm>
            <a:off x="2141256" y="2660910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FA47D912-3CF2-A0CE-8349-AB791EAFB500}"/>
              </a:ext>
            </a:extLst>
          </p:cNvPr>
          <p:cNvSpPr/>
          <p:nvPr/>
        </p:nvSpPr>
        <p:spPr>
          <a:xfrm>
            <a:off x="1654146" y="351858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EB5D980A-55EB-5D29-EBD0-3D8652A87F2C}"/>
              </a:ext>
            </a:extLst>
          </p:cNvPr>
          <p:cNvSpPr/>
          <p:nvPr/>
        </p:nvSpPr>
        <p:spPr>
          <a:xfrm>
            <a:off x="3131144" y="303147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C191271-6773-C951-03D2-6E4AAFFC43FD}"/>
              </a:ext>
            </a:extLst>
          </p:cNvPr>
          <p:cNvSpPr txBox="1"/>
          <p:nvPr/>
        </p:nvSpPr>
        <p:spPr>
          <a:xfrm>
            <a:off x="2828789" y="179010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13F2A41A-612D-391F-DF07-7A7682B5BA8B}"/>
              </a:ext>
            </a:extLst>
          </p:cNvPr>
          <p:cNvSpPr txBox="1"/>
          <p:nvPr/>
        </p:nvSpPr>
        <p:spPr>
          <a:xfrm>
            <a:off x="1625256" y="179010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6AA45764-2F35-D35B-BA4D-F9998D73916F}"/>
              </a:ext>
            </a:extLst>
          </p:cNvPr>
          <p:cNvSpPr txBox="1"/>
          <p:nvPr/>
        </p:nvSpPr>
        <p:spPr>
          <a:xfrm>
            <a:off x="1145267" y="247624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0EAD0966-54E5-4F53-E073-AA02E0A35737}"/>
              </a:ext>
            </a:extLst>
          </p:cNvPr>
          <p:cNvSpPr txBox="1"/>
          <p:nvPr/>
        </p:nvSpPr>
        <p:spPr>
          <a:xfrm>
            <a:off x="3209480" y="309036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271B1FC2-CAEE-EA48-96A1-664874E5FAC9}"/>
              </a:ext>
            </a:extLst>
          </p:cNvPr>
          <p:cNvSpPr txBox="1"/>
          <p:nvPr/>
        </p:nvSpPr>
        <p:spPr>
          <a:xfrm>
            <a:off x="2228260" y="2719799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90F8F3DB-7D37-8F45-8CBC-3C4772D2B26E}"/>
              </a:ext>
            </a:extLst>
          </p:cNvPr>
          <p:cNvSpPr txBox="1"/>
          <p:nvPr/>
        </p:nvSpPr>
        <p:spPr>
          <a:xfrm>
            <a:off x="1742851" y="357747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FDF26C35-33A1-A60F-3112-9864A018C373}"/>
              </a:ext>
            </a:extLst>
          </p:cNvPr>
          <p:cNvCxnSpPr>
            <a:stCxn id="166" idx="3"/>
            <a:endCxn id="167" idx="0"/>
          </p:cNvCxnSpPr>
          <p:nvPr/>
        </p:nvCxnSpPr>
        <p:spPr>
          <a:xfrm flipH="1">
            <a:off x="1293798" y="2159436"/>
            <a:ext cx="314891" cy="257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E789D985-0879-C74C-FEE2-5599B0A71E3D}"/>
              </a:ext>
            </a:extLst>
          </p:cNvPr>
          <p:cNvCxnSpPr>
            <a:stCxn id="166" idx="6"/>
            <a:endCxn id="168" idx="2"/>
          </p:cNvCxnSpPr>
          <p:nvPr/>
        </p:nvCxnSpPr>
        <p:spPr>
          <a:xfrm>
            <a:off x="2024463" y="1987217"/>
            <a:ext cx="716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BF0870FA-98FF-E097-CA46-4CEBDCA6B675}"/>
              </a:ext>
            </a:extLst>
          </p:cNvPr>
          <p:cNvCxnSpPr>
            <a:stCxn id="166" idx="5"/>
            <a:endCxn id="171" idx="1"/>
          </p:cNvCxnSpPr>
          <p:nvPr/>
        </p:nvCxnSpPr>
        <p:spPr>
          <a:xfrm>
            <a:off x="1953127" y="2159436"/>
            <a:ext cx="259465" cy="5728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3B716B64-21D1-75D9-073F-775418EBF605}"/>
              </a:ext>
            </a:extLst>
          </p:cNvPr>
          <p:cNvCxnSpPr>
            <a:stCxn id="171" idx="7"/>
            <a:endCxn id="168" idx="4"/>
          </p:cNvCxnSpPr>
          <p:nvPr/>
        </p:nvCxnSpPr>
        <p:spPr>
          <a:xfrm flipV="1">
            <a:off x="2557030" y="2230772"/>
            <a:ext cx="427411" cy="5014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AEA551DB-80DF-26E3-8AC5-5F2312B4C0A1}"/>
              </a:ext>
            </a:extLst>
          </p:cNvPr>
          <p:cNvCxnSpPr>
            <a:stCxn id="167" idx="5"/>
            <a:endCxn id="172" idx="1"/>
          </p:cNvCxnSpPr>
          <p:nvPr/>
        </p:nvCxnSpPr>
        <p:spPr>
          <a:xfrm>
            <a:off x="1466017" y="2833129"/>
            <a:ext cx="259465" cy="756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4021E74F-8681-32C2-88CD-DE80A7678D73}"/>
              </a:ext>
            </a:extLst>
          </p:cNvPr>
          <p:cNvCxnSpPr>
            <a:stCxn id="166" idx="3"/>
            <a:endCxn id="167" idx="0"/>
          </p:cNvCxnSpPr>
          <p:nvPr/>
        </p:nvCxnSpPr>
        <p:spPr>
          <a:xfrm flipH="1">
            <a:off x="1293798" y="2159436"/>
            <a:ext cx="314891" cy="25791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A98B0E3E-33AA-484E-F1DF-B9828E7717E5}"/>
              </a:ext>
            </a:extLst>
          </p:cNvPr>
          <p:cNvCxnSpPr>
            <a:stCxn id="166" idx="5"/>
            <a:endCxn id="171" idx="1"/>
          </p:cNvCxnSpPr>
          <p:nvPr/>
        </p:nvCxnSpPr>
        <p:spPr>
          <a:xfrm>
            <a:off x="1953127" y="2159436"/>
            <a:ext cx="259465" cy="57281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7B01553B-76D5-787C-BC31-029A0F62BD58}"/>
              </a:ext>
            </a:extLst>
          </p:cNvPr>
          <p:cNvCxnSpPr>
            <a:stCxn id="166" idx="6"/>
            <a:endCxn id="168" idx="2"/>
          </p:cNvCxnSpPr>
          <p:nvPr/>
        </p:nvCxnSpPr>
        <p:spPr>
          <a:xfrm>
            <a:off x="2024463" y="1987217"/>
            <a:ext cx="71642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B61AEF6D-EE99-F113-F809-3CFD015FA6FD}"/>
              </a:ext>
            </a:extLst>
          </p:cNvPr>
          <p:cNvCxnSpPr>
            <a:stCxn id="171" idx="7"/>
            <a:endCxn id="168" idx="4"/>
          </p:cNvCxnSpPr>
          <p:nvPr/>
        </p:nvCxnSpPr>
        <p:spPr>
          <a:xfrm flipV="1">
            <a:off x="2557030" y="2230772"/>
            <a:ext cx="427411" cy="5014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29C59C3E-3839-9A06-14AB-EBE571CE5FEC}"/>
              </a:ext>
            </a:extLst>
          </p:cNvPr>
          <p:cNvCxnSpPr>
            <a:stCxn id="167" idx="5"/>
            <a:endCxn id="172" idx="1"/>
          </p:cNvCxnSpPr>
          <p:nvPr/>
        </p:nvCxnSpPr>
        <p:spPr>
          <a:xfrm>
            <a:off x="1466017" y="2833129"/>
            <a:ext cx="259465" cy="75679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Rectangle 189">
            <a:extLst>
              <a:ext uri="{FF2B5EF4-FFF2-40B4-BE49-F238E27FC236}">
                <a16:creationId xmlns:a16="http://schemas.microsoft.com/office/drawing/2014/main" id="{98240F09-EEDC-3DC0-66AB-B9BF5E9B7FB1}"/>
              </a:ext>
            </a:extLst>
          </p:cNvPr>
          <p:cNvSpPr/>
          <p:nvPr/>
        </p:nvSpPr>
        <p:spPr>
          <a:xfrm>
            <a:off x="5914653" y="186405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F6FC9329-DE46-FE12-EA93-E4782A11CE36}"/>
              </a:ext>
            </a:extLst>
          </p:cNvPr>
          <p:cNvSpPr/>
          <p:nvPr/>
        </p:nvSpPr>
        <p:spPr>
          <a:xfrm>
            <a:off x="6342037" y="186405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DC3D7223-1B33-1918-90E8-83CF6FCC5535}"/>
              </a:ext>
            </a:extLst>
          </p:cNvPr>
          <p:cNvSpPr/>
          <p:nvPr/>
        </p:nvSpPr>
        <p:spPr>
          <a:xfrm>
            <a:off x="6770258" y="186405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52AC60FB-E17F-EDC4-2B3F-057EFF6B982E}"/>
              </a:ext>
            </a:extLst>
          </p:cNvPr>
          <p:cNvSpPr/>
          <p:nvPr/>
        </p:nvSpPr>
        <p:spPr>
          <a:xfrm>
            <a:off x="7197642" y="186405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C369AC92-B735-52E3-2F17-A61229B79618}"/>
              </a:ext>
            </a:extLst>
          </p:cNvPr>
          <p:cNvSpPr/>
          <p:nvPr/>
        </p:nvSpPr>
        <p:spPr>
          <a:xfrm>
            <a:off x="7625026" y="186405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00D8A30B-D8D6-7D92-392D-60D0D2D90FF3}"/>
              </a:ext>
            </a:extLst>
          </p:cNvPr>
          <p:cNvSpPr/>
          <p:nvPr/>
        </p:nvSpPr>
        <p:spPr>
          <a:xfrm>
            <a:off x="8052410" y="186405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77D9F569-CD74-F6F6-8E0C-D8892154DC6C}"/>
              </a:ext>
            </a:extLst>
          </p:cNvPr>
          <p:cNvSpPr/>
          <p:nvPr/>
        </p:nvSpPr>
        <p:spPr>
          <a:xfrm>
            <a:off x="5914747" y="229227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A8FBD73-C2AD-74D9-7217-E1DCD0992BEE}"/>
              </a:ext>
            </a:extLst>
          </p:cNvPr>
          <p:cNvSpPr/>
          <p:nvPr/>
        </p:nvSpPr>
        <p:spPr>
          <a:xfrm>
            <a:off x="6342131" y="229227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90CEADF-C5D7-1B27-02FA-EA315DC4B7D8}"/>
              </a:ext>
            </a:extLst>
          </p:cNvPr>
          <p:cNvSpPr/>
          <p:nvPr/>
        </p:nvSpPr>
        <p:spPr>
          <a:xfrm>
            <a:off x="6770352" y="229227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295249F1-6DE2-F78E-A76A-D8826AB8EDE8}"/>
              </a:ext>
            </a:extLst>
          </p:cNvPr>
          <p:cNvSpPr/>
          <p:nvPr/>
        </p:nvSpPr>
        <p:spPr>
          <a:xfrm>
            <a:off x="7197736" y="229227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56059023-7C26-DC0B-C5B9-0C4326FCB105}"/>
              </a:ext>
            </a:extLst>
          </p:cNvPr>
          <p:cNvSpPr/>
          <p:nvPr/>
        </p:nvSpPr>
        <p:spPr>
          <a:xfrm>
            <a:off x="7625120" y="229227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AC597C06-EC56-32C6-9404-0D441F50F3D7}"/>
              </a:ext>
            </a:extLst>
          </p:cNvPr>
          <p:cNvSpPr/>
          <p:nvPr/>
        </p:nvSpPr>
        <p:spPr>
          <a:xfrm>
            <a:off x="8052504" y="229227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704223F2-87C9-9441-BD4E-30F283DCDC76}"/>
              </a:ext>
            </a:extLst>
          </p:cNvPr>
          <p:cNvSpPr/>
          <p:nvPr/>
        </p:nvSpPr>
        <p:spPr>
          <a:xfrm>
            <a:off x="5914559" y="272049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D3EB5200-0FB1-5930-45B0-B486C1A1F57F}"/>
              </a:ext>
            </a:extLst>
          </p:cNvPr>
          <p:cNvSpPr/>
          <p:nvPr/>
        </p:nvSpPr>
        <p:spPr>
          <a:xfrm>
            <a:off x="6341943" y="272049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D612E84-5FDC-8D7F-00F8-4467EAE584AA}"/>
              </a:ext>
            </a:extLst>
          </p:cNvPr>
          <p:cNvSpPr/>
          <p:nvPr/>
        </p:nvSpPr>
        <p:spPr>
          <a:xfrm>
            <a:off x="6770164" y="272049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A351CB23-4334-FDBD-BEF9-DE8C492ACECF}"/>
              </a:ext>
            </a:extLst>
          </p:cNvPr>
          <p:cNvSpPr/>
          <p:nvPr/>
        </p:nvSpPr>
        <p:spPr>
          <a:xfrm>
            <a:off x="7197548" y="272049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E8C66ADE-87CE-0CF8-521E-14BA4D45A51B}"/>
              </a:ext>
            </a:extLst>
          </p:cNvPr>
          <p:cNvSpPr/>
          <p:nvPr/>
        </p:nvSpPr>
        <p:spPr>
          <a:xfrm>
            <a:off x="7624932" y="272049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2D0F767E-AD53-6C5C-13A8-4D7E2FCB27BA}"/>
              </a:ext>
            </a:extLst>
          </p:cNvPr>
          <p:cNvSpPr/>
          <p:nvPr/>
        </p:nvSpPr>
        <p:spPr>
          <a:xfrm>
            <a:off x="8052316" y="2720494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F9510FA3-DA00-8C0C-49B8-66996ACF3BE1}"/>
              </a:ext>
            </a:extLst>
          </p:cNvPr>
          <p:cNvSpPr/>
          <p:nvPr/>
        </p:nvSpPr>
        <p:spPr>
          <a:xfrm>
            <a:off x="5914653" y="314871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D9B451C-053D-1C66-C9AB-DB12B710384E}"/>
              </a:ext>
            </a:extLst>
          </p:cNvPr>
          <p:cNvSpPr/>
          <p:nvPr/>
        </p:nvSpPr>
        <p:spPr>
          <a:xfrm>
            <a:off x="6342037" y="314871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664BC8C0-57A9-8A81-E756-19FD6BF2A906}"/>
              </a:ext>
            </a:extLst>
          </p:cNvPr>
          <p:cNvSpPr/>
          <p:nvPr/>
        </p:nvSpPr>
        <p:spPr>
          <a:xfrm>
            <a:off x="6770258" y="314871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AA95171B-C530-E26B-52BF-DE6EC59D25C7}"/>
              </a:ext>
            </a:extLst>
          </p:cNvPr>
          <p:cNvSpPr/>
          <p:nvPr/>
        </p:nvSpPr>
        <p:spPr>
          <a:xfrm>
            <a:off x="7197642" y="314871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02243BAA-38AB-1CEB-404A-E1C346814AD7}"/>
              </a:ext>
            </a:extLst>
          </p:cNvPr>
          <p:cNvSpPr/>
          <p:nvPr/>
        </p:nvSpPr>
        <p:spPr>
          <a:xfrm>
            <a:off x="7625026" y="314871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F673100-DC84-322D-D3F2-B0104054C022}"/>
              </a:ext>
            </a:extLst>
          </p:cNvPr>
          <p:cNvSpPr/>
          <p:nvPr/>
        </p:nvSpPr>
        <p:spPr>
          <a:xfrm>
            <a:off x="8052410" y="314871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613E9AC-E24C-E5FE-CCA3-0B4D8846B32A}"/>
              </a:ext>
            </a:extLst>
          </p:cNvPr>
          <p:cNvSpPr/>
          <p:nvPr/>
        </p:nvSpPr>
        <p:spPr>
          <a:xfrm>
            <a:off x="5914465" y="357693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1D0DE10D-10F1-7944-5557-57BB9F1556BF}"/>
              </a:ext>
            </a:extLst>
          </p:cNvPr>
          <p:cNvSpPr/>
          <p:nvPr/>
        </p:nvSpPr>
        <p:spPr>
          <a:xfrm>
            <a:off x="6341849" y="357693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345DEDA-4338-C98F-3D20-194E579E9E44}"/>
              </a:ext>
            </a:extLst>
          </p:cNvPr>
          <p:cNvSpPr/>
          <p:nvPr/>
        </p:nvSpPr>
        <p:spPr>
          <a:xfrm>
            <a:off x="6770070" y="357693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609FB051-E4A5-EFB4-0142-0EDC4BDB473E}"/>
              </a:ext>
            </a:extLst>
          </p:cNvPr>
          <p:cNvSpPr/>
          <p:nvPr/>
        </p:nvSpPr>
        <p:spPr>
          <a:xfrm>
            <a:off x="7197454" y="357693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E9D783E4-757C-6E3C-5508-7446B94DD12D}"/>
              </a:ext>
            </a:extLst>
          </p:cNvPr>
          <p:cNvSpPr/>
          <p:nvPr/>
        </p:nvSpPr>
        <p:spPr>
          <a:xfrm>
            <a:off x="7624838" y="357693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2E76B6B-A640-B490-8B91-EE656948EC84}"/>
              </a:ext>
            </a:extLst>
          </p:cNvPr>
          <p:cNvSpPr/>
          <p:nvPr/>
        </p:nvSpPr>
        <p:spPr>
          <a:xfrm>
            <a:off x="8052222" y="357693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0DD47DBC-080E-46ED-6108-F4C2D8A1D073}"/>
              </a:ext>
            </a:extLst>
          </p:cNvPr>
          <p:cNvSpPr/>
          <p:nvPr/>
        </p:nvSpPr>
        <p:spPr>
          <a:xfrm>
            <a:off x="5914559" y="400515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0FBB9A11-E9C4-4183-E8C9-F08E3CE608B2}"/>
              </a:ext>
            </a:extLst>
          </p:cNvPr>
          <p:cNvSpPr/>
          <p:nvPr/>
        </p:nvSpPr>
        <p:spPr>
          <a:xfrm>
            <a:off x="6341943" y="400515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D6C26ED1-131B-CCC1-17B3-93BEC473D9BA}"/>
              </a:ext>
            </a:extLst>
          </p:cNvPr>
          <p:cNvSpPr/>
          <p:nvPr/>
        </p:nvSpPr>
        <p:spPr>
          <a:xfrm>
            <a:off x="6770164" y="400515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9E180C25-4538-EC19-31D4-DCBA95B1A82F}"/>
              </a:ext>
            </a:extLst>
          </p:cNvPr>
          <p:cNvSpPr/>
          <p:nvPr/>
        </p:nvSpPr>
        <p:spPr>
          <a:xfrm>
            <a:off x="7197548" y="400515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ED40600E-826F-C033-16C5-F8E4F8573F5D}"/>
              </a:ext>
            </a:extLst>
          </p:cNvPr>
          <p:cNvSpPr/>
          <p:nvPr/>
        </p:nvSpPr>
        <p:spPr>
          <a:xfrm>
            <a:off x="7624932" y="400515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E47D6DAD-AA82-1473-84E2-DBE54F09A22B}"/>
              </a:ext>
            </a:extLst>
          </p:cNvPr>
          <p:cNvSpPr/>
          <p:nvPr/>
        </p:nvSpPr>
        <p:spPr>
          <a:xfrm>
            <a:off x="8052316" y="400515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E0F33CF3-5A02-D750-0328-B01C054AAD29}"/>
              </a:ext>
            </a:extLst>
          </p:cNvPr>
          <p:cNvSpPr txBox="1"/>
          <p:nvPr/>
        </p:nvSpPr>
        <p:spPr>
          <a:xfrm>
            <a:off x="5979601" y="1525871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AAD5141-2D06-3557-2AEF-C13FB082F6DF}"/>
              </a:ext>
            </a:extLst>
          </p:cNvPr>
          <p:cNvSpPr txBox="1"/>
          <p:nvPr/>
        </p:nvSpPr>
        <p:spPr>
          <a:xfrm>
            <a:off x="6827425" y="1525869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F2727E36-6B0B-ACC6-17FE-4C86ACFB2C68}"/>
              </a:ext>
            </a:extLst>
          </p:cNvPr>
          <p:cNvSpPr txBox="1"/>
          <p:nvPr/>
        </p:nvSpPr>
        <p:spPr>
          <a:xfrm>
            <a:off x="6403513" y="1525870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E115ECE5-B38C-F415-AA5C-C441CC484E93}"/>
              </a:ext>
            </a:extLst>
          </p:cNvPr>
          <p:cNvSpPr txBox="1"/>
          <p:nvPr/>
        </p:nvSpPr>
        <p:spPr>
          <a:xfrm>
            <a:off x="7251337" y="1523657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AE0504A6-294A-4841-F059-A537404AD21E}"/>
              </a:ext>
            </a:extLst>
          </p:cNvPr>
          <p:cNvSpPr txBox="1"/>
          <p:nvPr/>
        </p:nvSpPr>
        <p:spPr>
          <a:xfrm>
            <a:off x="8099161" y="1523655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50555F9-8CC1-3921-AB23-0C98B21A94C5}"/>
              </a:ext>
            </a:extLst>
          </p:cNvPr>
          <p:cNvSpPr txBox="1"/>
          <p:nvPr/>
        </p:nvSpPr>
        <p:spPr>
          <a:xfrm>
            <a:off x="7675249" y="1523656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98601EDD-3C5C-DE10-2BD6-D6D423B0B4A9}"/>
              </a:ext>
            </a:extLst>
          </p:cNvPr>
          <p:cNvSpPr txBox="1"/>
          <p:nvPr/>
        </p:nvSpPr>
        <p:spPr>
          <a:xfrm>
            <a:off x="5563847" y="1903113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EF119225-FCB2-95B4-834E-60E867A0C019}"/>
              </a:ext>
            </a:extLst>
          </p:cNvPr>
          <p:cNvSpPr txBox="1"/>
          <p:nvPr/>
        </p:nvSpPr>
        <p:spPr>
          <a:xfrm>
            <a:off x="5563847" y="2329411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AE94734B-3AF0-6ABA-54AE-CFD4D8B5B0BC}"/>
              </a:ext>
            </a:extLst>
          </p:cNvPr>
          <p:cNvSpPr txBox="1"/>
          <p:nvPr/>
        </p:nvSpPr>
        <p:spPr>
          <a:xfrm>
            <a:off x="5549689" y="2755709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AC806ADD-4204-18D0-DDE1-5E77BDC4D635}"/>
              </a:ext>
            </a:extLst>
          </p:cNvPr>
          <p:cNvSpPr txBox="1"/>
          <p:nvPr/>
        </p:nvSpPr>
        <p:spPr>
          <a:xfrm>
            <a:off x="5549689" y="3223985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4096FAB9-22AD-BBA1-77E3-59AFCB48204A}"/>
              </a:ext>
            </a:extLst>
          </p:cNvPr>
          <p:cNvSpPr txBox="1"/>
          <p:nvPr/>
        </p:nvSpPr>
        <p:spPr>
          <a:xfrm>
            <a:off x="5553190" y="3597962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FD7BF90-E19D-2B79-0AE9-372E3E88117A}"/>
              </a:ext>
            </a:extLst>
          </p:cNvPr>
          <p:cNvSpPr txBox="1"/>
          <p:nvPr/>
        </p:nvSpPr>
        <p:spPr>
          <a:xfrm>
            <a:off x="5553190" y="4042295"/>
            <a:ext cx="30328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7D39BBBE-C997-D78A-19C4-CB4424AFE8D5}"/>
              </a:ext>
            </a:extLst>
          </p:cNvPr>
          <p:cNvGrpSpPr/>
          <p:nvPr/>
        </p:nvGrpSpPr>
        <p:grpSpPr>
          <a:xfrm>
            <a:off x="5968032" y="1894222"/>
            <a:ext cx="2445681" cy="2528694"/>
            <a:chOff x="6064252" y="3573225"/>
            <a:chExt cx="2445681" cy="2528694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CD5AF40A-D361-08ED-5B6D-04FDAC3D5168}"/>
                </a:ext>
              </a:extLst>
            </p:cNvPr>
            <p:cNvSpPr txBox="1"/>
            <p:nvPr/>
          </p:nvSpPr>
          <p:spPr>
            <a:xfrm>
              <a:off x="6085298" y="357544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D876ACF6-C0F6-FF59-4372-58AF97964829}"/>
                </a:ext>
              </a:extLst>
            </p:cNvPr>
            <p:cNvSpPr txBox="1"/>
            <p:nvPr/>
          </p:nvSpPr>
          <p:spPr>
            <a:xfrm>
              <a:off x="6933122" y="357543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F1510A2B-9517-43D4-7B6F-99D700690CB6}"/>
                </a:ext>
              </a:extLst>
            </p:cNvPr>
            <p:cNvSpPr txBox="1"/>
            <p:nvPr/>
          </p:nvSpPr>
          <p:spPr>
            <a:xfrm>
              <a:off x="6509210" y="357544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D8FD2B5C-2707-DE24-9B20-A3DCB8D5CB95}"/>
                </a:ext>
              </a:extLst>
            </p:cNvPr>
            <p:cNvSpPr txBox="1"/>
            <p:nvPr/>
          </p:nvSpPr>
          <p:spPr>
            <a:xfrm>
              <a:off x="7357034" y="357322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18B5BACF-2B3D-E5AF-BBA2-667D36C50F4E}"/>
                </a:ext>
              </a:extLst>
            </p:cNvPr>
            <p:cNvSpPr txBox="1"/>
            <p:nvPr/>
          </p:nvSpPr>
          <p:spPr>
            <a:xfrm>
              <a:off x="8204858" y="357322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BBCF48C5-1EFB-869A-C21C-FD8AF24FBF01}"/>
                </a:ext>
              </a:extLst>
            </p:cNvPr>
            <p:cNvSpPr txBox="1"/>
            <p:nvPr/>
          </p:nvSpPr>
          <p:spPr>
            <a:xfrm>
              <a:off x="7780946" y="357322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BCCB41E1-9951-2B05-3383-B6A2BB438D45}"/>
                </a:ext>
              </a:extLst>
            </p:cNvPr>
            <p:cNvSpPr txBox="1"/>
            <p:nvPr/>
          </p:nvSpPr>
          <p:spPr>
            <a:xfrm>
              <a:off x="6075821" y="400841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4774CA8F-BAD9-41C6-6384-F4E5F64B6A2B}"/>
                </a:ext>
              </a:extLst>
            </p:cNvPr>
            <p:cNvSpPr txBox="1"/>
            <p:nvPr/>
          </p:nvSpPr>
          <p:spPr>
            <a:xfrm>
              <a:off x="6923645" y="400841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CF21F12F-7AA7-1C8B-62C7-63443A297D89}"/>
                </a:ext>
              </a:extLst>
            </p:cNvPr>
            <p:cNvSpPr txBox="1"/>
            <p:nvPr/>
          </p:nvSpPr>
          <p:spPr>
            <a:xfrm>
              <a:off x="6499733" y="400841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6B12D69A-94FB-FE27-DD44-5C6806F2E060}"/>
                </a:ext>
              </a:extLst>
            </p:cNvPr>
            <p:cNvSpPr txBox="1"/>
            <p:nvPr/>
          </p:nvSpPr>
          <p:spPr>
            <a:xfrm>
              <a:off x="7347557" y="400620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6C38DEEA-C102-FFE0-B11A-95793929BF0C}"/>
                </a:ext>
              </a:extLst>
            </p:cNvPr>
            <p:cNvSpPr txBox="1"/>
            <p:nvPr/>
          </p:nvSpPr>
          <p:spPr>
            <a:xfrm>
              <a:off x="8195381" y="400619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87AAD628-68DE-5ACB-1ABF-7F9F961923EA}"/>
                </a:ext>
              </a:extLst>
            </p:cNvPr>
            <p:cNvSpPr txBox="1"/>
            <p:nvPr/>
          </p:nvSpPr>
          <p:spPr>
            <a:xfrm>
              <a:off x="7771469" y="400619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0BF76D52-0A34-2FB9-AC77-CE4F33C984FA}"/>
                </a:ext>
              </a:extLst>
            </p:cNvPr>
            <p:cNvSpPr txBox="1"/>
            <p:nvPr/>
          </p:nvSpPr>
          <p:spPr>
            <a:xfrm>
              <a:off x="6073729" y="445380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2F6ADE64-21DB-C08E-EC7C-DE82A2E37FAE}"/>
                </a:ext>
              </a:extLst>
            </p:cNvPr>
            <p:cNvSpPr txBox="1"/>
            <p:nvPr/>
          </p:nvSpPr>
          <p:spPr>
            <a:xfrm>
              <a:off x="6921553" y="4453807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70DC6A18-96E8-059F-2D79-3EF2F2BBD032}"/>
                </a:ext>
              </a:extLst>
            </p:cNvPr>
            <p:cNvSpPr txBox="1"/>
            <p:nvPr/>
          </p:nvSpPr>
          <p:spPr>
            <a:xfrm>
              <a:off x="6497641" y="4453808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BE7DFE41-9D0A-B43D-DB8B-9003638CF093}"/>
                </a:ext>
              </a:extLst>
            </p:cNvPr>
            <p:cNvSpPr txBox="1"/>
            <p:nvPr/>
          </p:nvSpPr>
          <p:spPr>
            <a:xfrm>
              <a:off x="7345465" y="445159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160622EA-5A30-F9EC-B399-55DD11B28BA3}"/>
                </a:ext>
              </a:extLst>
            </p:cNvPr>
            <p:cNvSpPr txBox="1"/>
            <p:nvPr/>
          </p:nvSpPr>
          <p:spPr>
            <a:xfrm>
              <a:off x="8193289" y="4451593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47E9DAA0-2BF0-2C51-ADB6-BD45A45BC7E9}"/>
                </a:ext>
              </a:extLst>
            </p:cNvPr>
            <p:cNvSpPr txBox="1"/>
            <p:nvPr/>
          </p:nvSpPr>
          <p:spPr>
            <a:xfrm>
              <a:off x="7769377" y="4451594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A35CC5D5-EBD3-0B4B-B01A-2EBCA15F040D}"/>
                </a:ext>
              </a:extLst>
            </p:cNvPr>
            <p:cNvSpPr txBox="1"/>
            <p:nvPr/>
          </p:nvSpPr>
          <p:spPr>
            <a:xfrm>
              <a:off x="6064252" y="488678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BB94D424-177E-FA5A-E0D9-045223197F60}"/>
                </a:ext>
              </a:extLst>
            </p:cNvPr>
            <p:cNvSpPr txBox="1"/>
            <p:nvPr/>
          </p:nvSpPr>
          <p:spPr>
            <a:xfrm>
              <a:off x="6912076" y="488678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043BBCD1-7111-99DF-CB85-9F65D15F1B12}"/>
                </a:ext>
              </a:extLst>
            </p:cNvPr>
            <p:cNvSpPr txBox="1"/>
            <p:nvPr/>
          </p:nvSpPr>
          <p:spPr>
            <a:xfrm>
              <a:off x="6488164" y="488678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685D5257-C8EA-7E95-9E82-76AFE704489C}"/>
                </a:ext>
              </a:extLst>
            </p:cNvPr>
            <p:cNvSpPr txBox="1"/>
            <p:nvPr/>
          </p:nvSpPr>
          <p:spPr>
            <a:xfrm>
              <a:off x="7335988" y="488456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2A2CCC0A-5DB5-4A1D-676C-650C7B84E0A5}"/>
                </a:ext>
              </a:extLst>
            </p:cNvPr>
            <p:cNvSpPr txBox="1"/>
            <p:nvPr/>
          </p:nvSpPr>
          <p:spPr>
            <a:xfrm>
              <a:off x="8183812" y="488456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3D4192A7-0B0C-5923-5FE1-B5E451A68E12}"/>
                </a:ext>
              </a:extLst>
            </p:cNvPr>
            <p:cNvSpPr txBox="1"/>
            <p:nvPr/>
          </p:nvSpPr>
          <p:spPr>
            <a:xfrm>
              <a:off x="7759900" y="488456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B3C5CA74-AE44-793E-40D2-625CDCB40497}"/>
                </a:ext>
              </a:extLst>
            </p:cNvPr>
            <p:cNvSpPr txBox="1"/>
            <p:nvPr/>
          </p:nvSpPr>
          <p:spPr>
            <a:xfrm>
              <a:off x="6085481" y="531500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03C3B701-51B1-CB10-4841-22E0B2AAFFBE}"/>
                </a:ext>
              </a:extLst>
            </p:cNvPr>
            <p:cNvSpPr txBox="1"/>
            <p:nvPr/>
          </p:nvSpPr>
          <p:spPr>
            <a:xfrm>
              <a:off x="6933305" y="531500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D59ECA47-0362-7763-4699-51F291B98D7E}"/>
                </a:ext>
              </a:extLst>
            </p:cNvPr>
            <p:cNvSpPr txBox="1"/>
            <p:nvPr/>
          </p:nvSpPr>
          <p:spPr>
            <a:xfrm>
              <a:off x="6509393" y="531500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A4D11C5A-0637-F41B-4D86-E84352B8348C}"/>
                </a:ext>
              </a:extLst>
            </p:cNvPr>
            <p:cNvSpPr txBox="1"/>
            <p:nvPr/>
          </p:nvSpPr>
          <p:spPr>
            <a:xfrm>
              <a:off x="7357217" y="531278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49B5FE7E-F9B8-FFFF-1212-25971D26472F}"/>
                </a:ext>
              </a:extLst>
            </p:cNvPr>
            <p:cNvSpPr txBox="1"/>
            <p:nvPr/>
          </p:nvSpPr>
          <p:spPr>
            <a:xfrm>
              <a:off x="8205041" y="531278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E56C9803-63D9-3915-4D39-987F8BC35A33}"/>
                </a:ext>
              </a:extLst>
            </p:cNvPr>
            <p:cNvSpPr txBox="1"/>
            <p:nvPr/>
          </p:nvSpPr>
          <p:spPr>
            <a:xfrm>
              <a:off x="7781129" y="531278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C0C09BC-4ACE-0FEF-F7A0-58063B459B1F}"/>
                </a:ext>
              </a:extLst>
            </p:cNvPr>
            <p:cNvSpPr txBox="1"/>
            <p:nvPr/>
          </p:nvSpPr>
          <p:spPr>
            <a:xfrm>
              <a:off x="6076004" y="5747976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1422E966-04C6-3469-F614-DB0C6688D74F}"/>
                </a:ext>
              </a:extLst>
            </p:cNvPr>
            <p:cNvSpPr txBox="1"/>
            <p:nvPr/>
          </p:nvSpPr>
          <p:spPr>
            <a:xfrm>
              <a:off x="6923828" y="574797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DBAC21D9-D3AE-37EC-2EB5-5FF673D1220B}"/>
                </a:ext>
              </a:extLst>
            </p:cNvPr>
            <p:cNvSpPr txBox="1"/>
            <p:nvPr/>
          </p:nvSpPr>
          <p:spPr>
            <a:xfrm>
              <a:off x="6499916" y="5747975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732CD454-C440-DA75-71CE-FB6BBA9B0BEB}"/>
                </a:ext>
              </a:extLst>
            </p:cNvPr>
            <p:cNvSpPr txBox="1"/>
            <p:nvPr/>
          </p:nvSpPr>
          <p:spPr>
            <a:xfrm>
              <a:off x="7347740" y="5745762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6710EBEF-7DEF-5CE0-ACB9-81186D5F2BAD}"/>
                </a:ext>
              </a:extLst>
            </p:cNvPr>
            <p:cNvSpPr txBox="1"/>
            <p:nvPr/>
          </p:nvSpPr>
          <p:spPr>
            <a:xfrm>
              <a:off x="8195564" y="574576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80BC7F88-9115-9ACE-80FF-D8D28BB7D764}"/>
                </a:ext>
              </a:extLst>
            </p:cNvPr>
            <p:cNvSpPr txBox="1"/>
            <p:nvPr/>
          </p:nvSpPr>
          <p:spPr>
            <a:xfrm>
              <a:off x="7771652" y="5745761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FB580BF1-7FBF-1D2B-8522-8F5755AEE2CC}"/>
              </a:ext>
            </a:extLst>
          </p:cNvPr>
          <p:cNvGrpSpPr/>
          <p:nvPr/>
        </p:nvGrpSpPr>
        <p:grpSpPr>
          <a:xfrm>
            <a:off x="8058912" y="2718572"/>
            <a:ext cx="428221" cy="428221"/>
            <a:chOff x="883125" y="5015247"/>
            <a:chExt cx="428221" cy="428221"/>
          </a:xfrm>
        </p:grpSpPr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386CF57F-0C47-9FCB-6820-3E5A7D89C967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B209379E-46AF-0203-C8CE-E233AB0E7AB1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C3CD4833-0EA2-04F1-C6D1-D1B911A04D47}"/>
              </a:ext>
            </a:extLst>
          </p:cNvPr>
          <p:cNvGrpSpPr/>
          <p:nvPr/>
        </p:nvGrpSpPr>
        <p:grpSpPr>
          <a:xfrm>
            <a:off x="6778763" y="2295582"/>
            <a:ext cx="428221" cy="428221"/>
            <a:chOff x="883125" y="5015247"/>
            <a:chExt cx="428221" cy="428221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4CA33CE2-A362-D5DD-599B-83EE4BC6DFFC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BADC7C35-24D4-BB46-3BD2-CB04A1FFA571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764F4FD0-C9C7-F6E7-37D6-2B864AA5812E}"/>
              </a:ext>
            </a:extLst>
          </p:cNvPr>
          <p:cNvGrpSpPr/>
          <p:nvPr/>
        </p:nvGrpSpPr>
        <p:grpSpPr>
          <a:xfrm>
            <a:off x="7631716" y="2292273"/>
            <a:ext cx="428221" cy="428221"/>
            <a:chOff x="883125" y="5015247"/>
            <a:chExt cx="428221" cy="428221"/>
          </a:xfrm>
        </p:grpSpPr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0FE4A120-D3D3-7A92-5639-C3F04093F971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0B89D015-09BE-DF04-A48E-3B68BCE11E03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F2D4EA85-1903-34B0-EBAF-DB735E482E63}"/>
              </a:ext>
            </a:extLst>
          </p:cNvPr>
          <p:cNvGrpSpPr/>
          <p:nvPr/>
        </p:nvGrpSpPr>
        <p:grpSpPr>
          <a:xfrm>
            <a:off x="5912957" y="2292273"/>
            <a:ext cx="428221" cy="428221"/>
            <a:chOff x="883125" y="5015247"/>
            <a:chExt cx="428221" cy="428221"/>
          </a:xfrm>
        </p:grpSpPr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AE026306-3985-87EE-D5D3-7F1CB5AE1629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821D8773-1035-F183-F3E4-F316FFD0570F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CB367D81-59D4-D624-1275-6C11DAD47818}"/>
              </a:ext>
            </a:extLst>
          </p:cNvPr>
          <p:cNvGrpSpPr/>
          <p:nvPr/>
        </p:nvGrpSpPr>
        <p:grpSpPr>
          <a:xfrm>
            <a:off x="5920775" y="3571843"/>
            <a:ext cx="428221" cy="428221"/>
            <a:chOff x="883125" y="5015247"/>
            <a:chExt cx="428221" cy="428221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70A95FFB-0520-89E3-7579-0F7D0FFF2DEC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C69A37D-A0B2-8608-0F3B-F1B1931C889E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885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7" grpId="0" animBg="1"/>
      <p:bldP spid="150" grpId="0"/>
      <p:bldP spid="151" grpId="0"/>
      <p:bldP spid="152" grpId="0"/>
      <p:bldP spid="153" grpId="0" animBg="1"/>
      <p:bldP spid="154" grpId="0"/>
      <p:bldP spid="155" grpId="0"/>
      <p:bldP spid="156" grpId="0" animBg="1"/>
      <p:bldP spid="157" grpId="0"/>
      <p:bldP spid="158" grpId="0"/>
      <p:bldP spid="159" grpId="0" animBg="1"/>
      <p:bldP spid="160" grpId="0"/>
      <p:bldP spid="161" grpId="0"/>
      <p:bldP spid="162" grpId="0" animBg="1"/>
      <p:bldP spid="163" grpId="0"/>
      <p:bldP spid="164" grpId="0"/>
      <p:bldP spid="165" grpId="0" animBg="1"/>
      <p:bldP spid="17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HANDSHAKING THEOREM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03CE78-19B6-0F13-3F4B-768F9FDBF5B2}"/>
              </a:ext>
            </a:extLst>
          </p:cNvPr>
          <p:cNvSpPr txBox="1"/>
          <p:nvPr/>
        </p:nvSpPr>
        <p:spPr>
          <a:xfrm>
            <a:off x="457200" y="1600200"/>
            <a:ext cx="44219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an undirected graph G = (V, E)</a:t>
            </a:r>
            <a:endParaRPr lang="en-US" sz="2200" b="1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EE3912-C30E-3BC2-884B-85C266FA5694}"/>
                  </a:ext>
                </a:extLst>
              </p:cNvPr>
              <p:cNvSpPr txBox="1"/>
              <p:nvPr/>
            </p:nvSpPr>
            <p:spPr>
              <a:xfrm>
                <a:off x="1020547" y="2031087"/>
                <a:ext cx="291002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200" i="0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20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nary>
                    <m:r>
                      <a:rPr lang="en-US" sz="2200" i="0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sz="2200" b="0" i="0" dirty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2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EE3912-C30E-3BC2-884B-85C266FA5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547" y="2031087"/>
                <a:ext cx="2910027" cy="430887"/>
              </a:xfrm>
              <a:prstGeom prst="rect">
                <a:avLst/>
              </a:prstGeom>
              <a:blipFill>
                <a:blip r:embed="rId2"/>
                <a:stretch>
                  <a:fillRect l="-2720" t="-125352" r="-418" b="-190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F02BD2B-C647-7BB7-13CA-B065B0156648}"/>
              </a:ext>
            </a:extLst>
          </p:cNvPr>
          <p:cNvSpPr txBox="1"/>
          <p:nvPr/>
        </p:nvSpPr>
        <p:spPr>
          <a:xfrm>
            <a:off x="457200" y="2588680"/>
            <a:ext cx="39987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a directed graph G = (V, E)</a:t>
            </a:r>
            <a:endParaRPr lang="en-US" sz="2200" b="1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8B51E4-BD38-5846-A6B4-A9AFAC76851B}"/>
                  </a:ext>
                </a:extLst>
              </p:cNvPr>
              <p:cNvSpPr txBox="1"/>
              <p:nvPr/>
            </p:nvSpPr>
            <p:spPr>
              <a:xfrm>
                <a:off x="1020547" y="3019567"/>
                <a:ext cx="497078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200" i="0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𝑑𝑒</m:t>
                        </m:r>
                        <m:sSup>
                          <m:sSup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d>
                          <m:dPr>
                            <m:ctrlPr>
                              <a:rPr lang="en-US" sz="220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nary>
                    <m:r>
                      <a:rPr lang="en-US" sz="2200" i="0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𝑑𝑒</m:t>
                        </m:r>
                        <m:sSup>
                          <m:sSup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d>
                          <m:dPr>
                            <m:ctrlPr>
                              <a:rPr lang="en-US" sz="22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nary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=|</m:t>
                    </m:r>
                    <m:r>
                      <m:rPr>
                        <m:sty m:val="p"/>
                      </m:rPr>
                      <a:rPr lang="en-US" sz="2200" b="0" i="0" dirty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2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8B51E4-BD38-5846-A6B4-A9AFAC768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547" y="3019567"/>
                <a:ext cx="4970784" cy="430887"/>
              </a:xfrm>
              <a:prstGeom prst="rect">
                <a:avLst/>
              </a:prstGeom>
              <a:blipFill>
                <a:blip r:embed="rId3"/>
                <a:stretch>
                  <a:fillRect l="-1593" t="-125352" b="-190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FCCFECD-F967-2443-9CEF-45C9440D24F3}"/>
              </a:ext>
            </a:extLst>
          </p:cNvPr>
          <p:cNvSpPr txBox="1"/>
          <p:nvPr/>
        </p:nvSpPr>
        <p:spPr>
          <a:xfrm>
            <a:off x="457200" y="3665897"/>
            <a:ext cx="64524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theorem is also known as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Degree-Sum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Formula</a:t>
            </a:r>
            <a:endParaRPr lang="en-US" sz="22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76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EXERCISE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51DCFD-12DB-C4C3-79C0-BFE295BF4266}"/>
              </a:ext>
            </a:extLst>
          </p:cNvPr>
          <p:cNvSpPr txBox="1"/>
          <p:nvPr/>
        </p:nvSpPr>
        <p:spPr>
          <a:xfrm>
            <a:off x="334680" y="1766022"/>
            <a:ext cx="88761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whether the adjacency matrix represents a directed or undirected graph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3612EA-3924-A409-1A12-A0713D74A06C}"/>
              </a:ext>
            </a:extLst>
          </p:cNvPr>
          <p:cNvSpPr/>
          <p:nvPr/>
        </p:nvSpPr>
        <p:spPr>
          <a:xfrm>
            <a:off x="818877" y="296247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C5DED7-3B89-9881-6E76-3B1971DD6623}"/>
              </a:ext>
            </a:extLst>
          </p:cNvPr>
          <p:cNvSpPr/>
          <p:nvPr/>
        </p:nvSpPr>
        <p:spPr>
          <a:xfrm>
            <a:off x="1246261" y="296247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31A180-E6BB-ACDA-0409-9AF141ED0243}"/>
              </a:ext>
            </a:extLst>
          </p:cNvPr>
          <p:cNvSpPr/>
          <p:nvPr/>
        </p:nvSpPr>
        <p:spPr>
          <a:xfrm>
            <a:off x="1674482" y="296247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C3798-E9B4-BC74-59E8-6C141E7FAD9C}"/>
              </a:ext>
            </a:extLst>
          </p:cNvPr>
          <p:cNvSpPr/>
          <p:nvPr/>
        </p:nvSpPr>
        <p:spPr>
          <a:xfrm>
            <a:off x="2101866" y="296247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76D70-1217-EE0F-4825-FFC9202C138C}"/>
              </a:ext>
            </a:extLst>
          </p:cNvPr>
          <p:cNvSpPr/>
          <p:nvPr/>
        </p:nvSpPr>
        <p:spPr>
          <a:xfrm>
            <a:off x="2529250" y="296247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136660-7693-27CD-3E2D-C83DF7EAF01D}"/>
              </a:ext>
            </a:extLst>
          </p:cNvPr>
          <p:cNvSpPr/>
          <p:nvPr/>
        </p:nvSpPr>
        <p:spPr>
          <a:xfrm>
            <a:off x="2956634" y="296247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8AB233-BEFC-AF8B-B0DD-F53E564EFEEA}"/>
              </a:ext>
            </a:extLst>
          </p:cNvPr>
          <p:cNvSpPr/>
          <p:nvPr/>
        </p:nvSpPr>
        <p:spPr>
          <a:xfrm>
            <a:off x="818971" y="339069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8AA0A4-F3AB-DB7D-CFBD-5EB2833F138A}"/>
              </a:ext>
            </a:extLst>
          </p:cNvPr>
          <p:cNvSpPr/>
          <p:nvPr/>
        </p:nvSpPr>
        <p:spPr>
          <a:xfrm>
            <a:off x="1246355" y="339069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DA59DE-CC3C-7C1E-20F2-1BD0A3F0E315}"/>
              </a:ext>
            </a:extLst>
          </p:cNvPr>
          <p:cNvSpPr/>
          <p:nvPr/>
        </p:nvSpPr>
        <p:spPr>
          <a:xfrm>
            <a:off x="1674576" y="339069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6DB43E-BA98-D9AA-F0C2-26D6BD0DD334}"/>
              </a:ext>
            </a:extLst>
          </p:cNvPr>
          <p:cNvSpPr/>
          <p:nvPr/>
        </p:nvSpPr>
        <p:spPr>
          <a:xfrm>
            <a:off x="2101960" y="339069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DF84A6-F1B4-228B-2948-79EEA5A48A75}"/>
              </a:ext>
            </a:extLst>
          </p:cNvPr>
          <p:cNvSpPr/>
          <p:nvPr/>
        </p:nvSpPr>
        <p:spPr>
          <a:xfrm>
            <a:off x="2529344" y="339069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5560DA-A700-87A4-F50C-63F3E9AF1F43}"/>
              </a:ext>
            </a:extLst>
          </p:cNvPr>
          <p:cNvSpPr/>
          <p:nvPr/>
        </p:nvSpPr>
        <p:spPr>
          <a:xfrm>
            <a:off x="2956728" y="339069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A2B404-E7C8-2E73-F0C0-81604EFD0B7B}"/>
              </a:ext>
            </a:extLst>
          </p:cNvPr>
          <p:cNvSpPr/>
          <p:nvPr/>
        </p:nvSpPr>
        <p:spPr>
          <a:xfrm>
            <a:off x="818783" y="381892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0E8F46-D044-7BE1-4A2E-BD77AF963662}"/>
              </a:ext>
            </a:extLst>
          </p:cNvPr>
          <p:cNvSpPr/>
          <p:nvPr/>
        </p:nvSpPr>
        <p:spPr>
          <a:xfrm>
            <a:off x="1246167" y="381892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6BFB60-F206-1E49-F310-6469FEE6E988}"/>
              </a:ext>
            </a:extLst>
          </p:cNvPr>
          <p:cNvSpPr/>
          <p:nvPr/>
        </p:nvSpPr>
        <p:spPr>
          <a:xfrm>
            <a:off x="1674388" y="381892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A38FD3-0AC1-4F03-5E00-56149E4A0A30}"/>
              </a:ext>
            </a:extLst>
          </p:cNvPr>
          <p:cNvSpPr/>
          <p:nvPr/>
        </p:nvSpPr>
        <p:spPr>
          <a:xfrm>
            <a:off x="2101772" y="381892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2A490E-D18F-DF4B-27E1-27AC654B5241}"/>
              </a:ext>
            </a:extLst>
          </p:cNvPr>
          <p:cNvSpPr/>
          <p:nvPr/>
        </p:nvSpPr>
        <p:spPr>
          <a:xfrm>
            <a:off x="2529156" y="381892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0B88B7-3908-8F52-89B3-A952FDE011B8}"/>
              </a:ext>
            </a:extLst>
          </p:cNvPr>
          <p:cNvSpPr/>
          <p:nvPr/>
        </p:nvSpPr>
        <p:spPr>
          <a:xfrm>
            <a:off x="2956540" y="381892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C5337E-3891-44CF-05AF-D391AA88FD77}"/>
              </a:ext>
            </a:extLst>
          </p:cNvPr>
          <p:cNvSpPr/>
          <p:nvPr/>
        </p:nvSpPr>
        <p:spPr>
          <a:xfrm>
            <a:off x="818877" y="424714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D1B107-000D-07E8-48CF-66FD3F4DF536}"/>
              </a:ext>
            </a:extLst>
          </p:cNvPr>
          <p:cNvSpPr/>
          <p:nvPr/>
        </p:nvSpPr>
        <p:spPr>
          <a:xfrm>
            <a:off x="1246261" y="424714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8C19D5-926E-F718-EF51-A384B08A4A4F}"/>
              </a:ext>
            </a:extLst>
          </p:cNvPr>
          <p:cNvSpPr/>
          <p:nvPr/>
        </p:nvSpPr>
        <p:spPr>
          <a:xfrm>
            <a:off x="1674482" y="424714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1B2F32-1C8D-63A7-C9E1-250AEE97E18F}"/>
              </a:ext>
            </a:extLst>
          </p:cNvPr>
          <p:cNvSpPr/>
          <p:nvPr/>
        </p:nvSpPr>
        <p:spPr>
          <a:xfrm>
            <a:off x="2101866" y="424714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CE97D7-EF1F-3009-3603-285CC18F727B}"/>
              </a:ext>
            </a:extLst>
          </p:cNvPr>
          <p:cNvSpPr/>
          <p:nvPr/>
        </p:nvSpPr>
        <p:spPr>
          <a:xfrm>
            <a:off x="2529250" y="424714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54B117-F89C-528C-D31E-7C06244C45B1}"/>
              </a:ext>
            </a:extLst>
          </p:cNvPr>
          <p:cNvSpPr/>
          <p:nvPr/>
        </p:nvSpPr>
        <p:spPr>
          <a:xfrm>
            <a:off x="2956634" y="424714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0D5AE4-8C3C-C3E0-B404-11523757668D}"/>
              </a:ext>
            </a:extLst>
          </p:cNvPr>
          <p:cNvSpPr/>
          <p:nvPr/>
        </p:nvSpPr>
        <p:spPr>
          <a:xfrm>
            <a:off x="818689" y="467536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35B64A2-853B-4C2D-278C-87F2F21D9821}"/>
              </a:ext>
            </a:extLst>
          </p:cNvPr>
          <p:cNvSpPr/>
          <p:nvPr/>
        </p:nvSpPr>
        <p:spPr>
          <a:xfrm>
            <a:off x="1246073" y="467536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122BD9-C2CD-6EEC-F92C-19767E069E07}"/>
              </a:ext>
            </a:extLst>
          </p:cNvPr>
          <p:cNvSpPr/>
          <p:nvPr/>
        </p:nvSpPr>
        <p:spPr>
          <a:xfrm>
            <a:off x="1674294" y="467536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82E4308-6F9E-AECA-9CA5-384699D1AFFC}"/>
              </a:ext>
            </a:extLst>
          </p:cNvPr>
          <p:cNvSpPr/>
          <p:nvPr/>
        </p:nvSpPr>
        <p:spPr>
          <a:xfrm>
            <a:off x="2101678" y="467536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18AB993-D230-BACD-2CB2-FD7A164EAD1D}"/>
              </a:ext>
            </a:extLst>
          </p:cNvPr>
          <p:cNvSpPr/>
          <p:nvPr/>
        </p:nvSpPr>
        <p:spPr>
          <a:xfrm>
            <a:off x="2529062" y="467536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4AB2CEF-8A03-4D45-EDB1-B2187D523B5F}"/>
              </a:ext>
            </a:extLst>
          </p:cNvPr>
          <p:cNvSpPr/>
          <p:nvPr/>
        </p:nvSpPr>
        <p:spPr>
          <a:xfrm>
            <a:off x="2956446" y="467536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483A83-263D-C1FB-530F-72CE31A41200}"/>
              </a:ext>
            </a:extLst>
          </p:cNvPr>
          <p:cNvSpPr/>
          <p:nvPr/>
        </p:nvSpPr>
        <p:spPr>
          <a:xfrm>
            <a:off x="818783" y="510358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E76C8D-17A8-CA72-24F4-B379039C21E3}"/>
              </a:ext>
            </a:extLst>
          </p:cNvPr>
          <p:cNvSpPr/>
          <p:nvPr/>
        </p:nvSpPr>
        <p:spPr>
          <a:xfrm>
            <a:off x="1246167" y="510358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4B70F83-DA68-395C-0158-DAA4602D7E4A}"/>
              </a:ext>
            </a:extLst>
          </p:cNvPr>
          <p:cNvSpPr/>
          <p:nvPr/>
        </p:nvSpPr>
        <p:spPr>
          <a:xfrm>
            <a:off x="1674388" y="510358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D42E49-1F3E-C582-BA13-797D6A4E987C}"/>
              </a:ext>
            </a:extLst>
          </p:cNvPr>
          <p:cNvSpPr/>
          <p:nvPr/>
        </p:nvSpPr>
        <p:spPr>
          <a:xfrm>
            <a:off x="2101772" y="510358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B0A3AA-D013-B0A6-D3FF-9BC3D17AC0AC}"/>
              </a:ext>
            </a:extLst>
          </p:cNvPr>
          <p:cNvSpPr/>
          <p:nvPr/>
        </p:nvSpPr>
        <p:spPr>
          <a:xfrm>
            <a:off x="2529156" y="510358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1A1D0E3-D53D-9456-63A0-F27C1759FB9E}"/>
              </a:ext>
            </a:extLst>
          </p:cNvPr>
          <p:cNvSpPr/>
          <p:nvPr/>
        </p:nvSpPr>
        <p:spPr>
          <a:xfrm>
            <a:off x="2956540" y="510358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FA58F6-FC26-F888-3427-319A7F0C0D00}"/>
              </a:ext>
            </a:extLst>
          </p:cNvPr>
          <p:cNvSpPr txBox="1"/>
          <p:nvPr/>
        </p:nvSpPr>
        <p:spPr>
          <a:xfrm>
            <a:off x="883825" y="2624297"/>
            <a:ext cx="32573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2C7B0F-7A07-E94A-2CD3-260573A7E794}"/>
              </a:ext>
            </a:extLst>
          </p:cNvPr>
          <p:cNvSpPr txBox="1"/>
          <p:nvPr/>
        </p:nvSpPr>
        <p:spPr>
          <a:xfrm>
            <a:off x="1731649" y="2624295"/>
            <a:ext cx="3193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437109-54D6-DDD5-5932-651E70D9844D}"/>
              </a:ext>
            </a:extLst>
          </p:cNvPr>
          <p:cNvSpPr txBox="1"/>
          <p:nvPr/>
        </p:nvSpPr>
        <p:spPr>
          <a:xfrm>
            <a:off x="1307737" y="2624296"/>
            <a:ext cx="32573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DA42D1-1CBC-9A0D-A93F-90A82422C35A}"/>
              </a:ext>
            </a:extLst>
          </p:cNvPr>
          <p:cNvSpPr txBox="1"/>
          <p:nvPr/>
        </p:nvSpPr>
        <p:spPr>
          <a:xfrm>
            <a:off x="2155561" y="2622083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1F905D-6BA0-CCA1-D240-D4B05F218E94}"/>
              </a:ext>
            </a:extLst>
          </p:cNvPr>
          <p:cNvSpPr txBox="1"/>
          <p:nvPr/>
        </p:nvSpPr>
        <p:spPr>
          <a:xfrm>
            <a:off x="3003385" y="2622081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F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98C4C2-2C6F-E346-C552-113A0B342977}"/>
              </a:ext>
            </a:extLst>
          </p:cNvPr>
          <p:cNvSpPr txBox="1"/>
          <p:nvPr/>
        </p:nvSpPr>
        <p:spPr>
          <a:xfrm>
            <a:off x="2579473" y="2622082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C54F49-AD4D-4375-6BBB-205BC1CB1BC7}"/>
              </a:ext>
            </a:extLst>
          </p:cNvPr>
          <p:cNvSpPr txBox="1"/>
          <p:nvPr/>
        </p:nvSpPr>
        <p:spPr>
          <a:xfrm>
            <a:off x="468071" y="3001539"/>
            <a:ext cx="32573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8F267D-DFBA-494C-2F33-6144502285A5}"/>
              </a:ext>
            </a:extLst>
          </p:cNvPr>
          <p:cNvSpPr txBox="1"/>
          <p:nvPr/>
        </p:nvSpPr>
        <p:spPr>
          <a:xfrm>
            <a:off x="468071" y="3427837"/>
            <a:ext cx="32573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2A0A46-10AC-8F03-AA8B-92FCAC317D8F}"/>
              </a:ext>
            </a:extLst>
          </p:cNvPr>
          <p:cNvSpPr txBox="1"/>
          <p:nvPr/>
        </p:nvSpPr>
        <p:spPr>
          <a:xfrm>
            <a:off x="453913" y="3854135"/>
            <a:ext cx="3193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C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A5C105-ECB4-2B31-8271-4AC53519A0D5}"/>
              </a:ext>
            </a:extLst>
          </p:cNvPr>
          <p:cNvSpPr txBox="1"/>
          <p:nvPr/>
        </p:nvSpPr>
        <p:spPr>
          <a:xfrm>
            <a:off x="453913" y="4322411"/>
            <a:ext cx="32733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BFAE39-684C-14F3-DE4E-6813B838121E}"/>
              </a:ext>
            </a:extLst>
          </p:cNvPr>
          <p:cNvSpPr txBox="1"/>
          <p:nvPr/>
        </p:nvSpPr>
        <p:spPr>
          <a:xfrm>
            <a:off x="457414" y="4696388"/>
            <a:ext cx="3145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8D01AE-FAB5-4706-E669-E5527D481FED}"/>
              </a:ext>
            </a:extLst>
          </p:cNvPr>
          <p:cNvSpPr txBox="1"/>
          <p:nvPr/>
        </p:nvSpPr>
        <p:spPr>
          <a:xfrm>
            <a:off x="457414" y="5140721"/>
            <a:ext cx="30649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F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C6D45BD-E596-2A8A-FFE7-0D852DF343F2}"/>
              </a:ext>
            </a:extLst>
          </p:cNvPr>
          <p:cNvGrpSpPr/>
          <p:nvPr/>
        </p:nvGrpSpPr>
        <p:grpSpPr>
          <a:xfrm>
            <a:off x="872256" y="2992648"/>
            <a:ext cx="2445681" cy="2528694"/>
            <a:chOff x="6064252" y="3573225"/>
            <a:chExt cx="2445681" cy="252869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1C7A916-278D-AACB-275E-8CF8655C5C1B}"/>
                </a:ext>
              </a:extLst>
            </p:cNvPr>
            <p:cNvSpPr txBox="1"/>
            <p:nvPr/>
          </p:nvSpPr>
          <p:spPr>
            <a:xfrm>
              <a:off x="6085298" y="357544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9CAF1BB-A596-61AA-B45D-42F0CA555792}"/>
                </a:ext>
              </a:extLst>
            </p:cNvPr>
            <p:cNvSpPr txBox="1"/>
            <p:nvPr/>
          </p:nvSpPr>
          <p:spPr>
            <a:xfrm>
              <a:off x="6933122" y="357543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A7AAABF-3FB7-4327-C09C-8833D7BC8A35}"/>
                </a:ext>
              </a:extLst>
            </p:cNvPr>
            <p:cNvSpPr txBox="1"/>
            <p:nvPr/>
          </p:nvSpPr>
          <p:spPr>
            <a:xfrm>
              <a:off x="6509210" y="357544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526930F-37EB-0585-B11D-5B3C866A3A40}"/>
                </a:ext>
              </a:extLst>
            </p:cNvPr>
            <p:cNvSpPr txBox="1"/>
            <p:nvPr/>
          </p:nvSpPr>
          <p:spPr>
            <a:xfrm>
              <a:off x="7357034" y="357322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3B32BD1-118B-2937-65B3-4FD91A8BE798}"/>
                </a:ext>
              </a:extLst>
            </p:cNvPr>
            <p:cNvSpPr txBox="1"/>
            <p:nvPr/>
          </p:nvSpPr>
          <p:spPr>
            <a:xfrm>
              <a:off x="8204858" y="357322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C874D04-14FF-E577-CDB7-960775A60A75}"/>
                </a:ext>
              </a:extLst>
            </p:cNvPr>
            <p:cNvSpPr txBox="1"/>
            <p:nvPr/>
          </p:nvSpPr>
          <p:spPr>
            <a:xfrm>
              <a:off x="7780946" y="357322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784EA6F-94FC-8755-7DBD-47A8FE641597}"/>
                </a:ext>
              </a:extLst>
            </p:cNvPr>
            <p:cNvSpPr txBox="1"/>
            <p:nvPr/>
          </p:nvSpPr>
          <p:spPr>
            <a:xfrm>
              <a:off x="6075821" y="400841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D7E698E-D982-91F2-8557-B2412F5A0AD4}"/>
                </a:ext>
              </a:extLst>
            </p:cNvPr>
            <p:cNvSpPr txBox="1"/>
            <p:nvPr/>
          </p:nvSpPr>
          <p:spPr>
            <a:xfrm>
              <a:off x="6923645" y="400841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3AB6004-13DD-CC95-C411-97E8CA81C4C3}"/>
                </a:ext>
              </a:extLst>
            </p:cNvPr>
            <p:cNvSpPr txBox="1"/>
            <p:nvPr/>
          </p:nvSpPr>
          <p:spPr>
            <a:xfrm>
              <a:off x="6499733" y="400841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2350B5E-BB71-55EE-470A-678AEAA51FCB}"/>
                </a:ext>
              </a:extLst>
            </p:cNvPr>
            <p:cNvSpPr txBox="1"/>
            <p:nvPr/>
          </p:nvSpPr>
          <p:spPr>
            <a:xfrm>
              <a:off x="7347557" y="400620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C18D3FE-5DE6-D1A4-97FA-06389CA9A1E1}"/>
                </a:ext>
              </a:extLst>
            </p:cNvPr>
            <p:cNvSpPr txBox="1"/>
            <p:nvPr/>
          </p:nvSpPr>
          <p:spPr>
            <a:xfrm>
              <a:off x="8195381" y="400619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AA503A6-ABF2-16CB-76D6-4F97EB8AFD94}"/>
                </a:ext>
              </a:extLst>
            </p:cNvPr>
            <p:cNvSpPr txBox="1"/>
            <p:nvPr/>
          </p:nvSpPr>
          <p:spPr>
            <a:xfrm>
              <a:off x="7771469" y="400619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861AAA9-EEE0-DA4B-3322-89F5EFFF03AD}"/>
                </a:ext>
              </a:extLst>
            </p:cNvPr>
            <p:cNvSpPr txBox="1"/>
            <p:nvPr/>
          </p:nvSpPr>
          <p:spPr>
            <a:xfrm>
              <a:off x="6073729" y="445380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359FD90-85E3-A66B-C97D-520A5E6C4D7A}"/>
                </a:ext>
              </a:extLst>
            </p:cNvPr>
            <p:cNvSpPr txBox="1"/>
            <p:nvPr/>
          </p:nvSpPr>
          <p:spPr>
            <a:xfrm>
              <a:off x="6921553" y="4453807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788529D-53E5-99B5-6570-D2E851F716AB}"/>
                </a:ext>
              </a:extLst>
            </p:cNvPr>
            <p:cNvSpPr txBox="1"/>
            <p:nvPr/>
          </p:nvSpPr>
          <p:spPr>
            <a:xfrm>
              <a:off x="6497641" y="4453808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1A45797-894E-7461-FD63-E392FCC1DB86}"/>
                </a:ext>
              </a:extLst>
            </p:cNvPr>
            <p:cNvSpPr txBox="1"/>
            <p:nvPr/>
          </p:nvSpPr>
          <p:spPr>
            <a:xfrm>
              <a:off x="7345465" y="445159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5385282-9138-FE3D-3F22-32D293F22AAF}"/>
                </a:ext>
              </a:extLst>
            </p:cNvPr>
            <p:cNvSpPr txBox="1"/>
            <p:nvPr/>
          </p:nvSpPr>
          <p:spPr>
            <a:xfrm>
              <a:off x="8193289" y="4451593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DC84A65-03AA-D956-1ADE-32221520D81B}"/>
                </a:ext>
              </a:extLst>
            </p:cNvPr>
            <p:cNvSpPr txBox="1"/>
            <p:nvPr/>
          </p:nvSpPr>
          <p:spPr>
            <a:xfrm>
              <a:off x="7769377" y="4451594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B5B77E8-C3B4-BE8D-7B4E-5F6FBC5A7E83}"/>
                </a:ext>
              </a:extLst>
            </p:cNvPr>
            <p:cNvSpPr txBox="1"/>
            <p:nvPr/>
          </p:nvSpPr>
          <p:spPr>
            <a:xfrm>
              <a:off x="6064252" y="488678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59D0C9F-C712-E92D-79BB-AA19BDEE350C}"/>
                </a:ext>
              </a:extLst>
            </p:cNvPr>
            <p:cNvSpPr txBox="1"/>
            <p:nvPr/>
          </p:nvSpPr>
          <p:spPr>
            <a:xfrm>
              <a:off x="6912076" y="488678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4119117-14F8-1231-CF99-70D0A712C9B7}"/>
                </a:ext>
              </a:extLst>
            </p:cNvPr>
            <p:cNvSpPr txBox="1"/>
            <p:nvPr/>
          </p:nvSpPr>
          <p:spPr>
            <a:xfrm>
              <a:off x="6488164" y="488678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82BB80D-A5F5-FBEE-8BA9-7DF7E031A047}"/>
                </a:ext>
              </a:extLst>
            </p:cNvPr>
            <p:cNvSpPr txBox="1"/>
            <p:nvPr/>
          </p:nvSpPr>
          <p:spPr>
            <a:xfrm>
              <a:off x="7335988" y="488456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23BD671-8E70-4C2F-5248-94CA1BBD5734}"/>
                </a:ext>
              </a:extLst>
            </p:cNvPr>
            <p:cNvSpPr txBox="1"/>
            <p:nvPr/>
          </p:nvSpPr>
          <p:spPr>
            <a:xfrm>
              <a:off x="8183812" y="488456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F2F237B-84EB-3F22-A4E1-81C52A7D83D5}"/>
                </a:ext>
              </a:extLst>
            </p:cNvPr>
            <p:cNvSpPr txBox="1"/>
            <p:nvPr/>
          </p:nvSpPr>
          <p:spPr>
            <a:xfrm>
              <a:off x="7759900" y="488456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EC553D7-B268-399E-C309-F8F557A2108F}"/>
                </a:ext>
              </a:extLst>
            </p:cNvPr>
            <p:cNvSpPr txBox="1"/>
            <p:nvPr/>
          </p:nvSpPr>
          <p:spPr>
            <a:xfrm>
              <a:off x="6085481" y="531500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1CA4AED-F209-36B9-92A2-7E6CD8D71F8C}"/>
                </a:ext>
              </a:extLst>
            </p:cNvPr>
            <p:cNvSpPr txBox="1"/>
            <p:nvPr/>
          </p:nvSpPr>
          <p:spPr>
            <a:xfrm>
              <a:off x="6933305" y="531500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8C7976D-75B2-AD22-0A16-5DACF8A48553}"/>
                </a:ext>
              </a:extLst>
            </p:cNvPr>
            <p:cNvSpPr txBox="1"/>
            <p:nvPr/>
          </p:nvSpPr>
          <p:spPr>
            <a:xfrm>
              <a:off x="6509393" y="531500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0D7D59C-8FB9-9DE7-EA0E-AAED7C7FEC43}"/>
                </a:ext>
              </a:extLst>
            </p:cNvPr>
            <p:cNvSpPr txBox="1"/>
            <p:nvPr/>
          </p:nvSpPr>
          <p:spPr>
            <a:xfrm>
              <a:off x="7357217" y="531278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92248C7-AD08-DF0A-90E7-0198F8E09777}"/>
                </a:ext>
              </a:extLst>
            </p:cNvPr>
            <p:cNvSpPr txBox="1"/>
            <p:nvPr/>
          </p:nvSpPr>
          <p:spPr>
            <a:xfrm>
              <a:off x="8205041" y="531278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ACFBE84-6640-BCD9-A449-EA5065E0B091}"/>
                </a:ext>
              </a:extLst>
            </p:cNvPr>
            <p:cNvSpPr txBox="1"/>
            <p:nvPr/>
          </p:nvSpPr>
          <p:spPr>
            <a:xfrm>
              <a:off x="7781129" y="531278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C356FC5-47EF-A654-4AA4-FEF5155CDB23}"/>
                </a:ext>
              </a:extLst>
            </p:cNvPr>
            <p:cNvSpPr txBox="1"/>
            <p:nvPr/>
          </p:nvSpPr>
          <p:spPr>
            <a:xfrm>
              <a:off x="6076004" y="5747976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54603D5-BE20-CA12-0198-F8355A3D481E}"/>
                </a:ext>
              </a:extLst>
            </p:cNvPr>
            <p:cNvSpPr txBox="1"/>
            <p:nvPr/>
          </p:nvSpPr>
          <p:spPr>
            <a:xfrm>
              <a:off x="6923828" y="574797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A096663-FE99-0032-F806-9DC51AFB6DFE}"/>
                </a:ext>
              </a:extLst>
            </p:cNvPr>
            <p:cNvSpPr txBox="1"/>
            <p:nvPr/>
          </p:nvSpPr>
          <p:spPr>
            <a:xfrm>
              <a:off x="6499916" y="5747975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39F6B61-BC08-AC7D-7FE2-16A50BAC2782}"/>
                </a:ext>
              </a:extLst>
            </p:cNvPr>
            <p:cNvSpPr txBox="1"/>
            <p:nvPr/>
          </p:nvSpPr>
          <p:spPr>
            <a:xfrm>
              <a:off x="7347740" y="5745762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0180C3C-62BB-FD83-BB94-C1FB4FC5B061}"/>
                </a:ext>
              </a:extLst>
            </p:cNvPr>
            <p:cNvSpPr txBox="1"/>
            <p:nvPr/>
          </p:nvSpPr>
          <p:spPr>
            <a:xfrm>
              <a:off x="8195564" y="574576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4C2B214-3E0B-E4D3-F4D9-170E4ECD4442}"/>
                </a:ext>
              </a:extLst>
            </p:cNvPr>
            <p:cNvSpPr txBox="1"/>
            <p:nvPr/>
          </p:nvSpPr>
          <p:spPr>
            <a:xfrm>
              <a:off x="7771652" y="5745761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EB81D3C-4821-D113-28E0-826F03D9BECA}"/>
              </a:ext>
            </a:extLst>
          </p:cNvPr>
          <p:cNvGrpSpPr/>
          <p:nvPr/>
        </p:nvGrpSpPr>
        <p:grpSpPr>
          <a:xfrm>
            <a:off x="2963136" y="3816998"/>
            <a:ext cx="428221" cy="428221"/>
            <a:chOff x="883125" y="5015247"/>
            <a:chExt cx="428221" cy="428221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A3ED712-B341-B012-CB58-37C25979965F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499DD11-A892-DB6E-8228-A1D40B07F0EB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73B4523-2673-D275-3858-4136E821D1A0}"/>
              </a:ext>
            </a:extLst>
          </p:cNvPr>
          <p:cNvGrpSpPr/>
          <p:nvPr/>
        </p:nvGrpSpPr>
        <p:grpSpPr>
          <a:xfrm>
            <a:off x="1682987" y="3394008"/>
            <a:ext cx="428221" cy="428221"/>
            <a:chOff x="883125" y="5015247"/>
            <a:chExt cx="428221" cy="428221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B1F01A01-5661-E15A-3552-EC48740A2EAE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3AEE07D-8F96-F1A5-E16C-E0EA533C8D69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1D8D530-7A4D-F663-8067-3F8F8E91A675}"/>
              </a:ext>
            </a:extLst>
          </p:cNvPr>
          <p:cNvGrpSpPr/>
          <p:nvPr/>
        </p:nvGrpSpPr>
        <p:grpSpPr>
          <a:xfrm>
            <a:off x="2535940" y="3390699"/>
            <a:ext cx="428221" cy="428221"/>
            <a:chOff x="883125" y="5015247"/>
            <a:chExt cx="428221" cy="428221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56F2369-2FE3-1258-063F-C340F8E6F87C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F966F4B-16C8-5CF1-9C00-012E9B5627E5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DF6B31E-AD62-82FA-0F6E-F9E574342ABB}"/>
              </a:ext>
            </a:extLst>
          </p:cNvPr>
          <p:cNvGrpSpPr/>
          <p:nvPr/>
        </p:nvGrpSpPr>
        <p:grpSpPr>
          <a:xfrm>
            <a:off x="817181" y="3390699"/>
            <a:ext cx="428221" cy="428221"/>
            <a:chOff x="883125" y="5015247"/>
            <a:chExt cx="428221" cy="428221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9463A9B8-3AF6-9B37-453E-9ED5213F8E41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3264D77-7599-D64B-D42D-83450BEDF6FA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2112DC9-915C-5674-A4A3-0B3413D58FB3}"/>
              </a:ext>
            </a:extLst>
          </p:cNvPr>
          <p:cNvGrpSpPr/>
          <p:nvPr/>
        </p:nvGrpSpPr>
        <p:grpSpPr>
          <a:xfrm>
            <a:off x="824999" y="4670269"/>
            <a:ext cx="428221" cy="428221"/>
            <a:chOff x="883125" y="5015247"/>
            <a:chExt cx="428221" cy="428221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7E3BCFB3-1AD1-19DB-E0C1-1A58636845EF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07CB8E76-258F-71CD-274E-D9033CFF6D7B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830D102-93D2-AB52-2287-00C3566F67C1}"/>
              </a:ext>
            </a:extLst>
          </p:cNvPr>
          <p:cNvGrpSpPr/>
          <p:nvPr/>
        </p:nvGrpSpPr>
        <p:grpSpPr>
          <a:xfrm>
            <a:off x="1243540" y="3820966"/>
            <a:ext cx="428221" cy="428221"/>
            <a:chOff x="883125" y="5015247"/>
            <a:chExt cx="428221" cy="428221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05814BD-05E1-CF4B-9004-FF5B9751E420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AA6A1E9-FD09-0D13-F7F0-132C16ED3E28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1F8F6A7-9BB1-7BB6-E03A-E22ACD187984}"/>
              </a:ext>
            </a:extLst>
          </p:cNvPr>
          <p:cNvGrpSpPr/>
          <p:nvPr/>
        </p:nvGrpSpPr>
        <p:grpSpPr>
          <a:xfrm>
            <a:off x="1679579" y="5098451"/>
            <a:ext cx="428221" cy="428221"/>
            <a:chOff x="883125" y="5015247"/>
            <a:chExt cx="428221" cy="428221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AA67DFE-5B6C-D52C-F708-9926D03705E2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AA23127-F88D-58D5-2DD5-EA7AEED010FB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23C452B-EC7E-16B3-9C6E-97591DD10FDB}"/>
              </a:ext>
            </a:extLst>
          </p:cNvPr>
          <p:cNvGrpSpPr/>
          <p:nvPr/>
        </p:nvGrpSpPr>
        <p:grpSpPr>
          <a:xfrm>
            <a:off x="1243539" y="4672053"/>
            <a:ext cx="428221" cy="428221"/>
            <a:chOff x="883125" y="5015247"/>
            <a:chExt cx="428221" cy="428221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8675AF8-F841-731A-1F31-6DDE0E868798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AED23DB-2389-2371-8953-D6305B267AE6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7E9AD08-486D-F2CF-BC8F-4B0AF6F3CAF5}"/>
              </a:ext>
            </a:extLst>
          </p:cNvPr>
          <p:cNvGrpSpPr/>
          <p:nvPr/>
        </p:nvGrpSpPr>
        <p:grpSpPr>
          <a:xfrm>
            <a:off x="1241764" y="2971100"/>
            <a:ext cx="428221" cy="428221"/>
            <a:chOff x="883125" y="5015247"/>
            <a:chExt cx="428221" cy="428221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F64C6E60-50F8-2547-A640-FE027771F484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E508506-BF05-3822-58BA-EE08C9CE5DF4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7BE7D21-982D-99C3-AFA7-0D0A680C3C75}"/>
              </a:ext>
            </a:extLst>
          </p:cNvPr>
          <p:cNvGrpSpPr/>
          <p:nvPr/>
        </p:nvGrpSpPr>
        <p:grpSpPr>
          <a:xfrm>
            <a:off x="2532722" y="2971100"/>
            <a:ext cx="428221" cy="428221"/>
            <a:chOff x="883125" y="5015247"/>
            <a:chExt cx="428221" cy="428221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CE5E143-99C1-439A-88FE-7D3350EA1876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50776564-B41B-E38C-DC48-325C0CE55F64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728D2486-0C04-CEDF-A30D-C3C504F74FB1}"/>
              </a:ext>
            </a:extLst>
          </p:cNvPr>
          <p:cNvSpPr txBox="1"/>
          <p:nvPr/>
        </p:nvSpPr>
        <p:spPr>
          <a:xfrm>
            <a:off x="1093012" y="5779744"/>
            <a:ext cx="202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Undirected Graph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23701CA-F859-C1AE-FF14-9673326E070F}"/>
              </a:ext>
            </a:extLst>
          </p:cNvPr>
          <p:cNvSpPr/>
          <p:nvPr/>
        </p:nvSpPr>
        <p:spPr>
          <a:xfrm>
            <a:off x="1058827" y="5809866"/>
            <a:ext cx="2158649" cy="3791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EED6B24-0EA0-D477-3AFB-585A65D716B9}"/>
              </a:ext>
            </a:extLst>
          </p:cNvPr>
          <p:cNvSpPr txBox="1"/>
          <p:nvPr/>
        </p:nvSpPr>
        <p:spPr>
          <a:xfrm>
            <a:off x="824999" y="2207708"/>
            <a:ext cx="71080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pair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[u][v] =1 then there is also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[v][u] =1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4B027F1-5CF6-BCE7-FFD8-D428EB9C5779}"/>
              </a:ext>
            </a:extLst>
          </p:cNvPr>
          <p:cNvSpPr txBox="1"/>
          <p:nvPr/>
        </p:nvSpPr>
        <p:spPr>
          <a:xfrm>
            <a:off x="3797739" y="2806190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the graph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7E5D61B3-20B7-4DC9-AED0-D6623D1A32F0}"/>
              </a:ext>
            </a:extLst>
          </p:cNvPr>
          <p:cNvSpPr/>
          <p:nvPr/>
        </p:nvSpPr>
        <p:spPr>
          <a:xfrm>
            <a:off x="6705957" y="4034940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965445A4-5A38-A64D-082F-DAEF579ECE6B}"/>
              </a:ext>
            </a:extLst>
          </p:cNvPr>
          <p:cNvSpPr/>
          <p:nvPr/>
        </p:nvSpPr>
        <p:spPr>
          <a:xfrm>
            <a:off x="6218847" y="4708633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12FF49DA-1A81-26F7-B06B-1ABB0323BB25}"/>
              </a:ext>
            </a:extLst>
          </p:cNvPr>
          <p:cNvSpPr/>
          <p:nvPr/>
        </p:nvSpPr>
        <p:spPr>
          <a:xfrm>
            <a:off x="7909490" y="4034940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B9DECFB3-110E-464E-C039-A758F8FC5727}"/>
              </a:ext>
            </a:extLst>
          </p:cNvPr>
          <p:cNvSpPr/>
          <p:nvPr/>
        </p:nvSpPr>
        <p:spPr>
          <a:xfrm>
            <a:off x="7309860" y="495218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1418F9A9-ED18-2D54-48F1-3077DC43EE91}"/>
              </a:ext>
            </a:extLst>
          </p:cNvPr>
          <p:cNvSpPr/>
          <p:nvPr/>
        </p:nvSpPr>
        <p:spPr>
          <a:xfrm>
            <a:off x="6822750" y="5809866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07D2413C-7673-A0A5-D627-1FF738160BFD}"/>
              </a:ext>
            </a:extLst>
          </p:cNvPr>
          <p:cNvSpPr/>
          <p:nvPr/>
        </p:nvSpPr>
        <p:spPr>
          <a:xfrm>
            <a:off x="8299748" y="5322756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86F4676-E2C6-CDEE-BAD6-AB7E9C62F00A}"/>
              </a:ext>
            </a:extLst>
          </p:cNvPr>
          <p:cNvCxnSpPr>
            <a:stCxn id="128" idx="6"/>
            <a:endCxn id="130" idx="2"/>
          </p:cNvCxnSpPr>
          <p:nvPr/>
        </p:nvCxnSpPr>
        <p:spPr>
          <a:xfrm>
            <a:off x="7193067" y="4278495"/>
            <a:ext cx="7164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4C37F2C9-AC01-0CA1-D6FD-EFE14628E9E6}"/>
              </a:ext>
            </a:extLst>
          </p:cNvPr>
          <p:cNvCxnSpPr>
            <a:stCxn id="128" idx="3"/>
            <a:endCxn id="129" idx="0"/>
          </p:cNvCxnSpPr>
          <p:nvPr/>
        </p:nvCxnSpPr>
        <p:spPr>
          <a:xfrm flipH="1">
            <a:off x="6462402" y="4450714"/>
            <a:ext cx="314891" cy="257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1B731210-9636-A034-2FFA-726EFD17C99C}"/>
              </a:ext>
            </a:extLst>
          </p:cNvPr>
          <p:cNvCxnSpPr>
            <a:stCxn id="129" idx="5"/>
            <a:endCxn id="132" idx="1"/>
          </p:cNvCxnSpPr>
          <p:nvPr/>
        </p:nvCxnSpPr>
        <p:spPr>
          <a:xfrm>
            <a:off x="6634621" y="5124407"/>
            <a:ext cx="259465" cy="756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92B2213-8D29-9503-FD5D-7127EC8935BA}"/>
              </a:ext>
            </a:extLst>
          </p:cNvPr>
          <p:cNvCxnSpPr>
            <a:stCxn id="131" idx="7"/>
            <a:endCxn id="130" idx="4"/>
          </p:cNvCxnSpPr>
          <p:nvPr/>
        </p:nvCxnSpPr>
        <p:spPr>
          <a:xfrm flipV="1">
            <a:off x="7725634" y="4522050"/>
            <a:ext cx="427411" cy="501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68B952EA-85A9-3453-AE76-907B984BFDDE}"/>
              </a:ext>
            </a:extLst>
          </p:cNvPr>
          <p:cNvCxnSpPr>
            <a:stCxn id="128" idx="5"/>
            <a:endCxn id="131" idx="1"/>
          </p:cNvCxnSpPr>
          <p:nvPr/>
        </p:nvCxnSpPr>
        <p:spPr>
          <a:xfrm>
            <a:off x="7121731" y="4450714"/>
            <a:ext cx="259465" cy="5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DF56112C-A678-939D-EAFA-FB1616328021}"/>
              </a:ext>
            </a:extLst>
          </p:cNvPr>
          <p:cNvSpPr txBox="1"/>
          <p:nvPr/>
        </p:nvSpPr>
        <p:spPr>
          <a:xfrm>
            <a:off x="7997393" y="4081382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A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E76B25B-262F-62A0-C52F-7BBBC67D649B}"/>
              </a:ext>
            </a:extLst>
          </p:cNvPr>
          <p:cNvSpPr txBox="1"/>
          <p:nvPr/>
        </p:nvSpPr>
        <p:spPr>
          <a:xfrm>
            <a:off x="6793860" y="4081382"/>
            <a:ext cx="261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B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F64F817-6F7F-58A8-D354-A4BC90688464}"/>
              </a:ext>
            </a:extLst>
          </p:cNvPr>
          <p:cNvSpPr txBox="1"/>
          <p:nvPr/>
        </p:nvSpPr>
        <p:spPr>
          <a:xfrm>
            <a:off x="6313871" y="4767522"/>
            <a:ext cx="303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C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7932681-7CC3-3F45-C026-98E5F3ED1E7C}"/>
              </a:ext>
            </a:extLst>
          </p:cNvPr>
          <p:cNvSpPr txBox="1"/>
          <p:nvPr/>
        </p:nvSpPr>
        <p:spPr>
          <a:xfrm>
            <a:off x="8378084" y="5381645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D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E2B723A-E594-3BDC-1F63-5288705A7E50}"/>
              </a:ext>
            </a:extLst>
          </p:cNvPr>
          <p:cNvSpPr txBox="1"/>
          <p:nvPr/>
        </p:nvSpPr>
        <p:spPr>
          <a:xfrm>
            <a:off x="7396864" y="5011077"/>
            <a:ext cx="316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385B4B5-E358-120F-E86E-B210F5C1A7CD}"/>
              </a:ext>
            </a:extLst>
          </p:cNvPr>
          <p:cNvSpPr txBox="1"/>
          <p:nvPr/>
        </p:nvSpPr>
        <p:spPr>
          <a:xfrm>
            <a:off x="6911455" y="5868755"/>
            <a:ext cx="3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F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8C7B764-9439-9868-150A-6ECDD51AC2A7}"/>
              </a:ext>
            </a:extLst>
          </p:cNvPr>
          <p:cNvSpPr txBox="1"/>
          <p:nvPr/>
        </p:nvSpPr>
        <p:spPr>
          <a:xfrm>
            <a:off x="4016890" y="3191059"/>
            <a:ext cx="5208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matrix size is 6x6 so total vertices, n=6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03A4D40D-2520-095C-1AD8-5E24602527B5}"/>
              </a:ext>
            </a:extLst>
          </p:cNvPr>
          <p:cNvCxnSpPr/>
          <p:nvPr/>
        </p:nvCxnSpPr>
        <p:spPr>
          <a:xfrm>
            <a:off x="282583" y="3183932"/>
            <a:ext cx="34695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8C8F68D6-A5A6-19A0-D0B7-2C352C7674EC}"/>
              </a:ext>
            </a:extLst>
          </p:cNvPr>
          <p:cNvSpPr txBox="1"/>
          <p:nvPr/>
        </p:nvSpPr>
        <p:spPr>
          <a:xfrm>
            <a:off x="4011770" y="3508891"/>
            <a:ext cx="21900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Adj(A) = {B, E}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03B0E378-8AA8-63C9-0F08-C5F1AE9C0D57}"/>
              </a:ext>
            </a:extLst>
          </p:cNvPr>
          <p:cNvCxnSpPr/>
          <p:nvPr/>
        </p:nvCxnSpPr>
        <p:spPr>
          <a:xfrm>
            <a:off x="282582" y="3602592"/>
            <a:ext cx="34695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23996557-6BFF-7155-2682-BAAEBE8034D5}"/>
              </a:ext>
            </a:extLst>
          </p:cNvPr>
          <p:cNvSpPr txBox="1"/>
          <p:nvPr/>
        </p:nvSpPr>
        <p:spPr>
          <a:xfrm>
            <a:off x="4011864" y="3856846"/>
            <a:ext cx="2489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Adj(B) = {A, C, E}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F61AA2F-AF18-37EE-ABA8-E9E3BBC33BF8}"/>
              </a:ext>
            </a:extLst>
          </p:cNvPr>
          <p:cNvCxnSpPr/>
          <p:nvPr/>
        </p:nvCxnSpPr>
        <p:spPr>
          <a:xfrm>
            <a:off x="282581" y="4047987"/>
            <a:ext cx="34695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379FAA83-4EF9-46D4-23AD-80CCED2469A1}"/>
              </a:ext>
            </a:extLst>
          </p:cNvPr>
          <p:cNvSpPr txBox="1"/>
          <p:nvPr/>
        </p:nvSpPr>
        <p:spPr>
          <a:xfrm>
            <a:off x="4011863" y="4222735"/>
            <a:ext cx="2146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Adj(C) = {B, F}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92B13482-3D87-9800-EB8B-0D9C49D2FCA7}"/>
              </a:ext>
            </a:extLst>
          </p:cNvPr>
          <p:cNvCxnSpPr/>
          <p:nvPr/>
        </p:nvCxnSpPr>
        <p:spPr>
          <a:xfrm>
            <a:off x="282580" y="4499382"/>
            <a:ext cx="34695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A0072EC6-7EB0-C385-5D70-061CCF056AE2}"/>
              </a:ext>
            </a:extLst>
          </p:cNvPr>
          <p:cNvSpPr txBox="1"/>
          <p:nvPr/>
        </p:nvSpPr>
        <p:spPr>
          <a:xfrm>
            <a:off x="4020294" y="4614288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Adj(D) = {}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C93B5A26-CA77-EADA-35C1-F79385DEC040}"/>
              </a:ext>
            </a:extLst>
          </p:cNvPr>
          <p:cNvCxnSpPr/>
          <p:nvPr/>
        </p:nvCxnSpPr>
        <p:spPr>
          <a:xfrm>
            <a:off x="287293" y="4863109"/>
            <a:ext cx="34695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566211EF-5A65-1C8F-C546-07C4391B74CE}"/>
              </a:ext>
            </a:extLst>
          </p:cNvPr>
          <p:cNvSpPr txBox="1"/>
          <p:nvPr/>
        </p:nvSpPr>
        <p:spPr>
          <a:xfrm>
            <a:off x="4020294" y="4980057"/>
            <a:ext cx="21900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Adj(E) = {A, B}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E991C3FA-F25C-4CD6-5C8C-9704BAEDEEDF}"/>
              </a:ext>
            </a:extLst>
          </p:cNvPr>
          <p:cNvCxnSpPr/>
          <p:nvPr/>
        </p:nvCxnSpPr>
        <p:spPr>
          <a:xfrm>
            <a:off x="282579" y="5342154"/>
            <a:ext cx="34695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261942E7-F07B-6D22-7F52-6E8BC8B14FF3}"/>
              </a:ext>
            </a:extLst>
          </p:cNvPr>
          <p:cNvSpPr txBox="1"/>
          <p:nvPr/>
        </p:nvSpPr>
        <p:spPr>
          <a:xfrm>
            <a:off x="4020294" y="5334000"/>
            <a:ext cx="18614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Adj(F) = {C}</a:t>
            </a:r>
          </a:p>
        </p:txBody>
      </p:sp>
    </p:spTree>
    <p:extLst>
      <p:ext uri="{BB962C8B-B14F-4D97-AF65-F5344CB8AC3E}">
        <p14:creationId xmlns:p14="http://schemas.microsoft.com/office/powerpoint/2010/main" val="232088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124" grpId="0"/>
      <p:bldP spid="125" grpId="0" animBg="1"/>
      <p:bldP spid="126" grpId="0"/>
      <p:bldP spid="127" grpId="0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7" grpId="0"/>
      <p:bldP spid="149" grpId="0"/>
      <p:bldP spid="151" grpId="0"/>
      <p:bldP spid="153" grpId="0"/>
      <p:bldP spid="155" grpId="0"/>
      <p:bldP spid="15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000" dirty="0"/>
              <a:t>ADJACENCY LIST (DIRECTED GRAPH)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63CFE0-FDF9-B799-1DC3-8F6898307823}"/>
              </a:ext>
            </a:extLst>
          </p:cNvPr>
          <p:cNvSpPr txBox="1"/>
          <p:nvPr/>
        </p:nvSpPr>
        <p:spPr>
          <a:xfrm>
            <a:off x="459765" y="1596525"/>
            <a:ext cx="81964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 vertex need a separate list to store their adjacent vertices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247001-EFAA-6E60-3F5C-E08BA4573608}"/>
              </a:ext>
            </a:extLst>
          </p:cNvPr>
          <p:cNvSpPr/>
          <p:nvPr/>
        </p:nvSpPr>
        <p:spPr>
          <a:xfrm>
            <a:off x="4746381" y="4237751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A11D372-C091-B3C7-A1CF-34A0E3C5A583}"/>
              </a:ext>
            </a:extLst>
          </p:cNvPr>
          <p:cNvSpPr/>
          <p:nvPr/>
        </p:nvSpPr>
        <p:spPr>
          <a:xfrm>
            <a:off x="4259271" y="4911444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8C13DE-2EDA-9D75-720D-677D36ADC5C3}"/>
              </a:ext>
            </a:extLst>
          </p:cNvPr>
          <p:cNvSpPr/>
          <p:nvPr/>
        </p:nvSpPr>
        <p:spPr>
          <a:xfrm>
            <a:off x="5949914" y="4237751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273084-415A-1BA0-8F05-465DB7D17830}"/>
              </a:ext>
            </a:extLst>
          </p:cNvPr>
          <p:cNvSpPr/>
          <p:nvPr/>
        </p:nvSpPr>
        <p:spPr>
          <a:xfrm>
            <a:off x="5350284" y="5154999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D6A2FD1-BFE0-2CDD-2ECA-2F0CF1840704}"/>
              </a:ext>
            </a:extLst>
          </p:cNvPr>
          <p:cNvSpPr/>
          <p:nvPr/>
        </p:nvSpPr>
        <p:spPr>
          <a:xfrm>
            <a:off x="4863174" y="6012677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F635FA-6854-E899-75C6-0D691E079A3B}"/>
              </a:ext>
            </a:extLst>
          </p:cNvPr>
          <p:cNvSpPr/>
          <p:nvPr/>
        </p:nvSpPr>
        <p:spPr>
          <a:xfrm>
            <a:off x="6340172" y="5525567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D979AD-E449-4FC6-75C2-A6B13B2B4A48}"/>
              </a:ext>
            </a:extLst>
          </p:cNvPr>
          <p:cNvSpPr txBox="1"/>
          <p:nvPr/>
        </p:nvSpPr>
        <p:spPr>
          <a:xfrm>
            <a:off x="6037817" y="428419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DFD80D-A90A-4CCB-D0B4-FAD0FD4C899C}"/>
              </a:ext>
            </a:extLst>
          </p:cNvPr>
          <p:cNvSpPr txBox="1"/>
          <p:nvPr/>
        </p:nvSpPr>
        <p:spPr>
          <a:xfrm>
            <a:off x="4834284" y="4284193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FE4DDC-3902-5B01-5DC8-01B62A223CA0}"/>
              </a:ext>
            </a:extLst>
          </p:cNvPr>
          <p:cNvSpPr txBox="1"/>
          <p:nvPr/>
        </p:nvSpPr>
        <p:spPr>
          <a:xfrm>
            <a:off x="4354295" y="497033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F6CB1E-40BC-CD0F-8775-43169A7A0D22}"/>
              </a:ext>
            </a:extLst>
          </p:cNvPr>
          <p:cNvSpPr txBox="1"/>
          <p:nvPr/>
        </p:nvSpPr>
        <p:spPr>
          <a:xfrm>
            <a:off x="6418508" y="55844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06E583-7C1B-1B48-D6D7-D899C4D1E747}"/>
              </a:ext>
            </a:extLst>
          </p:cNvPr>
          <p:cNvSpPr txBox="1"/>
          <p:nvPr/>
        </p:nvSpPr>
        <p:spPr>
          <a:xfrm>
            <a:off x="5437288" y="5213888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28290-F2B7-C8AD-6C79-5D9961F6F0D4}"/>
              </a:ext>
            </a:extLst>
          </p:cNvPr>
          <p:cNvSpPr txBox="1"/>
          <p:nvPr/>
        </p:nvSpPr>
        <p:spPr>
          <a:xfrm>
            <a:off x="4951879" y="607156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D0DC84-8723-8F84-5F74-A3F569630DA8}"/>
              </a:ext>
            </a:extLst>
          </p:cNvPr>
          <p:cNvCxnSpPr>
            <a:stCxn id="9" idx="3"/>
            <a:endCxn id="10" idx="0"/>
          </p:cNvCxnSpPr>
          <p:nvPr/>
        </p:nvCxnSpPr>
        <p:spPr>
          <a:xfrm flipH="1">
            <a:off x="4502826" y="4653525"/>
            <a:ext cx="314891" cy="257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BC674A-D23D-4B88-303D-22921C966EF3}"/>
              </a:ext>
            </a:extLst>
          </p:cNvPr>
          <p:cNvCxnSpPr>
            <a:stCxn id="9" idx="5"/>
            <a:endCxn id="12" idx="1"/>
          </p:cNvCxnSpPr>
          <p:nvPr/>
        </p:nvCxnSpPr>
        <p:spPr>
          <a:xfrm>
            <a:off x="5162155" y="4653525"/>
            <a:ext cx="259465" cy="5728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9502027-BFC4-042B-6308-8ADA365E1D35}"/>
              </a:ext>
            </a:extLst>
          </p:cNvPr>
          <p:cNvCxnSpPr>
            <a:stCxn id="12" idx="7"/>
            <a:endCxn id="11" idx="4"/>
          </p:cNvCxnSpPr>
          <p:nvPr/>
        </p:nvCxnSpPr>
        <p:spPr>
          <a:xfrm flipV="1">
            <a:off x="5766058" y="4724861"/>
            <a:ext cx="427411" cy="5014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A6D5E21-EA02-953D-2625-E7ACADEE5F01}"/>
              </a:ext>
            </a:extLst>
          </p:cNvPr>
          <p:cNvCxnSpPr>
            <a:stCxn id="10" idx="5"/>
            <a:endCxn id="13" idx="1"/>
          </p:cNvCxnSpPr>
          <p:nvPr/>
        </p:nvCxnSpPr>
        <p:spPr>
          <a:xfrm>
            <a:off x="4675045" y="5327218"/>
            <a:ext cx="259465" cy="756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1EE5F2A-6DCC-3BD6-E7BA-C7EB47D76C8D}"/>
              </a:ext>
            </a:extLst>
          </p:cNvPr>
          <p:cNvSpPr txBox="1"/>
          <p:nvPr/>
        </p:nvSpPr>
        <p:spPr>
          <a:xfrm>
            <a:off x="457200" y="2019966"/>
            <a:ext cx="41008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how many lists are required?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7664DF-BE9B-5E7E-07E0-0AEB690C7275}"/>
              </a:ext>
            </a:extLst>
          </p:cNvPr>
          <p:cNvSpPr txBox="1"/>
          <p:nvPr/>
        </p:nvSpPr>
        <p:spPr>
          <a:xfrm>
            <a:off x="4521013" y="2005252"/>
            <a:ext cx="6142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165F51-2E1E-1069-CF86-997DD4EEDFDF}"/>
              </a:ext>
            </a:extLst>
          </p:cNvPr>
          <p:cNvSpPr txBox="1"/>
          <p:nvPr/>
        </p:nvSpPr>
        <p:spPr>
          <a:xfrm>
            <a:off x="5182309" y="1991163"/>
            <a:ext cx="16738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n =6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3BFA31-1095-C7B4-1212-4C3D34C4209A}"/>
              </a:ext>
            </a:extLst>
          </p:cNvPr>
          <p:cNvSpPr txBox="1"/>
          <p:nvPr/>
        </p:nvSpPr>
        <p:spPr>
          <a:xfrm>
            <a:off x="838200" y="2396085"/>
            <a:ext cx="59426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list[0] contains the adjacent vertices of vertex-0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94AEFF-CBB6-6C1B-ECAE-037A7BF58C24}"/>
              </a:ext>
            </a:extLst>
          </p:cNvPr>
          <p:cNvSpPr txBox="1"/>
          <p:nvPr/>
        </p:nvSpPr>
        <p:spPr>
          <a:xfrm>
            <a:off x="838200" y="2731152"/>
            <a:ext cx="58721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list[1]contains the adjacent vertices of vertex-1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88ADA5-16B5-19A8-5FCE-C59875C35D61}"/>
              </a:ext>
            </a:extLst>
          </p:cNvPr>
          <p:cNvSpPr txBox="1"/>
          <p:nvPr/>
        </p:nvSpPr>
        <p:spPr>
          <a:xfrm>
            <a:off x="838200" y="3570156"/>
            <a:ext cx="5817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contains the adjacent vertices of vertex-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ACA4B8D-95F7-B2B2-0FC6-295221658BC6}"/>
              </a:ext>
            </a:extLst>
          </p:cNvPr>
          <p:cNvGrpSpPr/>
          <p:nvPr/>
        </p:nvGrpSpPr>
        <p:grpSpPr>
          <a:xfrm>
            <a:off x="1165429" y="2972128"/>
            <a:ext cx="255198" cy="701505"/>
            <a:chOff x="1450813" y="4503109"/>
            <a:chExt cx="255198" cy="701505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E172E7C-978B-4EC1-D6BD-E5521DF03322}"/>
                </a:ext>
              </a:extLst>
            </p:cNvPr>
            <p:cNvSpPr txBox="1"/>
            <p:nvPr/>
          </p:nvSpPr>
          <p:spPr>
            <a:xfrm>
              <a:off x="1450813" y="4503109"/>
              <a:ext cx="25519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7993C8E-E266-9178-380C-7FDBA9DCC589}"/>
                </a:ext>
              </a:extLst>
            </p:cNvPr>
            <p:cNvSpPr txBox="1"/>
            <p:nvPr/>
          </p:nvSpPr>
          <p:spPr>
            <a:xfrm>
              <a:off x="1450813" y="4638418"/>
              <a:ext cx="25519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2AD9890-13CA-AFC8-FF14-EC9FD2CAADF1}"/>
                </a:ext>
              </a:extLst>
            </p:cNvPr>
            <p:cNvSpPr txBox="1"/>
            <p:nvPr/>
          </p:nvSpPr>
          <p:spPr>
            <a:xfrm>
              <a:off x="1450813" y="4773727"/>
              <a:ext cx="25519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1144AE0-35EE-B2A1-34EE-9DF351E081B6}"/>
              </a:ext>
            </a:extLst>
          </p:cNvPr>
          <p:cNvSpPr txBox="1"/>
          <p:nvPr/>
        </p:nvSpPr>
        <p:spPr>
          <a:xfrm>
            <a:off x="1099883" y="3992819"/>
            <a:ext cx="1148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list[0]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2B923C1-669A-735D-84B5-AE6E574EC17B}"/>
              </a:ext>
            </a:extLst>
          </p:cNvPr>
          <p:cNvCxnSpPr>
            <a:stCxn id="11" idx="2"/>
            <a:endCxn id="9" idx="6"/>
          </p:cNvCxnSpPr>
          <p:nvPr/>
        </p:nvCxnSpPr>
        <p:spPr>
          <a:xfrm flipH="1">
            <a:off x="5233491" y="4481306"/>
            <a:ext cx="716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D6C8154-AE05-5820-9F44-E4CBD1D490AF}"/>
              </a:ext>
            </a:extLst>
          </p:cNvPr>
          <p:cNvCxnSpPr/>
          <p:nvPr/>
        </p:nvCxnSpPr>
        <p:spPr>
          <a:xfrm>
            <a:off x="2209800" y="4195428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28CF88C-1A02-57E7-16E5-BCECBA54EED1}"/>
              </a:ext>
            </a:extLst>
          </p:cNvPr>
          <p:cNvSpPr/>
          <p:nvPr/>
        </p:nvSpPr>
        <p:spPr>
          <a:xfrm>
            <a:off x="2633247" y="4017502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673C6D-BD33-6AD1-E252-1ED3322B380E}"/>
              </a:ext>
            </a:extLst>
          </p:cNvPr>
          <p:cNvSpPr txBox="1"/>
          <p:nvPr/>
        </p:nvSpPr>
        <p:spPr>
          <a:xfrm>
            <a:off x="2698517" y="403420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746E9E-36EA-23C5-91D5-21215C86F182}"/>
              </a:ext>
            </a:extLst>
          </p:cNvPr>
          <p:cNvSpPr txBox="1"/>
          <p:nvPr/>
        </p:nvSpPr>
        <p:spPr>
          <a:xfrm>
            <a:off x="1099883" y="4456623"/>
            <a:ext cx="1148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list[1]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112AF7-178C-1E5F-EB20-295DD27CDD77}"/>
              </a:ext>
            </a:extLst>
          </p:cNvPr>
          <p:cNvCxnSpPr/>
          <p:nvPr/>
        </p:nvCxnSpPr>
        <p:spPr>
          <a:xfrm>
            <a:off x="2209800" y="4659232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514AECA-A379-3E17-7FA5-4BF685C2FC69}"/>
              </a:ext>
            </a:extLst>
          </p:cNvPr>
          <p:cNvSpPr/>
          <p:nvPr/>
        </p:nvSpPr>
        <p:spPr>
          <a:xfrm>
            <a:off x="2633247" y="4481306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45FA3D-34D1-F88B-CA84-1C43442A64BD}"/>
              </a:ext>
            </a:extLst>
          </p:cNvPr>
          <p:cNvSpPr txBox="1"/>
          <p:nvPr/>
        </p:nvSpPr>
        <p:spPr>
          <a:xfrm>
            <a:off x="2681425" y="4498005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09E51DF-92CA-63FE-D5B9-01C1D871A3EA}"/>
              </a:ext>
            </a:extLst>
          </p:cNvPr>
          <p:cNvSpPr/>
          <p:nvPr/>
        </p:nvSpPr>
        <p:spPr>
          <a:xfrm>
            <a:off x="3020589" y="4481306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C54434-EC1D-4C29-D041-8EC39DD3027C}"/>
              </a:ext>
            </a:extLst>
          </p:cNvPr>
          <p:cNvSpPr txBox="1"/>
          <p:nvPr/>
        </p:nvSpPr>
        <p:spPr>
          <a:xfrm>
            <a:off x="3068767" y="4498005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DDDA95-5035-04C4-85E3-8AC6C47C0023}"/>
              </a:ext>
            </a:extLst>
          </p:cNvPr>
          <p:cNvSpPr txBox="1"/>
          <p:nvPr/>
        </p:nvSpPr>
        <p:spPr>
          <a:xfrm>
            <a:off x="1099883" y="4945110"/>
            <a:ext cx="1148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list[2]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6F05C2F-AF60-0C06-0856-636E72DBAA57}"/>
              </a:ext>
            </a:extLst>
          </p:cNvPr>
          <p:cNvCxnSpPr/>
          <p:nvPr/>
        </p:nvCxnSpPr>
        <p:spPr>
          <a:xfrm>
            <a:off x="2209800" y="5147719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9944EF9B-9491-55F8-E52F-E7C5D89FAE9C}"/>
              </a:ext>
            </a:extLst>
          </p:cNvPr>
          <p:cNvSpPr/>
          <p:nvPr/>
        </p:nvSpPr>
        <p:spPr>
          <a:xfrm>
            <a:off x="2633247" y="4969793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BFC26E-453E-8B1D-3F95-B315B068F41D}"/>
              </a:ext>
            </a:extLst>
          </p:cNvPr>
          <p:cNvSpPr txBox="1"/>
          <p:nvPr/>
        </p:nvSpPr>
        <p:spPr>
          <a:xfrm>
            <a:off x="2681425" y="498649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F5990C-A1F3-824E-9985-1C2A14B50C8C}"/>
              </a:ext>
            </a:extLst>
          </p:cNvPr>
          <p:cNvSpPr txBox="1"/>
          <p:nvPr/>
        </p:nvSpPr>
        <p:spPr>
          <a:xfrm>
            <a:off x="1099883" y="5450576"/>
            <a:ext cx="1148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list[3]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058D56A-09C2-A150-49E5-27B22211B4FE}"/>
              </a:ext>
            </a:extLst>
          </p:cNvPr>
          <p:cNvCxnSpPr/>
          <p:nvPr/>
        </p:nvCxnSpPr>
        <p:spPr>
          <a:xfrm>
            <a:off x="2209800" y="5653185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9F224AC-7C26-C054-6A53-00A804BD08A5}"/>
              </a:ext>
            </a:extLst>
          </p:cNvPr>
          <p:cNvSpPr txBox="1"/>
          <p:nvPr/>
        </p:nvSpPr>
        <p:spPr>
          <a:xfrm>
            <a:off x="2669850" y="5464803"/>
            <a:ext cx="9380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C58F64-BE72-89A7-1FF4-52318394B4E9}"/>
              </a:ext>
            </a:extLst>
          </p:cNvPr>
          <p:cNvSpPr txBox="1"/>
          <p:nvPr/>
        </p:nvSpPr>
        <p:spPr>
          <a:xfrm>
            <a:off x="1099883" y="5856116"/>
            <a:ext cx="1148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list[4]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48830CB-6D7D-6B78-10EF-213FAF318E55}"/>
              </a:ext>
            </a:extLst>
          </p:cNvPr>
          <p:cNvCxnSpPr/>
          <p:nvPr/>
        </p:nvCxnSpPr>
        <p:spPr>
          <a:xfrm>
            <a:off x="2209800" y="6058725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EA0BE8B5-B9AF-90AD-BB5C-730D09F1EA05}"/>
              </a:ext>
            </a:extLst>
          </p:cNvPr>
          <p:cNvSpPr/>
          <p:nvPr/>
        </p:nvSpPr>
        <p:spPr>
          <a:xfrm>
            <a:off x="2633247" y="5880799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35C701-B884-D381-F093-87106E0E448D}"/>
              </a:ext>
            </a:extLst>
          </p:cNvPr>
          <p:cNvSpPr txBox="1"/>
          <p:nvPr/>
        </p:nvSpPr>
        <p:spPr>
          <a:xfrm>
            <a:off x="2681425" y="589749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76A240-7C1E-D1FB-C5EF-3404911DBB43}"/>
              </a:ext>
            </a:extLst>
          </p:cNvPr>
          <p:cNvSpPr txBox="1"/>
          <p:nvPr/>
        </p:nvSpPr>
        <p:spPr>
          <a:xfrm>
            <a:off x="1111458" y="6327993"/>
            <a:ext cx="1148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list[5]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76A07F5-2FB5-F344-52E7-5B6D1B1289BC}"/>
              </a:ext>
            </a:extLst>
          </p:cNvPr>
          <p:cNvCxnSpPr/>
          <p:nvPr/>
        </p:nvCxnSpPr>
        <p:spPr>
          <a:xfrm>
            <a:off x="2221375" y="6530602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086ECB4-5AAF-31DE-ACEB-295766B4D475}"/>
              </a:ext>
            </a:extLst>
          </p:cNvPr>
          <p:cNvSpPr txBox="1"/>
          <p:nvPr/>
        </p:nvSpPr>
        <p:spPr>
          <a:xfrm>
            <a:off x="2681425" y="6342220"/>
            <a:ext cx="9380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62005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  <p:bldP spid="26" grpId="0"/>
      <p:bldP spid="27" grpId="0"/>
      <p:bldP spid="28" grpId="0"/>
      <p:bldP spid="29" grpId="0"/>
      <p:bldP spid="30" grpId="0"/>
      <p:bldP spid="36" grpId="0"/>
      <p:bldP spid="39" grpId="0" animBg="1"/>
      <p:bldP spid="40" grpId="0"/>
      <p:bldP spid="41" grpId="0"/>
      <p:bldP spid="43" grpId="0" animBg="1"/>
      <p:bldP spid="44" grpId="0"/>
      <p:bldP spid="45" grpId="0" animBg="1"/>
      <p:bldP spid="46" grpId="0"/>
      <p:bldP spid="47" grpId="0"/>
      <p:bldP spid="49" grpId="0" animBg="1"/>
      <p:bldP spid="50" grpId="0"/>
      <p:bldP spid="51" grpId="0"/>
      <p:bldP spid="53" grpId="0"/>
      <p:bldP spid="54" grpId="0"/>
      <p:bldP spid="56" grpId="0" animBg="1"/>
      <p:bldP spid="57" grpId="0"/>
      <p:bldP spid="58" grpId="0"/>
      <p:bldP spid="6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2800" dirty="0"/>
              <a:t>ADJACENCY LIST (UNDIRECTED GRAPH)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527FA6-D217-A231-5A42-2F904358B5F9}"/>
              </a:ext>
            </a:extLst>
          </p:cNvPr>
          <p:cNvSpPr txBox="1"/>
          <p:nvPr/>
        </p:nvSpPr>
        <p:spPr>
          <a:xfrm>
            <a:off x="706715" y="1690217"/>
            <a:ext cx="1148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list[0]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B3C3A7E-1586-3C0F-C59E-C4F293DA1828}"/>
              </a:ext>
            </a:extLst>
          </p:cNvPr>
          <p:cNvCxnSpPr/>
          <p:nvPr/>
        </p:nvCxnSpPr>
        <p:spPr>
          <a:xfrm>
            <a:off x="1874910" y="1892826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0244E48-7A74-AB79-2E3A-55ED1C4AFB9C}"/>
              </a:ext>
            </a:extLst>
          </p:cNvPr>
          <p:cNvSpPr/>
          <p:nvPr/>
        </p:nvSpPr>
        <p:spPr>
          <a:xfrm>
            <a:off x="2347071" y="1714900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98EBB2-F89A-4DEB-07E4-35F24EBD3C86}"/>
              </a:ext>
            </a:extLst>
          </p:cNvPr>
          <p:cNvSpPr txBox="1"/>
          <p:nvPr/>
        </p:nvSpPr>
        <p:spPr>
          <a:xfrm>
            <a:off x="2412341" y="173159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6D3F8A-A9F3-0BF8-856E-DC28C4B47D10}"/>
              </a:ext>
            </a:extLst>
          </p:cNvPr>
          <p:cNvSpPr txBox="1"/>
          <p:nvPr/>
        </p:nvSpPr>
        <p:spPr>
          <a:xfrm>
            <a:off x="706715" y="2262615"/>
            <a:ext cx="1148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list[1]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A7AE4F2-F3A9-BF6C-D885-D5C81689E5E9}"/>
              </a:ext>
            </a:extLst>
          </p:cNvPr>
          <p:cNvCxnSpPr/>
          <p:nvPr/>
        </p:nvCxnSpPr>
        <p:spPr>
          <a:xfrm>
            <a:off x="1874910" y="2465224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D0861EB-810A-8A22-9102-7CB0313A89F7}"/>
              </a:ext>
            </a:extLst>
          </p:cNvPr>
          <p:cNvSpPr/>
          <p:nvPr/>
        </p:nvSpPr>
        <p:spPr>
          <a:xfrm>
            <a:off x="2730516" y="2288128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5D615E-6B37-EB1E-0E89-897765E23EA0}"/>
              </a:ext>
            </a:extLst>
          </p:cNvPr>
          <p:cNvSpPr txBox="1"/>
          <p:nvPr/>
        </p:nvSpPr>
        <p:spPr>
          <a:xfrm>
            <a:off x="2778694" y="230482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CC45DB3-6B12-4FE6-F0F8-794B7E23AEE2}"/>
              </a:ext>
            </a:extLst>
          </p:cNvPr>
          <p:cNvSpPr/>
          <p:nvPr/>
        </p:nvSpPr>
        <p:spPr>
          <a:xfrm>
            <a:off x="3117858" y="2288128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0BE253D-2EEB-7403-68F8-601822B1873A}"/>
              </a:ext>
            </a:extLst>
          </p:cNvPr>
          <p:cNvSpPr txBox="1"/>
          <p:nvPr/>
        </p:nvSpPr>
        <p:spPr>
          <a:xfrm>
            <a:off x="3166036" y="230482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7C57CA-5742-15AC-13CC-3AA6F7F154B1}"/>
              </a:ext>
            </a:extLst>
          </p:cNvPr>
          <p:cNvSpPr txBox="1"/>
          <p:nvPr/>
        </p:nvSpPr>
        <p:spPr>
          <a:xfrm>
            <a:off x="706715" y="2845082"/>
            <a:ext cx="1148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list[2]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CAC4930-B92B-514A-5E19-DF410092BF5F}"/>
              </a:ext>
            </a:extLst>
          </p:cNvPr>
          <p:cNvCxnSpPr/>
          <p:nvPr/>
        </p:nvCxnSpPr>
        <p:spPr>
          <a:xfrm>
            <a:off x="1874910" y="3047691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3CA86D27-39CA-6FF3-4EE8-FB0A4AF61C61}"/>
              </a:ext>
            </a:extLst>
          </p:cNvPr>
          <p:cNvSpPr/>
          <p:nvPr/>
        </p:nvSpPr>
        <p:spPr>
          <a:xfrm>
            <a:off x="2347071" y="2869765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FE7CF7F-45AF-664E-BA2C-5EA1AB63F9EE}"/>
              </a:ext>
            </a:extLst>
          </p:cNvPr>
          <p:cNvSpPr txBox="1"/>
          <p:nvPr/>
        </p:nvSpPr>
        <p:spPr>
          <a:xfrm>
            <a:off x="2395249" y="2886464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8CA3F9F-4845-33AB-E424-53E956BBE4DE}"/>
              </a:ext>
            </a:extLst>
          </p:cNvPr>
          <p:cNvSpPr txBox="1"/>
          <p:nvPr/>
        </p:nvSpPr>
        <p:spPr>
          <a:xfrm>
            <a:off x="703509" y="3442993"/>
            <a:ext cx="1148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list[3]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09D17E8-F39A-4682-3C14-14D7936AC93D}"/>
              </a:ext>
            </a:extLst>
          </p:cNvPr>
          <p:cNvCxnSpPr/>
          <p:nvPr/>
        </p:nvCxnSpPr>
        <p:spPr>
          <a:xfrm>
            <a:off x="1871704" y="3645602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26C68D3-6727-A92B-3049-D7983F7DD0FA}"/>
              </a:ext>
            </a:extLst>
          </p:cNvPr>
          <p:cNvSpPr txBox="1"/>
          <p:nvPr/>
        </p:nvSpPr>
        <p:spPr>
          <a:xfrm>
            <a:off x="2291577" y="3456473"/>
            <a:ext cx="9380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E8A797-F40A-A677-A6DF-4CCF1E7BB14E}"/>
              </a:ext>
            </a:extLst>
          </p:cNvPr>
          <p:cNvSpPr txBox="1"/>
          <p:nvPr/>
        </p:nvSpPr>
        <p:spPr>
          <a:xfrm>
            <a:off x="703509" y="3897331"/>
            <a:ext cx="1148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list[4]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CF62F7A-AD31-98D0-BD9A-78265AD84076}"/>
              </a:ext>
            </a:extLst>
          </p:cNvPr>
          <p:cNvCxnSpPr/>
          <p:nvPr/>
        </p:nvCxnSpPr>
        <p:spPr>
          <a:xfrm>
            <a:off x="1871704" y="4099940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F960A9CA-40B7-00A7-2688-C9A2C20D5F16}"/>
              </a:ext>
            </a:extLst>
          </p:cNvPr>
          <p:cNvSpPr/>
          <p:nvPr/>
        </p:nvSpPr>
        <p:spPr>
          <a:xfrm>
            <a:off x="2343865" y="3922014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CD57E51-4F13-D688-50A3-D420312735D9}"/>
              </a:ext>
            </a:extLst>
          </p:cNvPr>
          <p:cNvSpPr txBox="1"/>
          <p:nvPr/>
        </p:nvSpPr>
        <p:spPr>
          <a:xfrm>
            <a:off x="2392043" y="393871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6D782EA-2FE6-2FA9-703A-566E68FA4BCB}"/>
              </a:ext>
            </a:extLst>
          </p:cNvPr>
          <p:cNvSpPr txBox="1"/>
          <p:nvPr/>
        </p:nvSpPr>
        <p:spPr>
          <a:xfrm>
            <a:off x="708319" y="4472037"/>
            <a:ext cx="1148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list[5]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2F04961-9CF8-45FF-8030-069DD8A92562}"/>
              </a:ext>
            </a:extLst>
          </p:cNvPr>
          <p:cNvCxnSpPr/>
          <p:nvPr/>
        </p:nvCxnSpPr>
        <p:spPr>
          <a:xfrm>
            <a:off x="1876514" y="4674646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AECB4A0A-5D3B-668E-3951-F0D6580577ED}"/>
              </a:ext>
            </a:extLst>
          </p:cNvPr>
          <p:cNvSpPr/>
          <p:nvPr/>
        </p:nvSpPr>
        <p:spPr>
          <a:xfrm>
            <a:off x="5094621" y="2077244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83F1396-DB1A-1088-805F-8EB6EF2AB75D}"/>
              </a:ext>
            </a:extLst>
          </p:cNvPr>
          <p:cNvSpPr/>
          <p:nvPr/>
        </p:nvSpPr>
        <p:spPr>
          <a:xfrm>
            <a:off x="4607511" y="2750937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48275A0-92CF-9D64-81F7-84A5E4CAFAD3}"/>
              </a:ext>
            </a:extLst>
          </p:cNvPr>
          <p:cNvSpPr/>
          <p:nvPr/>
        </p:nvSpPr>
        <p:spPr>
          <a:xfrm>
            <a:off x="6298154" y="2077244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382C4E6-51A0-ED4E-715A-E75629F1B41A}"/>
              </a:ext>
            </a:extLst>
          </p:cNvPr>
          <p:cNvSpPr/>
          <p:nvPr/>
        </p:nvSpPr>
        <p:spPr>
          <a:xfrm>
            <a:off x="5698524" y="299449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00A44F00-DE7D-65B8-6D3F-A06E46290CFE}"/>
              </a:ext>
            </a:extLst>
          </p:cNvPr>
          <p:cNvSpPr/>
          <p:nvPr/>
        </p:nvSpPr>
        <p:spPr>
          <a:xfrm>
            <a:off x="5211414" y="3852170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B32E83F-20A4-EADD-67CD-0A737CA98E5F}"/>
              </a:ext>
            </a:extLst>
          </p:cNvPr>
          <p:cNvSpPr/>
          <p:nvPr/>
        </p:nvSpPr>
        <p:spPr>
          <a:xfrm>
            <a:off x="6688412" y="3365060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3C06A57-F940-1D7A-BB1B-55E2E92E118F}"/>
              </a:ext>
            </a:extLst>
          </p:cNvPr>
          <p:cNvCxnSpPr>
            <a:stCxn id="78" idx="6"/>
            <a:endCxn id="80" idx="2"/>
          </p:cNvCxnSpPr>
          <p:nvPr/>
        </p:nvCxnSpPr>
        <p:spPr>
          <a:xfrm>
            <a:off x="5581731" y="2320799"/>
            <a:ext cx="7164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69C41E9-EDD2-027E-ECA7-507AE8F0ACCA}"/>
              </a:ext>
            </a:extLst>
          </p:cNvPr>
          <p:cNvCxnSpPr>
            <a:stCxn id="78" idx="3"/>
            <a:endCxn id="79" idx="0"/>
          </p:cNvCxnSpPr>
          <p:nvPr/>
        </p:nvCxnSpPr>
        <p:spPr>
          <a:xfrm flipH="1">
            <a:off x="4851066" y="2493018"/>
            <a:ext cx="314891" cy="257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26B817A-985B-8B45-DF97-EAB8743919DD}"/>
              </a:ext>
            </a:extLst>
          </p:cNvPr>
          <p:cNvCxnSpPr>
            <a:stCxn id="79" idx="5"/>
            <a:endCxn id="82" idx="1"/>
          </p:cNvCxnSpPr>
          <p:nvPr/>
        </p:nvCxnSpPr>
        <p:spPr>
          <a:xfrm>
            <a:off x="5023285" y="3166711"/>
            <a:ext cx="259465" cy="756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0A9903A-BFBB-90DE-3ABE-BDD358F3F06F}"/>
              </a:ext>
            </a:extLst>
          </p:cNvPr>
          <p:cNvCxnSpPr>
            <a:stCxn id="81" idx="7"/>
            <a:endCxn id="80" idx="4"/>
          </p:cNvCxnSpPr>
          <p:nvPr/>
        </p:nvCxnSpPr>
        <p:spPr>
          <a:xfrm flipV="1">
            <a:off x="6114298" y="2564354"/>
            <a:ext cx="427411" cy="501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FB7139F-1496-6BAF-329F-427622A86794}"/>
              </a:ext>
            </a:extLst>
          </p:cNvPr>
          <p:cNvCxnSpPr>
            <a:stCxn id="78" idx="5"/>
            <a:endCxn id="81" idx="1"/>
          </p:cNvCxnSpPr>
          <p:nvPr/>
        </p:nvCxnSpPr>
        <p:spPr>
          <a:xfrm>
            <a:off x="5510395" y="2493018"/>
            <a:ext cx="259465" cy="5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51510EA0-55B2-EDB5-9D67-A633E2E07504}"/>
              </a:ext>
            </a:extLst>
          </p:cNvPr>
          <p:cNvSpPr txBox="1"/>
          <p:nvPr/>
        </p:nvSpPr>
        <p:spPr>
          <a:xfrm>
            <a:off x="6386057" y="212368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FD2477A-79CC-A210-8A82-58971DAB277F}"/>
              </a:ext>
            </a:extLst>
          </p:cNvPr>
          <p:cNvSpPr txBox="1"/>
          <p:nvPr/>
        </p:nvSpPr>
        <p:spPr>
          <a:xfrm>
            <a:off x="5182524" y="212368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633BE8B-F7CD-14A9-9457-14B683FB6D43}"/>
              </a:ext>
            </a:extLst>
          </p:cNvPr>
          <p:cNvSpPr txBox="1"/>
          <p:nvPr/>
        </p:nvSpPr>
        <p:spPr>
          <a:xfrm>
            <a:off x="4702535" y="280982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8839B83-6729-F6EB-999F-ADC3693A2412}"/>
              </a:ext>
            </a:extLst>
          </p:cNvPr>
          <p:cNvSpPr txBox="1"/>
          <p:nvPr/>
        </p:nvSpPr>
        <p:spPr>
          <a:xfrm>
            <a:off x="6766748" y="342394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A9CA4D9-485D-C059-036E-4901F4849EDA}"/>
              </a:ext>
            </a:extLst>
          </p:cNvPr>
          <p:cNvSpPr txBox="1"/>
          <p:nvPr/>
        </p:nvSpPr>
        <p:spPr>
          <a:xfrm>
            <a:off x="5785528" y="3053381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8694255-45DC-1544-4DFB-B9EC680A411C}"/>
              </a:ext>
            </a:extLst>
          </p:cNvPr>
          <p:cNvSpPr txBox="1"/>
          <p:nvPr/>
        </p:nvSpPr>
        <p:spPr>
          <a:xfrm>
            <a:off x="5300119" y="391105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6F1235A-F0E0-4D54-35E1-4505A76DD6EE}"/>
              </a:ext>
            </a:extLst>
          </p:cNvPr>
          <p:cNvSpPr/>
          <p:nvPr/>
        </p:nvSpPr>
        <p:spPr>
          <a:xfrm>
            <a:off x="2734388" y="1712697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5529BE5-3957-A42A-1022-46454B48D7B4}"/>
              </a:ext>
            </a:extLst>
          </p:cNvPr>
          <p:cNvSpPr txBox="1"/>
          <p:nvPr/>
        </p:nvSpPr>
        <p:spPr>
          <a:xfrm>
            <a:off x="2799658" y="1729396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7A4399E-13E4-A244-D9DA-80FA4B211525}"/>
              </a:ext>
            </a:extLst>
          </p:cNvPr>
          <p:cNvSpPr/>
          <p:nvPr/>
        </p:nvSpPr>
        <p:spPr>
          <a:xfrm>
            <a:off x="2351661" y="2288128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04F7482-BD85-F7F1-2E3D-E28E7C7C7664}"/>
              </a:ext>
            </a:extLst>
          </p:cNvPr>
          <p:cNvSpPr txBox="1"/>
          <p:nvPr/>
        </p:nvSpPr>
        <p:spPr>
          <a:xfrm>
            <a:off x="2399839" y="230482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E8C9F5D-44D6-FFBC-D658-0CFAC5E14D8E}"/>
              </a:ext>
            </a:extLst>
          </p:cNvPr>
          <p:cNvSpPr/>
          <p:nvPr/>
        </p:nvSpPr>
        <p:spPr>
          <a:xfrm>
            <a:off x="2730516" y="2868136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802CF64-336B-859E-F34E-9219E4ABED9F}"/>
              </a:ext>
            </a:extLst>
          </p:cNvPr>
          <p:cNvSpPr txBox="1"/>
          <p:nvPr/>
        </p:nvSpPr>
        <p:spPr>
          <a:xfrm>
            <a:off x="2778694" y="2884835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9BB46CC-6764-C4E6-7471-3F7EA4371EBD}"/>
              </a:ext>
            </a:extLst>
          </p:cNvPr>
          <p:cNvSpPr/>
          <p:nvPr/>
        </p:nvSpPr>
        <p:spPr>
          <a:xfrm>
            <a:off x="2725665" y="3922014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2668A95-C8A9-0216-F098-DA4410D6D4A2}"/>
              </a:ext>
            </a:extLst>
          </p:cNvPr>
          <p:cNvSpPr txBox="1"/>
          <p:nvPr/>
        </p:nvSpPr>
        <p:spPr>
          <a:xfrm>
            <a:off x="2773843" y="393871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E515ED1-FE51-7A4C-753E-13AD87896F7E}"/>
              </a:ext>
            </a:extLst>
          </p:cNvPr>
          <p:cNvSpPr/>
          <p:nvPr/>
        </p:nvSpPr>
        <p:spPr>
          <a:xfrm>
            <a:off x="2360016" y="4495800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DA9557C-F45B-CC9D-4D19-683D93EAEC78}"/>
              </a:ext>
            </a:extLst>
          </p:cNvPr>
          <p:cNvSpPr txBox="1"/>
          <p:nvPr/>
        </p:nvSpPr>
        <p:spPr>
          <a:xfrm>
            <a:off x="2408194" y="451249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1249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/>
      <p:bldP spid="7" grpId="0"/>
      <p:bldP spid="61" grpId="0" animBg="1"/>
      <p:bldP spid="62" grpId="0"/>
      <p:bldP spid="63" grpId="0" animBg="1"/>
      <p:bldP spid="64" grpId="0"/>
      <p:bldP spid="65" grpId="0"/>
      <p:bldP spid="67" grpId="0" animBg="1"/>
      <p:bldP spid="68" grpId="0"/>
      <p:bldP spid="69" grpId="0"/>
      <p:bldP spid="71" grpId="0"/>
      <p:bldP spid="72" grpId="0"/>
      <p:bldP spid="74" grpId="0" animBg="1"/>
      <p:bldP spid="75" grpId="0"/>
      <p:bldP spid="76" grpId="0"/>
      <p:bldP spid="95" grpId="0" animBg="1"/>
      <p:bldP spid="96" grpId="0"/>
      <p:bldP spid="97" grpId="0" animBg="1"/>
      <p:bldP spid="98" grpId="0"/>
      <p:bldP spid="99" grpId="0" animBg="1"/>
      <p:bldP spid="100" grpId="0"/>
      <p:bldP spid="101" grpId="0" animBg="1"/>
      <p:bldP spid="102" grpId="0"/>
      <p:bldP spid="103" grpId="0" animBg="1"/>
      <p:bldP spid="10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INCIDENCE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86CB2-FA5B-7685-794E-32CB4EA15127}"/>
              </a:ext>
            </a:extLst>
          </p:cNvPr>
          <p:cNvSpPr txBox="1"/>
          <p:nvPr/>
        </p:nvSpPr>
        <p:spPr>
          <a:xfrm>
            <a:off x="457200" y="1561655"/>
            <a:ext cx="61911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 x m matrix [n = no of vertices, m = no of edges]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A3ABB-0C2C-5FCC-BEE7-C5F6AE2F1081}"/>
              </a:ext>
            </a:extLst>
          </p:cNvPr>
          <p:cNvSpPr txBox="1"/>
          <p:nvPr/>
        </p:nvSpPr>
        <p:spPr>
          <a:xfrm>
            <a:off x="454690" y="1984986"/>
            <a:ext cx="66207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row index for vertex and column index for edges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75BCA3-1CF3-F9A4-CA8C-FEC2DECE3F5C}"/>
              </a:ext>
            </a:extLst>
          </p:cNvPr>
          <p:cNvSpPr txBox="1"/>
          <p:nvPr/>
        </p:nvSpPr>
        <p:spPr>
          <a:xfrm>
            <a:off x="461009" y="2440275"/>
            <a:ext cx="50962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vertex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associated with an edge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67B266-532A-ABDF-1B68-A34665313CD4}"/>
              </a:ext>
            </a:extLst>
          </p:cNvPr>
          <p:cNvSpPr txBox="1"/>
          <p:nvPr/>
        </p:nvSpPr>
        <p:spPr>
          <a:xfrm>
            <a:off x="1409673" y="2786016"/>
            <a:ext cx="16946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in[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41BB58-CB51-68E7-23D5-94A3841FDDDA}"/>
              </a:ext>
            </a:extLst>
          </p:cNvPr>
          <p:cNvSpPr/>
          <p:nvPr/>
        </p:nvSpPr>
        <p:spPr>
          <a:xfrm>
            <a:off x="4489622" y="341604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AA7A22-4FD2-BC8C-3F25-0197FE0E341F}"/>
              </a:ext>
            </a:extLst>
          </p:cNvPr>
          <p:cNvSpPr/>
          <p:nvPr/>
        </p:nvSpPr>
        <p:spPr>
          <a:xfrm>
            <a:off x="4917006" y="341604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C9AD86-019D-7742-CD1E-DE010D3DE0BF}"/>
              </a:ext>
            </a:extLst>
          </p:cNvPr>
          <p:cNvSpPr/>
          <p:nvPr/>
        </p:nvSpPr>
        <p:spPr>
          <a:xfrm>
            <a:off x="5345227" y="341604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6C5D1B-F2FD-0631-42DF-7743CDB2417D}"/>
              </a:ext>
            </a:extLst>
          </p:cNvPr>
          <p:cNvSpPr/>
          <p:nvPr/>
        </p:nvSpPr>
        <p:spPr>
          <a:xfrm>
            <a:off x="5772611" y="341604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1EB69-9BCA-8E98-B1A9-2F9A0E4BC935}"/>
              </a:ext>
            </a:extLst>
          </p:cNvPr>
          <p:cNvSpPr/>
          <p:nvPr/>
        </p:nvSpPr>
        <p:spPr>
          <a:xfrm>
            <a:off x="6199995" y="341604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C0B129-A58A-03DD-4467-1C6BAAAC005B}"/>
              </a:ext>
            </a:extLst>
          </p:cNvPr>
          <p:cNvSpPr/>
          <p:nvPr/>
        </p:nvSpPr>
        <p:spPr>
          <a:xfrm>
            <a:off x="4489716" y="384426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A69AAC-145A-6816-A9C1-95E5CA661D76}"/>
              </a:ext>
            </a:extLst>
          </p:cNvPr>
          <p:cNvSpPr/>
          <p:nvPr/>
        </p:nvSpPr>
        <p:spPr>
          <a:xfrm>
            <a:off x="4917100" y="384426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74C5BB-212A-C216-689C-6E8E7A2B516A}"/>
              </a:ext>
            </a:extLst>
          </p:cNvPr>
          <p:cNvSpPr/>
          <p:nvPr/>
        </p:nvSpPr>
        <p:spPr>
          <a:xfrm>
            <a:off x="5345321" y="384426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DB0829-B49C-61F3-4DA9-1A3F9FD21251}"/>
              </a:ext>
            </a:extLst>
          </p:cNvPr>
          <p:cNvSpPr/>
          <p:nvPr/>
        </p:nvSpPr>
        <p:spPr>
          <a:xfrm>
            <a:off x="5772705" y="384426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365468-977C-8FEA-4481-F3CA1BD85789}"/>
              </a:ext>
            </a:extLst>
          </p:cNvPr>
          <p:cNvSpPr/>
          <p:nvPr/>
        </p:nvSpPr>
        <p:spPr>
          <a:xfrm>
            <a:off x="6200089" y="384426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3778CF-D81E-1006-5144-38D7ED995FF9}"/>
              </a:ext>
            </a:extLst>
          </p:cNvPr>
          <p:cNvSpPr/>
          <p:nvPr/>
        </p:nvSpPr>
        <p:spPr>
          <a:xfrm>
            <a:off x="4489528" y="427248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224EAC-4279-6E37-B000-D10E15B18C37}"/>
              </a:ext>
            </a:extLst>
          </p:cNvPr>
          <p:cNvSpPr/>
          <p:nvPr/>
        </p:nvSpPr>
        <p:spPr>
          <a:xfrm>
            <a:off x="4916912" y="427248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51B66F-DF74-AD85-142D-AB51C9DBBC25}"/>
              </a:ext>
            </a:extLst>
          </p:cNvPr>
          <p:cNvSpPr/>
          <p:nvPr/>
        </p:nvSpPr>
        <p:spPr>
          <a:xfrm>
            <a:off x="5345133" y="427248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64A400-3E8F-5BE5-E664-AA1346D3569C}"/>
              </a:ext>
            </a:extLst>
          </p:cNvPr>
          <p:cNvSpPr/>
          <p:nvPr/>
        </p:nvSpPr>
        <p:spPr>
          <a:xfrm>
            <a:off x="5772517" y="427248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5F8479-4FE7-5C1C-717F-0CBB866E717C}"/>
              </a:ext>
            </a:extLst>
          </p:cNvPr>
          <p:cNvSpPr/>
          <p:nvPr/>
        </p:nvSpPr>
        <p:spPr>
          <a:xfrm>
            <a:off x="6199901" y="427248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15EEBD-EEAD-852E-64DE-BF6731807AE8}"/>
              </a:ext>
            </a:extLst>
          </p:cNvPr>
          <p:cNvSpPr/>
          <p:nvPr/>
        </p:nvSpPr>
        <p:spPr>
          <a:xfrm>
            <a:off x="4489622" y="470070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3DE76D-924B-E076-6C68-8C9A33A22DF4}"/>
              </a:ext>
            </a:extLst>
          </p:cNvPr>
          <p:cNvSpPr/>
          <p:nvPr/>
        </p:nvSpPr>
        <p:spPr>
          <a:xfrm>
            <a:off x="4917006" y="470070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B34C8C-3586-8734-7889-3D3B2D62E3ED}"/>
              </a:ext>
            </a:extLst>
          </p:cNvPr>
          <p:cNvSpPr/>
          <p:nvPr/>
        </p:nvSpPr>
        <p:spPr>
          <a:xfrm>
            <a:off x="5345227" y="470070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FB05F8-1199-6CDB-8047-02EAABD2A5F1}"/>
              </a:ext>
            </a:extLst>
          </p:cNvPr>
          <p:cNvSpPr/>
          <p:nvPr/>
        </p:nvSpPr>
        <p:spPr>
          <a:xfrm>
            <a:off x="5772611" y="470070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B4C545-EAD3-8D18-8AF7-6E20E4FB698D}"/>
              </a:ext>
            </a:extLst>
          </p:cNvPr>
          <p:cNvSpPr/>
          <p:nvPr/>
        </p:nvSpPr>
        <p:spPr>
          <a:xfrm>
            <a:off x="6199995" y="470070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2E4AD4-4FF7-A601-3BFF-48E5DAD32BBC}"/>
              </a:ext>
            </a:extLst>
          </p:cNvPr>
          <p:cNvSpPr/>
          <p:nvPr/>
        </p:nvSpPr>
        <p:spPr>
          <a:xfrm>
            <a:off x="4489434" y="512892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51EEA8-790B-62B7-FFB0-9C175DE9C9D7}"/>
              </a:ext>
            </a:extLst>
          </p:cNvPr>
          <p:cNvSpPr/>
          <p:nvPr/>
        </p:nvSpPr>
        <p:spPr>
          <a:xfrm>
            <a:off x="4916818" y="512892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ACD57A-3B13-82E4-B991-BF92A9B5B160}"/>
              </a:ext>
            </a:extLst>
          </p:cNvPr>
          <p:cNvSpPr/>
          <p:nvPr/>
        </p:nvSpPr>
        <p:spPr>
          <a:xfrm>
            <a:off x="5345039" y="512892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E072C44-AC58-009A-C904-B8CCDC1E60E3}"/>
              </a:ext>
            </a:extLst>
          </p:cNvPr>
          <p:cNvSpPr/>
          <p:nvPr/>
        </p:nvSpPr>
        <p:spPr>
          <a:xfrm>
            <a:off x="5772423" y="512892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0021DA-F36F-F5AD-EA69-B281024AAD34}"/>
              </a:ext>
            </a:extLst>
          </p:cNvPr>
          <p:cNvSpPr/>
          <p:nvPr/>
        </p:nvSpPr>
        <p:spPr>
          <a:xfrm>
            <a:off x="6199807" y="512892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ACD7F1-C064-D464-8491-CE8A9D7E09D2}"/>
              </a:ext>
            </a:extLst>
          </p:cNvPr>
          <p:cNvSpPr/>
          <p:nvPr/>
        </p:nvSpPr>
        <p:spPr>
          <a:xfrm>
            <a:off x="4489528" y="555715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C361D4-BFBA-4174-EAFA-E3D1B1D72708}"/>
              </a:ext>
            </a:extLst>
          </p:cNvPr>
          <p:cNvSpPr/>
          <p:nvPr/>
        </p:nvSpPr>
        <p:spPr>
          <a:xfrm>
            <a:off x="4916912" y="555715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BDA84D-D057-4D11-16F8-E4C11ABCBDCE}"/>
              </a:ext>
            </a:extLst>
          </p:cNvPr>
          <p:cNvSpPr/>
          <p:nvPr/>
        </p:nvSpPr>
        <p:spPr>
          <a:xfrm>
            <a:off x="5345133" y="555715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A2BB34-0F03-CB08-93FC-3B80A4DB0C42}"/>
              </a:ext>
            </a:extLst>
          </p:cNvPr>
          <p:cNvSpPr/>
          <p:nvPr/>
        </p:nvSpPr>
        <p:spPr>
          <a:xfrm>
            <a:off x="5772517" y="555715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4D60443-E826-66AC-1D74-0F4EA9E2D548}"/>
              </a:ext>
            </a:extLst>
          </p:cNvPr>
          <p:cNvSpPr/>
          <p:nvPr/>
        </p:nvSpPr>
        <p:spPr>
          <a:xfrm>
            <a:off x="6199901" y="555715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65D85B-DE8C-3875-35C5-B2854A88A9F1}"/>
              </a:ext>
            </a:extLst>
          </p:cNvPr>
          <p:cNvSpPr txBox="1"/>
          <p:nvPr/>
        </p:nvSpPr>
        <p:spPr>
          <a:xfrm>
            <a:off x="4495800" y="3077864"/>
            <a:ext cx="37382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e1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3AF154-AC5C-7420-DA0D-A1EDEF4D0C9F}"/>
              </a:ext>
            </a:extLst>
          </p:cNvPr>
          <p:cNvSpPr txBox="1"/>
          <p:nvPr/>
        </p:nvSpPr>
        <p:spPr>
          <a:xfrm>
            <a:off x="5334000" y="3077862"/>
            <a:ext cx="4171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e3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CE7653-0BF7-7AA6-F978-5CC0D1633515}"/>
              </a:ext>
            </a:extLst>
          </p:cNvPr>
          <p:cNvSpPr txBox="1"/>
          <p:nvPr/>
        </p:nvSpPr>
        <p:spPr>
          <a:xfrm>
            <a:off x="4953000" y="3077863"/>
            <a:ext cx="41389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e2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37AE26-0600-0646-0199-9DC48D7F0BE0}"/>
              </a:ext>
            </a:extLst>
          </p:cNvPr>
          <p:cNvSpPr txBox="1"/>
          <p:nvPr/>
        </p:nvSpPr>
        <p:spPr>
          <a:xfrm>
            <a:off x="5791200" y="3075650"/>
            <a:ext cx="42139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e4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666024-18A8-9305-6CCE-A788259F8521}"/>
              </a:ext>
            </a:extLst>
          </p:cNvPr>
          <p:cNvSpPr txBox="1"/>
          <p:nvPr/>
        </p:nvSpPr>
        <p:spPr>
          <a:xfrm>
            <a:off x="6172199" y="3075649"/>
            <a:ext cx="4343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e5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E202542-B8B2-5ABE-2BF9-4BC61DA2D510}"/>
              </a:ext>
            </a:extLst>
          </p:cNvPr>
          <p:cNvSpPr txBox="1"/>
          <p:nvPr/>
        </p:nvSpPr>
        <p:spPr>
          <a:xfrm>
            <a:off x="4138816" y="3455106"/>
            <a:ext cx="36580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v1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A84CBB-08A1-7A99-5E53-EEEBA480F8C6}"/>
              </a:ext>
            </a:extLst>
          </p:cNvPr>
          <p:cNvSpPr txBox="1"/>
          <p:nvPr/>
        </p:nvSpPr>
        <p:spPr>
          <a:xfrm>
            <a:off x="4138816" y="3881404"/>
            <a:ext cx="40588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v2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DA248A-00EE-FF1D-1601-EA0B4E679E98}"/>
              </a:ext>
            </a:extLst>
          </p:cNvPr>
          <p:cNvSpPr txBox="1"/>
          <p:nvPr/>
        </p:nvSpPr>
        <p:spPr>
          <a:xfrm>
            <a:off x="4124658" y="4307702"/>
            <a:ext cx="40908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v3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2DE24B-76F8-E2B9-C183-D1301E853968}"/>
              </a:ext>
            </a:extLst>
          </p:cNvPr>
          <p:cNvSpPr txBox="1"/>
          <p:nvPr/>
        </p:nvSpPr>
        <p:spPr>
          <a:xfrm>
            <a:off x="4124658" y="4775978"/>
            <a:ext cx="4171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v4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427E78-22F1-9816-D8B6-61E4276D335E}"/>
              </a:ext>
            </a:extLst>
          </p:cNvPr>
          <p:cNvSpPr txBox="1"/>
          <p:nvPr/>
        </p:nvSpPr>
        <p:spPr>
          <a:xfrm>
            <a:off x="4128159" y="5149955"/>
            <a:ext cx="4122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v5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3C0035-DBF3-DD4F-0FC6-95DDA4D7F77A}"/>
              </a:ext>
            </a:extLst>
          </p:cNvPr>
          <p:cNvSpPr txBox="1"/>
          <p:nvPr/>
        </p:nvSpPr>
        <p:spPr>
          <a:xfrm>
            <a:off x="4128159" y="5594288"/>
            <a:ext cx="40588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v6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2FFB96D-324F-0FD1-673B-D7588C246CBE}"/>
              </a:ext>
            </a:extLst>
          </p:cNvPr>
          <p:cNvGrpSpPr/>
          <p:nvPr/>
        </p:nvGrpSpPr>
        <p:grpSpPr>
          <a:xfrm>
            <a:off x="4543001" y="3446216"/>
            <a:ext cx="2021769" cy="2528693"/>
            <a:chOff x="6064252" y="3573226"/>
            <a:chExt cx="2021769" cy="2528693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0ECFE48-7304-C20C-173C-467DC833C0CC}"/>
                </a:ext>
              </a:extLst>
            </p:cNvPr>
            <p:cNvSpPr txBox="1"/>
            <p:nvPr/>
          </p:nvSpPr>
          <p:spPr>
            <a:xfrm>
              <a:off x="6085298" y="357544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5AAD00F-460F-B5FC-4D03-7607EA10885B}"/>
                </a:ext>
              </a:extLst>
            </p:cNvPr>
            <p:cNvSpPr txBox="1"/>
            <p:nvPr/>
          </p:nvSpPr>
          <p:spPr>
            <a:xfrm>
              <a:off x="6933122" y="357543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0FBD12C-795C-2B34-9805-C06BCB7D921D}"/>
                </a:ext>
              </a:extLst>
            </p:cNvPr>
            <p:cNvSpPr txBox="1"/>
            <p:nvPr/>
          </p:nvSpPr>
          <p:spPr>
            <a:xfrm>
              <a:off x="6509210" y="357544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BF02082-73CD-8D6E-6FE7-D3F08B6C274B}"/>
                </a:ext>
              </a:extLst>
            </p:cNvPr>
            <p:cNvSpPr txBox="1"/>
            <p:nvPr/>
          </p:nvSpPr>
          <p:spPr>
            <a:xfrm>
              <a:off x="7357034" y="357322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4D64501E-6886-002F-5605-FA0D56C607F8}"/>
                </a:ext>
              </a:extLst>
            </p:cNvPr>
            <p:cNvSpPr txBox="1"/>
            <p:nvPr/>
          </p:nvSpPr>
          <p:spPr>
            <a:xfrm>
              <a:off x="7780946" y="357322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1F67844-9875-7FF0-6F3D-EB49C06E52C3}"/>
                </a:ext>
              </a:extLst>
            </p:cNvPr>
            <p:cNvSpPr txBox="1"/>
            <p:nvPr/>
          </p:nvSpPr>
          <p:spPr>
            <a:xfrm>
              <a:off x="6075821" y="400841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12073931-FF55-713E-1049-CB0B9F8935FD}"/>
                </a:ext>
              </a:extLst>
            </p:cNvPr>
            <p:cNvSpPr txBox="1"/>
            <p:nvPr/>
          </p:nvSpPr>
          <p:spPr>
            <a:xfrm>
              <a:off x="6923645" y="400841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950A8A2-7552-C88B-1339-44E28909FF07}"/>
                </a:ext>
              </a:extLst>
            </p:cNvPr>
            <p:cNvSpPr txBox="1"/>
            <p:nvPr/>
          </p:nvSpPr>
          <p:spPr>
            <a:xfrm>
              <a:off x="6499733" y="400841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D49779B9-C3FC-71B1-540F-BEBCA5563D8D}"/>
                </a:ext>
              </a:extLst>
            </p:cNvPr>
            <p:cNvSpPr txBox="1"/>
            <p:nvPr/>
          </p:nvSpPr>
          <p:spPr>
            <a:xfrm>
              <a:off x="7347557" y="400620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9E6789B-D6C3-1718-95D1-34019F10CEF5}"/>
                </a:ext>
              </a:extLst>
            </p:cNvPr>
            <p:cNvSpPr txBox="1"/>
            <p:nvPr/>
          </p:nvSpPr>
          <p:spPr>
            <a:xfrm>
              <a:off x="7771469" y="400619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7B291BE2-8271-C232-8895-862C6A698335}"/>
                </a:ext>
              </a:extLst>
            </p:cNvPr>
            <p:cNvSpPr txBox="1"/>
            <p:nvPr/>
          </p:nvSpPr>
          <p:spPr>
            <a:xfrm>
              <a:off x="6073729" y="445380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B5F0396E-C424-F010-9C12-55D9610A9047}"/>
                </a:ext>
              </a:extLst>
            </p:cNvPr>
            <p:cNvSpPr txBox="1"/>
            <p:nvPr/>
          </p:nvSpPr>
          <p:spPr>
            <a:xfrm>
              <a:off x="6921553" y="4453807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754E4F2-1558-25C7-295D-E2E7773B278F}"/>
                </a:ext>
              </a:extLst>
            </p:cNvPr>
            <p:cNvSpPr txBox="1"/>
            <p:nvPr/>
          </p:nvSpPr>
          <p:spPr>
            <a:xfrm>
              <a:off x="6497641" y="4453808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6B406F3-17C5-8D7F-A33A-70B81F757DC3}"/>
                </a:ext>
              </a:extLst>
            </p:cNvPr>
            <p:cNvSpPr txBox="1"/>
            <p:nvPr/>
          </p:nvSpPr>
          <p:spPr>
            <a:xfrm>
              <a:off x="7345465" y="445159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0D9DF126-C3CC-4412-E0C9-CD865A2B832C}"/>
                </a:ext>
              </a:extLst>
            </p:cNvPr>
            <p:cNvSpPr txBox="1"/>
            <p:nvPr/>
          </p:nvSpPr>
          <p:spPr>
            <a:xfrm>
              <a:off x="7769377" y="4451594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D9E6385F-997D-33DA-D655-14FE74B01976}"/>
                </a:ext>
              </a:extLst>
            </p:cNvPr>
            <p:cNvSpPr txBox="1"/>
            <p:nvPr/>
          </p:nvSpPr>
          <p:spPr>
            <a:xfrm>
              <a:off x="6064252" y="488678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E5D5B99-552E-4FEC-57B7-EDFA924CEB92}"/>
                </a:ext>
              </a:extLst>
            </p:cNvPr>
            <p:cNvSpPr txBox="1"/>
            <p:nvPr/>
          </p:nvSpPr>
          <p:spPr>
            <a:xfrm>
              <a:off x="6912076" y="488678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444E231-BA75-7F5D-5DC6-59046F6D5AE8}"/>
                </a:ext>
              </a:extLst>
            </p:cNvPr>
            <p:cNvSpPr txBox="1"/>
            <p:nvPr/>
          </p:nvSpPr>
          <p:spPr>
            <a:xfrm>
              <a:off x="6488164" y="488678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10CFE432-298B-14EA-D77B-2DF69E44B51A}"/>
                </a:ext>
              </a:extLst>
            </p:cNvPr>
            <p:cNvSpPr txBox="1"/>
            <p:nvPr/>
          </p:nvSpPr>
          <p:spPr>
            <a:xfrm>
              <a:off x="7335988" y="488456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A5AE23F-23BE-B027-E3A3-19CC8AD331B7}"/>
                </a:ext>
              </a:extLst>
            </p:cNvPr>
            <p:cNvSpPr txBox="1"/>
            <p:nvPr/>
          </p:nvSpPr>
          <p:spPr>
            <a:xfrm>
              <a:off x="7759900" y="488456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3AF803E7-1338-0B72-9E25-67D54C6F8FD6}"/>
                </a:ext>
              </a:extLst>
            </p:cNvPr>
            <p:cNvSpPr txBox="1"/>
            <p:nvPr/>
          </p:nvSpPr>
          <p:spPr>
            <a:xfrm>
              <a:off x="6085481" y="531500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F7AB3708-93DA-FEC2-8FA6-88BF570F1F58}"/>
                </a:ext>
              </a:extLst>
            </p:cNvPr>
            <p:cNvSpPr txBox="1"/>
            <p:nvPr/>
          </p:nvSpPr>
          <p:spPr>
            <a:xfrm>
              <a:off x="6933305" y="531500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AC349A3F-3982-E381-B3DC-7B6C7A9ECB7F}"/>
                </a:ext>
              </a:extLst>
            </p:cNvPr>
            <p:cNvSpPr txBox="1"/>
            <p:nvPr/>
          </p:nvSpPr>
          <p:spPr>
            <a:xfrm>
              <a:off x="6509393" y="531500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C7735E45-1BCD-CF43-C945-43BE60B53766}"/>
                </a:ext>
              </a:extLst>
            </p:cNvPr>
            <p:cNvSpPr txBox="1"/>
            <p:nvPr/>
          </p:nvSpPr>
          <p:spPr>
            <a:xfrm>
              <a:off x="7357217" y="531278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AAC63CD3-A365-3061-8DBE-A97472146EE2}"/>
                </a:ext>
              </a:extLst>
            </p:cNvPr>
            <p:cNvSpPr txBox="1"/>
            <p:nvPr/>
          </p:nvSpPr>
          <p:spPr>
            <a:xfrm>
              <a:off x="7781129" y="531278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C555792D-D35B-44AB-7419-634CB4603E09}"/>
                </a:ext>
              </a:extLst>
            </p:cNvPr>
            <p:cNvSpPr txBox="1"/>
            <p:nvPr/>
          </p:nvSpPr>
          <p:spPr>
            <a:xfrm>
              <a:off x="6076004" y="5747976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DE139F08-50C2-F383-7243-45107E3CF9AC}"/>
                </a:ext>
              </a:extLst>
            </p:cNvPr>
            <p:cNvSpPr txBox="1"/>
            <p:nvPr/>
          </p:nvSpPr>
          <p:spPr>
            <a:xfrm>
              <a:off x="6923828" y="574797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70B23789-2D2F-F919-1D80-BF937CAB7189}"/>
                </a:ext>
              </a:extLst>
            </p:cNvPr>
            <p:cNvSpPr txBox="1"/>
            <p:nvPr/>
          </p:nvSpPr>
          <p:spPr>
            <a:xfrm>
              <a:off x="6499916" y="5747975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503D490A-05C6-68B4-A3C4-096159FD4EA5}"/>
                </a:ext>
              </a:extLst>
            </p:cNvPr>
            <p:cNvSpPr txBox="1"/>
            <p:nvPr/>
          </p:nvSpPr>
          <p:spPr>
            <a:xfrm>
              <a:off x="7347740" y="5745762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AD6413BA-88DD-9593-C272-FCE459894CEA}"/>
                </a:ext>
              </a:extLst>
            </p:cNvPr>
            <p:cNvSpPr txBox="1"/>
            <p:nvPr/>
          </p:nvSpPr>
          <p:spPr>
            <a:xfrm>
              <a:off x="7771652" y="5745761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</p:grpSp>
      <p:sp>
        <p:nvSpPr>
          <p:cNvPr id="302" name="Oval 301">
            <a:extLst>
              <a:ext uri="{FF2B5EF4-FFF2-40B4-BE49-F238E27FC236}">
                <a16:creationId xmlns:a16="http://schemas.microsoft.com/office/drawing/2014/main" id="{E7A7F821-9392-763F-294A-AD6A76CA61B9}"/>
              </a:ext>
            </a:extLst>
          </p:cNvPr>
          <p:cNvSpPr/>
          <p:nvPr/>
        </p:nvSpPr>
        <p:spPr>
          <a:xfrm>
            <a:off x="1166118" y="379489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0BD2731D-4E34-C8DB-17A4-E277DD7FBC38}"/>
              </a:ext>
            </a:extLst>
          </p:cNvPr>
          <p:cNvSpPr/>
          <p:nvPr/>
        </p:nvSpPr>
        <p:spPr>
          <a:xfrm>
            <a:off x="679008" y="446858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75D87CDF-0048-4BBB-49AB-43866CF36E2C}"/>
              </a:ext>
            </a:extLst>
          </p:cNvPr>
          <p:cNvSpPr/>
          <p:nvPr/>
        </p:nvSpPr>
        <p:spPr>
          <a:xfrm>
            <a:off x="2369651" y="379489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B98C00D5-4349-25C7-A8CF-EC32FFA226F2}"/>
              </a:ext>
            </a:extLst>
          </p:cNvPr>
          <p:cNvSpPr/>
          <p:nvPr/>
        </p:nvSpPr>
        <p:spPr>
          <a:xfrm>
            <a:off x="1770021" y="4712143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7C477106-FFE6-67AB-1C48-03CF0BEE2709}"/>
              </a:ext>
            </a:extLst>
          </p:cNvPr>
          <p:cNvSpPr/>
          <p:nvPr/>
        </p:nvSpPr>
        <p:spPr>
          <a:xfrm>
            <a:off x="1282911" y="5569821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83F37790-6A5C-8592-B177-88AC2A50E4BC}"/>
              </a:ext>
            </a:extLst>
          </p:cNvPr>
          <p:cNvSpPr/>
          <p:nvPr/>
        </p:nvSpPr>
        <p:spPr>
          <a:xfrm>
            <a:off x="2759909" y="5082711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536FFAF4-FAFF-C89C-B1DA-A7DD92B4F3F4}"/>
              </a:ext>
            </a:extLst>
          </p:cNvPr>
          <p:cNvCxnSpPr>
            <a:stCxn id="302" idx="6"/>
            <a:endCxn id="304" idx="2"/>
          </p:cNvCxnSpPr>
          <p:nvPr/>
        </p:nvCxnSpPr>
        <p:spPr>
          <a:xfrm>
            <a:off x="1653228" y="4038450"/>
            <a:ext cx="7164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6BA45E05-85C9-C93D-6EA5-37DF9F5925EA}"/>
              </a:ext>
            </a:extLst>
          </p:cNvPr>
          <p:cNvCxnSpPr>
            <a:stCxn id="302" idx="3"/>
            <a:endCxn id="303" idx="0"/>
          </p:cNvCxnSpPr>
          <p:nvPr/>
        </p:nvCxnSpPr>
        <p:spPr>
          <a:xfrm flipH="1">
            <a:off x="922563" y="4210669"/>
            <a:ext cx="314891" cy="257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189919D2-5472-1FB2-3436-A20885C61D64}"/>
              </a:ext>
            </a:extLst>
          </p:cNvPr>
          <p:cNvCxnSpPr>
            <a:stCxn id="303" idx="5"/>
            <a:endCxn id="306" idx="1"/>
          </p:cNvCxnSpPr>
          <p:nvPr/>
        </p:nvCxnSpPr>
        <p:spPr>
          <a:xfrm>
            <a:off x="1094782" y="4884362"/>
            <a:ext cx="259465" cy="756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F38D607C-D3A3-F38F-F08A-DA2F2B5FE9D1}"/>
              </a:ext>
            </a:extLst>
          </p:cNvPr>
          <p:cNvCxnSpPr>
            <a:stCxn id="305" idx="7"/>
            <a:endCxn id="304" idx="4"/>
          </p:cNvCxnSpPr>
          <p:nvPr/>
        </p:nvCxnSpPr>
        <p:spPr>
          <a:xfrm flipV="1">
            <a:off x="2185795" y="4282005"/>
            <a:ext cx="427411" cy="501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325EFB68-A96C-83A5-1900-DB7160965778}"/>
              </a:ext>
            </a:extLst>
          </p:cNvPr>
          <p:cNvCxnSpPr>
            <a:stCxn id="302" idx="5"/>
            <a:endCxn id="305" idx="1"/>
          </p:cNvCxnSpPr>
          <p:nvPr/>
        </p:nvCxnSpPr>
        <p:spPr>
          <a:xfrm>
            <a:off x="1581892" y="4210669"/>
            <a:ext cx="259465" cy="5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TextBox 322">
            <a:extLst>
              <a:ext uri="{FF2B5EF4-FFF2-40B4-BE49-F238E27FC236}">
                <a16:creationId xmlns:a16="http://schemas.microsoft.com/office/drawing/2014/main" id="{377360CD-0455-96E9-F079-9D3459DAAC92}"/>
              </a:ext>
            </a:extLst>
          </p:cNvPr>
          <p:cNvSpPr txBox="1"/>
          <p:nvPr/>
        </p:nvSpPr>
        <p:spPr>
          <a:xfrm>
            <a:off x="454690" y="3199837"/>
            <a:ext cx="2940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n = 6 and m =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645607-B63E-7534-96F8-C54DF4EE1F32}"/>
              </a:ext>
            </a:extLst>
          </p:cNvPr>
          <p:cNvSpPr txBox="1"/>
          <p:nvPr/>
        </p:nvSpPr>
        <p:spPr>
          <a:xfrm>
            <a:off x="799981" y="514036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11C34-4963-41EB-7006-4899A81D4FFB}"/>
              </a:ext>
            </a:extLst>
          </p:cNvPr>
          <p:cNvSpPr txBox="1"/>
          <p:nvPr/>
        </p:nvSpPr>
        <p:spPr>
          <a:xfrm>
            <a:off x="1777532" y="3689157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46A31F-09C3-7643-8E47-683D51093FF3}"/>
              </a:ext>
            </a:extLst>
          </p:cNvPr>
          <p:cNvSpPr txBox="1"/>
          <p:nvPr/>
        </p:nvSpPr>
        <p:spPr>
          <a:xfrm>
            <a:off x="2327926" y="4399783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e3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1B3A58F-E45F-FE8F-15C1-0E6ADBB8E63A}"/>
              </a:ext>
            </a:extLst>
          </p:cNvPr>
          <p:cNvSpPr txBox="1"/>
          <p:nvPr/>
        </p:nvSpPr>
        <p:spPr>
          <a:xfrm>
            <a:off x="1350318" y="4356504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e4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BB5D175-D19D-8490-F5AB-120AC0858B9B}"/>
              </a:ext>
            </a:extLst>
          </p:cNvPr>
          <p:cNvSpPr txBox="1"/>
          <p:nvPr/>
        </p:nvSpPr>
        <p:spPr>
          <a:xfrm>
            <a:off x="694353" y="4001537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e5</a:t>
            </a: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E0EDAEDD-8E72-7F58-9C08-FA1FB4DFB76B}"/>
              </a:ext>
            </a:extLst>
          </p:cNvPr>
          <p:cNvSpPr/>
          <p:nvPr/>
        </p:nvSpPr>
        <p:spPr>
          <a:xfrm>
            <a:off x="2369463" y="3785749"/>
            <a:ext cx="487110" cy="48711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2D87B01E-F5A3-B8C8-D130-B73FB8101B07}"/>
              </a:ext>
            </a:extLst>
          </p:cNvPr>
          <p:cNvSpPr txBox="1"/>
          <p:nvPr/>
        </p:nvSpPr>
        <p:spPr>
          <a:xfrm>
            <a:off x="2438400" y="384133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v1</a:t>
            </a: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1D2222A-17F0-3BFC-8FDC-4F432594B83E}"/>
              </a:ext>
            </a:extLst>
          </p:cNvPr>
          <p:cNvGrpSpPr/>
          <p:nvPr/>
        </p:nvGrpSpPr>
        <p:grpSpPr>
          <a:xfrm>
            <a:off x="4907608" y="3416044"/>
            <a:ext cx="428221" cy="428221"/>
            <a:chOff x="883125" y="5015247"/>
            <a:chExt cx="428221" cy="428221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88B095CE-6CB0-0552-A3B1-4FF0C0F82384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DB5BF64-4DD0-C22A-E8B3-0D00EA2B6F4B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FFE5D4B-DC61-1FC8-D30B-071855788C4A}"/>
              </a:ext>
            </a:extLst>
          </p:cNvPr>
          <p:cNvGrpSpPr/>
          <p:nvPr/>
        </p:nvGrpSpPr>
        <p:grpSpPr>
          <a:xfrm>
            <a:off x="5342159" y="3423650"/>
            <a:ext cx="428221" cy="428221"/>
            <a:chOff x="883125" y="5015247"/>
            <a:chExt cx="428221" cy="428221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3F7737BC-A68E-EAD0-CD8C-43170F4002DB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85E6E83D-9832-42BF-5F41-55528E3A0BEE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sp>
        <p:nvSpPr>
          <p:cNvPr id="160" name="Oval 159">
            <a:extLst>
              <a:ext uri="{FF2B5EF4-FFF2-40B4-BE49-F238E27FC236}">
                <a16:creationId xmlns:a16="http://schemas.microsoft.com/office/drawing/2014/main" id="{121EF1F4-AAC5-E695-A2A5-8BFB4653A547}"/>
              </a:ext>
            </a:extLst>
          </p:cNvPr>
          <p:cNvSpPr/>
          <p:nvPr/>
        </p:nvSpPr>
        <p:spPr>
          <a:xfrm>
            <a:off x="1162887" y="3780031"/>
            <a:ext cx="487110" cy="48711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94777B4C-5AC2-15EE-19E5-5B4E9B1B9330}"/>
              </a:ext>
            </a:extLst>
          </p:cNvPr>
          <p:cNvSpPr txBox="1"/>
          <p:nvPr/>
        </p:nvSpPr>
        <p:spPr>
          <a:xfrm>
            <a:off x="1192082" y="38413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v2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52A2999-9CF7-ED64-D595-BA5D6DCFF1B2}"/>
              </a:ext>
            </a:extLst>
          </p:cNvPr>
          <p:cNvGrpSpPr/>
          <p:nvPr/>
        </p:nvGrpSpPr>
        <p:grpSpPr>
          <a:xfrm>
            <a:off x="4915938" y="3842049"/>
            <a:ext cx="428221" cy="428221"/>
            <a:chOff x="883125" y="5015247"/>
            <a:chExt cx="428221" cy="428221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8648ED6-AE8E-3068-A5E9-EF1F65C1B9D2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632F2AC6-371D-1AEE-AEC8-13501346FD3C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07CA96C6-2781-CD6F-33C2-24F320C01107}"/>
              </a:ext>
            </a:extLst>
          </p:cNvPr>
          <p:cNvGrpSpPr/>
          <p:nvPr/>
        </p:nvGrpSpPr>
        <p:grpSpPr>
          <a:xfrm>
            <a:off x="5770517" y="3851871"/>
            <a:ext cx="428221" cy="428221"/>
            <a:chOff x="883125" y="5015247"/>
            <a:chExt cx="428221" cy="428221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83AE323E-CAE7-1F1B-2D5C-3DC84D40B2E1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7CBCB20A-A9D9-51C8-5E9A-06B6236463C9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8A52A11-EB80-D6D9-6658-9376ADDC7BBD}"/>
              </a:ext>
            </a:extLst>
          </p:cNvPr>
          <p:cNvGrpSpPr/>
          <p:nvPr/>
        </p:nvGrpSpPr>
        <p:grpSpPr>
          <a:xfrm>
            <a:off x="6195712" y="3851871"/>
            <a:ext cx="428221" cy="428221"/>
            <a:chOff x="883125" y="5015247"/>
            <a:chExt cx="428221" cy="428221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4C4FD444-1E3E-0A0E-A903-57988E7F7993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05E5EEBA-0AFC-C228-F275-CF8DF4829903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sp>
        <p:nvSpPr>
          <p:cNvPr id="170" name="Oval 169">
            <a:extLst>
              <a:ext uri="{FF2B5EF4-FFF2-40B4-BE49-F238E27FC236}">
                <a16:creationId xmlns:a16="http://schemas.microsoft.com/office/drawing/2014/main" id="{46D29A17-C2E2-99B1-7EA1-FBD5034D5F81}"/>
              </a:ext>
            </a:extLst>
          </p:cNvPr>
          <p:cNvSpPr/>
          <p:nvPr/>
        </p:nvSpPr>
        <p:spPr>
          <a:xfrm>
            <a:off x="673641" y="4468588"/>
            <a:ext cx="487110" cy="48711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9F38E02D-913E-9864-2637-FFCE4C707948}"/>
              </a:ext>
            </a:extLst>
          </p:cNvPr>
          <p:cNvSpPr txBox="1"/>
          <p:nvPr/>
        </p:nvSpPr>
        <p:spPr>
          <a:xfrm>
            <a:off x="721090" y="4527477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v3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B498047D-3500-DB7F-8303-B803BD95C7A4}"/>
              </a:ext>
            </a:extLst>
          </p:cNvPr>
          <p:cNvGrpSpPr/>
          <p:nvPr/>
        </p:nvGrpSpPr>
        <p:grpSpPr>
          <a:xfrm>
            <a:off x="4499580" y="4268237"/>
            <a:ext cx="428221" cy="428221"/>
            <a:chOff x="883125" y="5015247"/>
            <a:chExt cx="428221" cy="428221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ADCFA2FA-8DD2-DEFB-AE08-8DA4517DB7E7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E2248586-D840-ACE5-41E0-0615CD9E8F71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ECC3880-5945-8B1C-85BA-FD0B668443C8}"/>
              </a:ext>
            </a:extLst>
          </p:cNvPr>
          <p:cNvGrpSpPr/>
          <p:nvPr/>
        </p:nvGrpSpPr>
        <p:grpSpPr>
          <a:xfrm>
            <a:off x="6194675" y="4268236"/>
            <a:ext cx="428221" cy="428221"/>
            <a:chOff x="883125" y="5015247"/>
            <a:chExt cx="428221" cy="428221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11BF413B-9E21-6D5C-6442-B97420947880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502DD6EF-229C-65DD-3566-226E2AB0F511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sp>
        <p:nvSpPr>
          <p:cNvPr id="177" name="Oval 176">
            <a:extLst>
              <a:ext uri="{FF2B5EF4-FFF2-40B4-BE49-F238E27FC236}">
                <a16:creationId xmlns:a16="http://schemas.microsoft.com/office/drawing/2014/main" id="{654C077D-BDD7-6DAB-A405-E188C7E289F5}"/>
              </a:ext>
            </a:extLst>
          </p:cNvPr>
          <p:cNvSpPr/>
          <p:nvPr/>
        </p:nvSpPr>
        <p:spPr>
          <a:xfrm>
            <a:off x="2761023" y="5082711"/>
            <a:ext cx="487110" cy="48711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9F4C968-F7D9-91EA-A649-EE1E3D6521AD}"/>
              </a:ext>
            </a:extLst>
          </p:cNvPr>
          <p:cNvSpPr txBox="1"/>
          <p:nvPr/>
        </p:nvSpPr>
        <p:spPr>
          <a:xfrm>
            <a:off x="2819400" y="514160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v4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A62C0EBE-8857-4C8E-03D4-E0C234FBAE11}"/>
              </a:ext>
            </a:extLst>
          </p:cNvPr>
          <p:cNvSpPr/>
          <p:nvPr/>
        </p:nvSpPr>
        <p:spPr>
          <a:xfrm>
            <a:off x="1766886" y="4709765"/>
            <a:ext cx="487110" cy="48711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195FA187-7D43-B356-850C-DA1C5D23841F}"/>
              </a:ext>
            </a:extLst>
          </p:cNvPr>
          <p:cNvSpPr txBox="1"/>
          <p:nvPr/>
        </p:nvSpPr>
        <p:spPr>
          <a:xfrm>
            <a:off x="1784684" y="4771032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v5</a:t>
            </a: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912F5C78-5511-9494-D625-1CEBBCFE9AA2}"/>
              </a:ext>
            </a:extLst>
          </p:cNvPr>
          <p:cNvGrpSpPr/>
          <p:nvPr/>
        </p:nvGrpSpPr>
        <p:grpSpPr>
          <a:xfrm>
            <a:off x="5342159" y="5140364"/>
            <a:ext cx="428221" cy="428221"/>
            <a:chOff x="883125" y="5015247"/>
            <a:chExt cx="428221" cy="428221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91974C7C-6090-3FD8-8EB6-D7AB35D91E5B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A03896F8-7009-DA0D-D8BF-68C3175524EB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E78E709A-DC15-10CD-84B4-FB41BD4C799F}"/>
              </a:ext>
            </a:extLst>
          </p:cNvPr>
          <p:cNvGrpSpPr/>
          <p:nvPr/>
        </p:nvGrpSpPr>
        <p:grpSpPr>
          <a:xfrm>
            <a:off x="5775895" y="5128929"/>
            <a:ext cx="428221" cy="428221"/>
            <a:chOff x="883125" y="5015247"/>
            <a:chExt cx="428221" cy="428221"/>
          </a:xfrm>
        </p:grpSpPr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A26248E0-00A2-065A-BA11-F5911CAF074B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DD2BC929-3DEC-1CA8-1E42-51A7A10B259A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sp>
        <p:nvSpPr>
          <p:cNvPr id="185" name="Oval 184">
            <a:extLst>
              <a:ext uri="{FF2B5EF4-FFF2-40B4-BE49-F238E27FC236}">
                <a16:creationId xmlns:a16="http://schemas.microsoft.com/office/drawing/2014/main" id="{CF7BFFB4-AE6B-C3C1-E059-6402B0F829A6}"/>
              </a:ext>
            </a:extLst>
          </p:cNvPr>
          <p:cNvSpPr/>
          <p:nvPr/>
        </p:nvSpPr>
        <p:spPr>
          <a:xfrm>
            <a:off x="1288278" y="5567443"/>
            <a:ext cx="487110" cy="48711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792D8558-B611-BFB1-47D5-0B0C869C2DBD}"/>
              </a:ext>
            </a:extLst>
          </p:cNvPr>
          <p:cNvSpPr txBox="1"/>
          <p:nvPr/>
        </p:nvSpPr>
        <p:spPr>
          <a:xfrm>
            <a:off x="1333896" y="562871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v6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531CAF06-E41F-66DC-C9EE-0FB1EBCC9C49}"/>
              </a:ext>
            </a:extLst>
          </p:cNvPr>
          <p:cNvGrpSpPr/>
          <p:nvPr/>
        </p:nvGrpSpPr>
        <p:grpSpPr>
          <a:xfrm>
            <a:off x="4499579" y="5562962"/>
            <a:ext cx="428221" cy="428221"/>
            <a:chOff x="883125" y="5015247"/>
            <a:chExt cx="428221" cy="428221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E0C50B-CF7B-F855-461B-A571D08CA494}"/>
                </a:ext>
              </a:extLst>
            </p:cNvPr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6CDD8B02-94F5-6AAC-532A-9AF6CB2B8624}"/>
                </a:ext>
              </a:extLst>
            </p:cNvPr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939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5" grpId="0"/>
      <p:bldP spid="46" grpId="0"/>
      <p:bldP spid="47" grpId="0"/>
      <p:bldP spid="48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323" grpId="0"/>
      <p:bldP spid="153" grpId="0" animBg="1"/>
      <p:bldP spid="160" grpId="0" animBg="1"/>
      <p:bldP spid="170" grpId="0" animBg="1"/>
      <p:bldP spid="177" grpId="0" animBg="1"/>
      <p:bldP spid="178" grpId="0" animBg="1"/>
      <p:bldP spid="18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881287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SMRU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BSMRU</Template>
  <TotalTime>6213</TotalTime>
  <Words>3130</Words>
  <Application>Microsoft Office PowerPoint</Application>
  <PresentationFormat>On-screen Show (4:3)</PresentationFormat>
  <Paragraphs>1085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Bahnschrift</vt:lpstr>
      <vt:lpstr>Calibri</vt:lpstr>
      <vt:lpstr>Cambria Math</vt:lpstr>
      <vt:lpstr>Century Gothic</vt:lpstr>
      <vt:lpstr>Courier New</vt:lpstr>
      <vt:lpstr>Palatino Linotype</vt:lpstr>
      <vt:lpstr>Times New Roman</vt:lpstr>
      <vt:lpstr>Wingdings</vt:lpstr>
      <vt:lpstr>BSMRU</vt:lpstr>
      <vt:lpstr>hporvrs</vt:lpstr>
      <vt:lpstr>TEXT  BOOKS</vt:lpstr>
      <vt:lpstr>GRAPHS</vt:lpstr>
      <vt:lpstr>INTRODUCTION </vt:lpstr>
      <vt:lpstr>VERTEX AND EDGE </vt:lpstr>
      <vt:lpstr>EXAMPLE OF GRAPH MODELING</vt:lpstr>
      <vt:lpstr>DEFINITION</vt:lpstr>
      <vt:lpstr>CLASSIFICATION OF GRAPHS</vt:lpstr>
      <vt:lpstr>DIRECTION OF EDGES</vt:lpstr>
      <vt:lpstr>UNDIRECTED GRAPH</vt:lpstr>
      <vt:lpstr>DIRECTED GRAPH</vt:lpstr>
      <vt:lpstr>ADJACENT / NEIGHBOR</vt:lpstr>
      <vt:lpstr>ADJACENT / NEIGHBOR</vt:lpstr>
      <vt:lpstr>DEGREE OF A VERTEX</vt:lpstr>
      <vt:lpstr>IN-DEGREE OF A VERTEX</vt:lpstr>
      <vt:lpstr>OUT-DEGREE OF A VERTEX</vt:lpstr>
      <vt:lpstr>STRUCTURE AND NO OF VERTICES</vt:lpstr>
      <vt:lpstr>COMPLETE GRAPH</vt:lpstr>
      <vt:lpstr>CYCLE GRAPH/ CYCLE</vt:lpstr>
      <vt:lpstr>WHEEL GRAPH</vt:lpstr>
      <vt:lpstr>BIPARTITE GRAPH</vt:lpstr>
      <vt:lpstr>BIPARTISM CHECKING</vt:lpstr>
      <vt:lpstr>BIPARTISM CHECKING</vt:lpstr>
      <vt:lpstr>BIPARTISM CHECKING</vt:lpstr>
      <vt:lpstr>EXAMPLE</vt:lpstr>
      <vt:lpstr>COMPLETE BIPARTITE GRAPH</vt:lpstr>
      <vt:lpstr>GRAPH REPRESENTATION</vt:lpstr>
      <vt:lpstr>ADJACENCY MATRIX</vt:lpstr>
      <vt:lpstr>ADJACENCY MATRIX</vt:lpstr>
      <vt:lpstr>ADJACENCY MATRIX</vt:lpstr>
      <vt:lpstr>ADJACENCY MATRIX</vt:lpstr>
      <vt:lpstr>ADJACENCY MATRIX</vt:lpstr>
      <vt:lpstr>ADJACENCY MATRIX</vt:lpstr>
      <vt:lpstr>ADJACENCY MATRIX</vt:lpstr>
      <vt:lpstr>HANDSHAKING THEOREM</vt:lpstr>
      <vt:lpstr>EXERCISE</vt:lpstr>
      <vt:lpstr>ADJACENCY LIST (DIRECTED GRAPH)</vt:lpstr>
      <vt:lpstr>ADJACENCY LIST (UNDIRECTED GRAPH)</vt:lpstr>
      <vt:lpstr>INCIDENCE MATRIX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Foundations: Logic and Proofs</dc:title>
  <dc:creator>CSE Dept</dc:creator>
  <cp:lastModifiedBy>User</cp:lastModifiedBy>
  <cp:revision>1585</cp:revision>
  <dcterms:created xsi:type="dcterms:W3CDTF">2023-02-25T03:10:45Z</dcterms:created>
  <dcterms:modified xsi:type="dcterms:W3CDTF">2023-05-15T23:00:31Z</dcterms:modified>
</cp:coreProperties>
</file>
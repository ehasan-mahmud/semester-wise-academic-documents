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2192000" cy="9144000"/>
  <p:notesSz cx="12192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834640"/>
            <a:ext cx="103632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5120640"/>
            <a:ext cx="85344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2103120"/>
            <a:ext cx="530352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2103120"/>
            <a:ext cx="530352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03120"/>
            <a:ext cx="109728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8503920"/>
            <a:ext cx="39014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8503920"/>
            <a:ext cx="28041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8503920"/>
            <a:ext cx="28041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00"/>
            <a:ext cx="1219200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00"/>
            <a:ext cx="1219200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00"/>
            <a:ext cx="1219200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00"/>
            <a:ext cx="1219200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101600"/>
            <a:ext cx="112903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101600"/>
            <a:ext cx="11684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101600"/>
            <a:ext cx="112776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101600"/>
            <a:ext cx="113792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1600"/>
            <a:ext cx="118999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0" y="101600"/>
            <a:ext cx="115824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4935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01600"/>
            <a:ext cx="115951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1600"/>
            <a:ext cx="118999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0" y="101600"/>
            <a:ext cx="11887200" cy="904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2023-04-03T13:45:10Z</dcterms:created>
  <dcterms:modified xsi:type="dcterms:W3CDTF">2023-04-03T13:45:10Z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2023-04-03T00:00:00Z</vt:filetime>
  </property>
  <property fmtid="{D5CDD505-2E9C-101B-9397-08002B2CF9AE}" pid="3" name="LastSaved">
    <vt:filetime>2023-04-03T00:00:00Z</vt:filetime>
  </property>
</Properties>
</file>
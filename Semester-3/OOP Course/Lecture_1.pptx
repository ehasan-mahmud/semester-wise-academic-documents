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75"/>
  </p:sldMasterIdLst>
  <p:notesMasterIdLst>
    <p:notesMasterId r:id="rId85"/>
  </p:notesMasterIdLst>
  <p:sldIdLst>
    <p:sldId id="259" r:id="rId76"/>
    <p:sldId id="260" r:id="rId77"/>
    <p:sldId id="261" r:id="rId78"/>
    <p:sldId id="262" r:id="rId79"/>
    <p:sldId id="263" r:id="rId80"/>
    <p:sldId id="265" r:id="rId81"/>
    <p:sldId id="264" r:id="rId82"/>
    <p:sldId id="267" r:id="rId83"/>
    <p:sldId id="266" r:id="rId8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9E81BC6-D2A3-4688-B9E3-EB2A9F1413FD}">
          <p14:sldIdLst>
            <p14:sldId id="259"/>
            <p14:sldId id="260"/>
            <p14:sldId id="261"/>
            <p14:sldId id="262"/>
            <p14:sldId id="263"/>
            <p14:sldId id="265"/>
            <p14:sldId id="264"/>
            <p14:sldId id="267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9964" autoAdjust="0"/>
  </p:normalViewPr>
  <p:slideViewPr>
    <p:cSldViewPr showGuides="1">
      <p:cViewPr varScale="1">
        <p:scale>
          <a:sx n="93" d="100"/>
          <a:sy n="93" d="100"/>
        </p:scale>
        <p:origin x="278" y="82"/>
      </p:cViewPr>
      <p:guideLst>
        <p:guide orient="horz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47" Type="http://schemas.openxmlformats.org/officeDocument/2006/relationships/customXml" Target="../customXml/item47.xml"/><Relationship Id="rId63" Type="http://schemas.openxmlformats.org/officeDocument/2006/relationships/customXml" Target="../customXml/item63.xml"/><Relationship Id="rId68" Type="http://schemas.openxmlformats.org/officeDocument/2006/relationships/customXml" Target="../customXml/item68.xml"/><Relationship Id="rId84" Type="http://schemas.openxmlformats.org/officeDocument/2006/relationships/slide" Target="slides/slide9.xml"/><Relationship Id="rId89" Type="http://schemas.openxmlformats.org/officeDocument/2006/relationships/tableStyles" Target="tableStyles.xml"/><Relationship Id="rId16" Type="http://schemas.openxmlformats.org/officeDocument/2006/relationships/customXml" Target="../customXml/item16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53" Type="http://schemas.openxmlformats.org/officeDocument/2006/relationships/customXml" Target="../customXml/item53.xml"/><Relationship Id="rId58" Type="http://schemas.openxmlformats.org/officeDocument/2006/relationships/customXml" Target="../customXml/item58.xml"/><Relationship Id="rId74" Type="http://schemas.openxmlformats.org/officeDocument/2006/relationships/customXml" Target="../customXml/item74.xml"/><Relationship Id="rId79" Type="http://schemas.openxmlformats.org/officeDocument/2006/relationships/slide" Target="slides/slide4.xml"/><Relationship Id="rId5" Type="http://schemas.openxmlformats.org/officeDocument/2006/relationships/customXml" Target="../customXml/item5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customXml" Target="../customXml/item43.xml"/><Relationship Id="rId48" Type="http://schemas.openxmlformats.org/officeDocument/2006/relationships/customXml" Target="../customXml/item48.xml"/><Relationship Id="rId56" Type="http://schemas.openxmlformats.org/officeDocument/2006/relationships/customXml" Target="../customXml/item56.xml"/><Relationship Id="rId64" Type="http://schemas.openxmlformats.org/officeDocument/2006/relationships/customXml" Target="../customXml/item64.xml"/><Relationship Id="rId69" Type="http://schemas.openxmlformats.org/officeDocument/2006/relationships/customXml" Target="../customXml/item69.xml"/><Relationship Id="rId77" Type="http://schemas.openxmlformats.org/officeDocument/2006/relationships/slide" Target="slides/slide2.xml"/><Relationship Id="rId8" Type="http://schemas.openxmlformats.org/officeDocument/2006/relationships/customXml" Target="../customXml/item8.xml"/><Relationship Id="rId51" Type="http://schemas.openxmlformats.org/officeDocument/2006/relationships/customXml" Target="../customXml/item51.xml"/><Relationship Id="rId72" Type="http://schemas.openxmlformats.org/officeDocument/2006/relationships/customXml" Target="../customXml/item72.xml"/><Relationship Id="rId80" Type="http://schemas.openxmlformats.org/officeDocument/2006/relationships/slide" Target="slides/slide5.xml"/><Relationship Id="rId85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customXml" Target="../customXml/item46.xml"/><Relationship Id="rId59" Type="http://schemas.openxmlformats.org/officeDocument/2006/relationships/customXml" Target="../customXml/item59.xml"/><Relationship Id="rId67" Type="http://schemas.openxmlformats.org/officeDocument/2006/relationships/customXml" Target="../customXml/item67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54" Type="http://schemas.openxmlformats.org/officeDocument/2006/relationships/customXml" Target="../customXml/item54.xml"/><Relationship Id="rId62" Type="http://schemas.openxmlformats.org/officeDocument/2006/relationships/customXml" Target="../customXml/item62.xml"/><Relationship Id="rId70" Type="http://schemas.openxmlformats.org/officeDocument/2006/relationships/customXml" Target="../customXml/item70.xml"/><Relationship Id="rId75" Type="http://schemas.openxmlformats.org/officeDocument/2006/relationships/slideMaster" Target="slideMasters/slideMaster1.xml"/><Relationship Id="rId83" Type="http://schemas.openxmlformats.org/officeDocument/2006/relationships/slide" Target="slides/slide8.xml"/><Relationship Id="rId88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customXml" Target="../customXml/item49.xml"/><Relationship Id="rId57" Type="http://schemas.openxmlformats.org/officeDocument/2006/relationships/customXml" Target="../customXml/item57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customXml" Target="../customXml/item44.xml"/><Relationship Id="rId52" Type="http://schemas.openxmlformats.org/officeDocument/2006/relationships/customXml" Target="../customXml/item52.xml"/><Relationship Id="rId60" Type="http://schemas.openxmlformats.org/officeDocument/2006/relationships/customXml" Target="../customXml/item60.xml"/><Relationship Id="rId65" Type="http://schemas.openxmlformats.org/officeDocument/2006/relationships/customXml" Target="../customXml/item65.xml"/><Relationship Id="rId73" Type="http://schemas.openxmlformats.org/officeDocument/2006/relationships/customXml" Target="../customXml/item73.xml"/><Relationship Id="rId78" Type="http://schemas.openxmlformats.org/officeDocument/2006/relationships/slide" Target="slides/slide3.xml"/><Relationship Id="rId81" Type="http://schemas.openxmlformats.org/officeDocument/2006/relationships/slide" Target="slides/slide6.xml"/><Relationship Id="rId86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34" Type="http://schemas.openxmlformats.org/officeDocument/2006/relationships/customXml" Target="../customXml/item34.xml"/><Relationship Id="rId50" Type="http://schemas.openxmlformats.org/officeDocument/2006/relationships/customXml" Target="../customXml/item50.xml"/><Relationship Id="rId55" Type="http://schemas.openxmlformats.org/officeDocument/2006/relationships/customXml" Target="../customXml/item55.xml"/><Relationship Id="rId76" Type="http://schemas.openxmlformats.org/officeDocument/2006/relationships/slide" Target="slides/slide1.xml"/><Relationship Id="rId7" Type="http://schemas.openxmlformats.org/officeDocument/2006/relationships/customXml" Target="../customXml/item7.xml"/><Relationship Id="rId71" Type="http://schemas.openxmlformats.org/officeDocument/2006/relationships/customXml" Target="../customXml/item71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66" Type="http://schemas.openxmlformats.org/officeDocument/2006/relationships/customXml" Target="../customXml/item66.xml"/><Relationship Id="rId87" Type="http://schemas.openxmlformats.org/officeDocument/2006/relationships/viewProps" Target="viewProps.xml"/><Relationship Id="rId61" Type="http://schemas.openxmlformats.org/officeDocument/2006/relationships/customXml" Target="../customXml/item61.xml"/><Relationship Id="rId82" Type="http://schemas.openxmlformats.org/officeDocument/2006/relationships/slide" Target="slides/slide7.xml"/><Relationship Id="rId19" Type="http://schemas.openxmlformats.org/officeDocument/2006/relationships/customXml" Target="../customXml/item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4A6EE-E360-4005-A696-0C73C91B5E4F}" type="datetimeFigureOut">
              <a:rPr lang="en-US" smtClean="0"/>
              <a:pPr/>
              <a:t>26-Feb-24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00EAD-471F-4167-8F19-70DD6DFFA2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05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00EAD-471F-4167-8F19-70DD6DFFA2B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00EAD-471F-4167-8F19-70DD6DFFA2B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300EAD-471F-4167-8F19-70DD6DFFA2B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D0BB-003F-42B4-BF7A-CD36EAA9C443}" type="datetimeFigureOut">
              <a:rPr lang="en-US" smtClean="0"/>
              <a:pPr/>
              <a:t>26-Feb-24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BBB01-C0FD-49BD-B697-ABC298F966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97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D0BB-003F-42B4-BF7A-CD36EAA9C443}" type="datetimeFigureOut">
              <a:rPr lang="en-US" smtClean="0"/>
              <a:pPr/>
              <a:t>26-Feb-24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BBB01-C0FD-49BD-B697-ABC298F966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D0BB-003F-42B4-BF7A-CD36EAA9C443}" type="datetimeFigureOut">
              <a:rPr lang="en-US" smtClean="0"/>
              <a:pPr/>
              <a:t>26-Feb-24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BBB01-C0FD-49BD-B697-ABC298F966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4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D0BB-003F-42B4-BF7A-CD36EAA9C443}" type="datetimeFigureOut">
              <a:rPr lang="en-US" smtClean="0"/>
              <a:pPr/>
              <a:t>26-Feb-24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BBB01-C0FD-49BD-B697-ABC298F966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61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D0BB-003F-42B4-BF7A-CD36EAA9C443}" type="datetimeFigureOut">
              <a:rPr lang="en-US" smtClean="0"/>
              <a:pPr/>
              <a:t>26-Feb-24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BBB01-C0FD-49BD-B697-ABC298F966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34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D0BB-003F-42B4-BF7A-CD36EAA9C443}" type="datetimeFigureOut">
              <a:rPr lang="en-US" smtClean="0"/>
              <a:pPr/>
              <a:t>26-Feb-24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BBB01-C0FD-49BD-B697-ABC298F966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51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D0BB-003F-42B4-BF7A-CD36EAA9C443}" type="datetimeFigureOut">
              <a:rPr lang="en-US" smtClean="0"/>
              <a:pPr/>
              <a:t>26-Feb-24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BBB01-C0FD-49BD-B697-ABC298F966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8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D0BB-003F-42B4-BF7A-CD36EAA9C443}" type="datetimeFigureOut">
              <a:rPr lang="en-US" smtClean="0"/>
              <a:pPr/>
              <a:t>26-Feb-24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BBB01-C0FD-49BD-B697-ABC298F966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49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D0BB-003F-42B4-BF7A-CD36EAA9C443}" type="datetimeFigureOut">
              <a:rPr lang="en-US" smtClean="0"/>
              <a:pPr/>
              <a:t>26-Feb-24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BBB01-C0FD-49BD-B697-ABC298F966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89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D0BB-003F-42B4-BF7A-CD36EAA9C443}" type="datetimeFigureOut">
              <a:rPr lang="en-US" smtClean="0"/>
              <a:pPr/>
              <a:t>26-Feb-24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BBB01-C0FD-49BD-B697-ABC298F966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00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D0BB-003F-42B4-BF7A-CD36EAA9C443}" type="datetimeFigureOut">
              <a:rPr lang="en-US" smtClean="0"/>
              <a:pPr/>
              <a:t>26-Feb-24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BBB01-C0FD-49BD-B697-ABC298F966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13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rgbClr val="FFFFFF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0000">
                    <a:tint val="75000"/>
                  </a:srgbClr>
                </a:solidFill>
              </a:defRPr>
            </a:lvl1pPr>
          </a:lstStyle>
          <a:p>
            <a:fld id="{AD33D0BB-003F-42B4-BF7A-CD36EAA9C443}" type="datetimeFigureOut">
              <a:rPr lang="en-US" smtClean="0"/>
              <a:pPr/>
              <a:t>26-Feb-24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0000">
                    <a:tint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0000">
                    <a:tint val="75000"/>
                  </a:srgbClr>
                </a:solidFill>
              </a:defRPr>
            </a:lvl1pPr>
          </a:lstStyle>
          <a:p>
            <a:fld id="{745BBB01-C0FD-49BD-B697-ABC298F966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8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Quick Overview on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229600" cy="44497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What is Object Oriented Analysis?</a:t>
            </a:r>
          </a:p>
          <a:p>
            <a:r>
              <a:rPr lang="en-US" dirty="0">
                <a:solidFill>
                  <a:schemeClr val="tx1"/>
                </a:solidFill>
              </a:rPr>
              <a:t>How to represent data and activity of an object in your code.</a:t>
            </a:r>
          </a:p>
          <a:p>
            <a:r>
              <a:rPr lang="en-US" dirty="0">
                <a:solidFill>
                  <a:schemeClr val="tx1"/>
                </a:solidFill>
              </a:rPr>
              <a:t>What is Class and Object?</a:t>
            </a:r>
          </a:p>
          <a:p>
            <a:r>
              <a:rPr lang="en-US" dirty="0">
                <a:solidFill>
                  <a:schemeClr val="tx1"/>
                </a:solidFill>
              </a:rPr>
              <a:t>Understanding Inheritance Relationship. (Is A relationship)</a:t>
            </a:r>
          </a:p>
        </p:txBody>
      </p:sp>
    </p:spTree>
    <p:extLst>
      <p:ext uri="{BB962C8B-B14F-4D97-AF65-F5344CB8AC3E}">
        <p14:creationId xmlns:p14="http://schemas.microsoft.com/office/powerpoint/2010/main" val="321213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is Object Oriented Analysis?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981200"/>
            <a:ext cx="3467100" cy="2724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2286" y="3420836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Banking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47244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Domain</a:t>
            </a:r>
          </a:p>
        </p:txBody>
      </p:sp>
      <p:sp>
        <p:nvSpPr>
          <p:cNvPr id="9" name="Oval 8"/>
          <p:cNvSpPr/>
          <p:nvPr/>
        </p:nvSpPr>
        <p:spPr>
          <a:xfrm>
            <a:off x="6477000" y="1676399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Account</a:t>
            </a:r>
          </a:p>
        </p:txBody>
      </p:sp>
      <p:sp>
        <p:nvSpPr>
          <p:cNvPr id="10" name="Oval 9"/>
          <p:cNvSpPr/>
          <p:nvPr/>
        </p:nvSpPr>
        <p:spPr>
          <a:xfrm>
            <a:off x="5060043" y="2068480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Account Holder</a:t>
            </a:r>
          </a:p>
        </p:txBody>
      </p:sp>
      <p:sp>
        <p:nvSpPr>
          <p:cNvPr id="11" name="Oval 10"/>
          <p:cNvSpPr/>
          <p:nvPr/>
        </p:nvSpPr>
        <p:spPr>
          <a:xfrm>
            <a:off x="7010400" y="3733800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Employee</a:t>
            </a:r>
          </a:p>
        </p:txBody>
      </p:sp>
      <p:sp>
        <p:nvSpPr>
          <p:cNvPr id="12" name="Oval 11"/>
          <p:cNvSpPr/>
          <p:nvPr/>
        </p:nvSpPr>
        <p:spPr>
          <a:xfrm>
            <a:off x="5334000" y="3352800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</a:t>
            </a:r>
          </a:p>
        </p:txBody>
      </p:sp>
      <p:sp>
        <p:nvSpPr>
          <p:cNvPr id="13" name="Oval 12"/>
          <p:cNvSpPr/>
          <p:nvPr/>
        </p:nvSpPr>
        <p:spPr>
          <a:xfrm>
            <a:off x="7052129" y="2621611"/>
            <a:ext cx="1939471" cy="10382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Monthly</a:t>
            </a:r>
          </a:p>
          <a:p>
            <a:pPr algn="ctr"/>
            <a:r>
              <a:rPr lang="en-US" dirty="0"/>
              <a:t>Transaction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3500" y="5204153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Objects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784190" y="3505200"/>
            <a:ext cx="1397410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Terminator 17"/>
          <p:cNvSpPr/>
          <p:nvPr/>
        </p:nvSpPr>
        <p:spPr>
          <a:xfrm>
            <a:off x="3606595" y="4272025"/>
            <a:ext cx="1752600" cy="501134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Noun Phrase</a:t>
            </a:r>
          </a:p>
        </p:txBody>
      </p:sp>
    </p:spTree>
    <p:extLst>
      <p:ext uri="{BB962C8B-B14F-4D97-AF65-F5344CB8AC3E}">
        <p14:creationId xmlns:p14="http://schemas.microsoft.com/office/powerpoint/2010/main" val="91270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try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981200"/>
            <a:ext cx="3467100" cy="2724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420836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47244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Domain</a:t>
            </a:r>
          </a:p>
        </p:txBody>
      </p:sp>
      <p:sp>
        <p:nvSpPr>
          <p:cNvPr id="7" name="Oval 6"/>
          <p:cNvSpPr/>
          <p:nvPr/>
        </p:nvSpPr>
        <p:spPr>
          <a:xfrm>
            <a:off x="6477000" y="1676399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8" name="Oval 7"/>
          <p:cNvSpPr/>
          <p:nvPr/>
        </p:nvSpPr>
        <p:spPr>
          <a:xfrm>
            <a:off x="5060043" y="2068480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9" name="Oval 8"/>
          <p:cNvSpPr/>
          <p:nvPr/>
        </p:nvSpPr>
        <p:spPr>
          <a:xfrm>
            <a:off x="7010400" y="3733800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10" name="Oval 9"/>
          <p:cNvSpPr/>
          <p:nvPr/>
        </p:nvSpPr>
        <p:spPr>
          <a:xfrm>
            <a:off x="5410200" y="3200400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11" name="Oval 10"/>
          <p:cNvSpPr/>
          <p:nvPr/>
        </p:nvSpPr>
        <p:spPr>
          <a:xfrm>
            <a:off x="7052129" y="2621611"/>
            <a:ext cx="1939471" cy="10382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3786" y="53779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784190" y="3505200"/>
            <a:ext cx="1397410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986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another try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981200"/>
            <a:ext cx="3467100" cy="2724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52600" y="3174741"/>
            <a:ext cx="76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47244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Domain</a:t>
            </a:r>
          </a:p>
        </p:txBody>
      </p:sp>
      <p:sp>
        <p:nvSpPr>
          <p:cNvPr id="7" name="Oval 6"/>
          <p:cNvSpPr/>
          <p:nvPr/>
        </p:nvSpPr>
        <p:spPr>
          <a:xfrm>
            <a:off x="6477000" y="1676399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8" name="Oval 7"/>
          <p:cNvSpPr/>
          <p:nvPr/>
        </p:nvSpPr>
        <p:spPr>
          <a:xfrm>
            <a:off x="5060043" y="2068480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9" name="Oval 8"/>
          <p:cNvSpPr/>
          <p:nvPr/>
        </p:nvSpPr>
        <p:spPr>
          <a:xfrm>
            <a:off x="7010400" y="3733800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10" name="Oval 9"/>
          <p:cNvSpPr/>
          <p:nvPr/>
        </p:nvSpPr>
        <p:spPr>
          <a:xfrm>
            <a:off x="5410200" y="3200400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11" name="Oval 10"/>
          <p:cNvSpPr/>
          <p:nvPr/>
        </p:nvSpPr>
        <p:spPr>
          <a:xfrm>
            <a:off x="7052129" y="2621611"/>
            <a:ext cx="1939471" cy="10382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3786" y="53779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784190" y="3505200"/>
            <a:ext cx="1397410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142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Detailing Objects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12" y="1210391"/>
            <a:ext cx="2042887" cy="1605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8722" y="2100589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Bank</a:t>
            </a:r>
          </a:p>
        </p:txBody>
      </p:sp>
      <p:sp>
        <p:nvSpPr>
          <p:cNvPr id="9" name="Oval 8"/>
          <p:cNvSpPr/>
          <p:nvPr/>
        </p:nvSpPr>
        <p:spPr>
          <a:xfrm>
            <a:off x="3076122" y="4345381"/>
            <a:ext cx="1752600" cy="8015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Account</a:t>
            </a:r>
          </a:p>
        </p:txBody>
      </p:sp>
      <p:sp>
        <p:nvSpPr>
          <p:cNvPr id="10" name="Oval 9"/>
          <p:cNvSpPr/>
          <p:nvPr/>
        </p:nvSpPr>
        <p:spPr>
          <a:xfrm>
            <a:off x="5800271" y="2740741"/>
            <a:ext cx="2505529" cy="53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Account Holder</a:t>
            </a:r>
          </a:p>
        </p:txBody>
      </p:sp>
      <p:sp>
        <p:nvSpPr>
          <p:cNvPr id="11" name="Oval 10"/>
          <p:cNvSpPr/>
          <p:nvPr/>
        </p:nvSpPr>
        <p:spPr>
          <a:xfrm>
            <a:off x="6063341" y="5750636"/>
            <a:ext cx="1752600" cy="590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Employee</a:t>
            </a:r>
          </a:p>
        </p:txBody>
      </p:sp>
      <p:sp>
        <p:nvSpPr>
          <p:cNvPr id="12" name="Oval 11"/>
          <p:cNvSpPr/>
          <p:nvPr/>
        </p:nvSpPr>
        <p:spPr>
          <a:xfrm>
            <a:off x="357413" y="5125009"/>
            <a:ext cx="1752600" cy="625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199" y="1676400"/>
            <a:ext cx="2514601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Account</a:t>
            </a:r>
          </a:p>
          <a:p>
            <a:endParaRPr lang="en-US" dirty="0"/>
          </a:p>
          <a:p>
            <a:r>
              <a:rPr lang="en-US" dirty="0"/>
              <a:t>Has : Number, Balance, Opening Date. Account Holder</a:t>
            </a:r>
          </a:p>
          <a:p>
            <a:endParaRPr lang="en-US" dirty="0"/>
          </a:p>
          <a:p>
            <a:r>
              <a:rPr lang="en-US" dirty="0"/>
              <a:t>Does:</a:t>
            </a:r>
          </a:p>
          <a:p>
            <a:r>
              <a:rPr lang="en-US" dirty="0"/>
              <a:t>Deposit given amount</a:t>
            </a:r>
          </a:p>
          <a:p>
            <a:r>
              <a:rPr lang="en-US" dirty="0"/>
              <a:t>Withdraw given amount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913" y="3031906"/>
            <a:ext cx="2180771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Branch</a:t>
            </a:r>
          </a:p>
          <a:p>
            <a:endParaRPr lang="en-US" dirty="0"/>
          </a:p>
          <a:p>
            <a:r>
              <a:rPr lang="en-US" dirty="0"/>
              <a:t>Has: Name, Location,</a:t>
            </a:r>
          </a:p>
          <a:p>
            <a:r>
              <a:rPr lang="en-US" dirty="0"/>
              <a:t>No of accounts</a:t>
            </a:r>
          </a:p>
          <a:p>
            <a:endParaRPr lang="en-US" dirty="0"/>
          </a:p>
          <a:p>
            <a:r>
              <a:rPr lang="en-US" dirty="0"/>
              <a:t>Does: Create new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0271" y="3646815"/>
            <a:ext cx="215900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Employee</a:t>
            </a:r>
          </a:p>
          <a:p>
            <a:endParaRPr lang="en-US" dirty="0"/>
          </a:p>
          <a:p>
            <a:r>
              <a:rPr lang="en-US" dirty="0"/>
              <a:t>Has: name, id, email,</a:t>
            </a:r>
          </a:p>
          <a:p>
            <a:r>
              <a:rPr lang="en-US" dirty="0"/>
              <a:t>salary</a:t>
            </a:r>
          </a:p>
          <a:p>
            <a:endParaRPr lang="en-US" dirty="0"/>
          </a:p>
          <a:p>
            <a:r>
              <a:rPr lang="en-US" dirty="0"/>
              <a:t>Does: Handle banking 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0271" y="1485036"/>
            <a:ext cx="218077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Account Holder</a:t>
            </a:r>
          </a:p>
          <a:p>
            <a:endParaRPr lang="en-US" dirty="0"/>
          </a:p>
          <a:p>
            <a:r>
              <a:rPr lang="en-US" dirty="0"/>
              <a:t>Has: name, contact no, accounts</a:t>
            </a:r>
          </a:p>
        </p:txBody>
      </p:sp>
    </p:spTree>
    <p:extLst>
      <p:ext uri="{BB962C8B-B14F-4D97-AF65-F5344CB8AC3E}">
        <p14:creationId xmlns:p14="http://schemas.microsoft.com/office/powerpoint/2010/main" val="1428427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are inter-connected</a:t>
            </a:r>
          </a:p>
        </p:txBody>
      </p:sp>
      <p:sp>
        <p:nvSpPr>
          <p:cNvPr id="9" name="Oval 8"/>
          <p:cNvSpPr/>
          <p:nvPr/>
        </p:nvSpPr>
        <p:spPr>
          <a:xfrm>
            <a:off x="2819400" y="5386594"/>
            <a:ext cx="1752600" cy="557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Account</a:t>
            </a:r>
          </a:p>
        </p:txBody>
      </p:sp>
      <p:sp>
        <p:nvSpPr>
          <p:cNvPr id="10" name="Oval 9"/>
          <p:cNvSpPr/>
          <p:nvPr/>
        </p:nvSpPr>
        <p:spPr>
          <a:xfrm>
            <a:off x="5800271" y="2740741"/>
            <a:ext cx="2505529" cy="53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Account Holder</a:t>
            </a:r>
          </a:p>
        </p:txBody>
      </p:sp>
      <p:sp>
        <p:nvSpPr>
          <p:cNvPr id="11" name="Oval 10"/>
          <p:cNvSpPr/>
          <p:nvPr/>
        </p:nvSpPr>
        <p:spPr>
          <a:xfrm>
            <a:off x="6063341" y="5750636"/>
            <a:ext cx="1752600" cy="590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Employee</a:t>
            </a:r>
          </a:p>
        </p:txBody>
      </p:sp>
      <p:sp>
        <p:nvSpPr>
          <p:cNvPr id="12" name="Oval 11"/>
          <p:cNvSpPr/>
          <p:nvPr/>
        </p:nvSpPr>
        <p:spPr>
          <a:xfrm>
            <a:off x="159656" y="4662477"/>
            <a:ext cx="1752600" cy="625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199" y="1868155"/>
            <a:ext cx="2085523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Account</a:t>
            </a:r>
          </a:p>
          <a:p>
            <a:endParaRPr lang="en-US" dirty="0"/>
          </a:p>
          <a:p>
            <a:r>
              <a:rPr lang="en-US" dirty="0"/>
              <a:t>Has : Number, Balance, Opening Date. Account Holder</a:t>
            </a:r>
          </a:p>
          <a:p>
            <a:endParaRPr lang="en-US" dirty="0"/>
          </a:p>
          <a:p>
            <a:r>
              <a:rPr lang="en-US" dirty="0"/>
              <a:t>Does:</a:t>
            </a:r>
          </a:p>
          <a:p>
            <a:r>
              <a:rPr lang="en-US" dirty="0"/>
              <a:t>Deposit given amount</a:t>
            </a:r>
          </a:p>
          <a:p>
            <a:r>
              <a:rPr lang="en-US" dirty="0"/>
              <a:t>Withdraw given amount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656" y="2220097"/>
            <a:ext cx="1950357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Branch</a:t>
            </a:r>
          </a:p>
          <a:p>
            <a:endParaRPr lang="en-US" dirty="0"/>
          </a:p>
          <a:p>
            <a:r>
              <a:rPr lang="en-US" dirty="0"/>
              <a:t>Has: Name, Location,</a:t>
            </a:r>
          </a:p>
          <a:p>
            <a:r>
              <a:rPr lang="en-US" dirty="0"/>
              <a:t>No of accounts</a:t>
            </a:r>
          </a:p>
          <a:p>
            <a:endParaRPr lang="en-US" dirty="0"/>
          </a:p>
          <a:p>
            <a:r>
              <a:rPr lang="en-US" dirty="0"/>
              <a:t>Does: Create new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0271" y="3646815"/>
            <a:ext cx="215900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Employee</a:t>
            </a:r>
          </a:p>
          <a:p>
            <a:endParaRPr lang="en-US" dirty="0"/>
          </a:p>
          <a:p>
            <a:r>
              <a:rPr lang="en-US" dirty="0"/>
              <a:t>Has: name, id, email,</a:t>
            </a:r>
          </a:p>
          <a:p>
            <a:r>
              <a:rPr lang="en-US" dirty="0"/>
              <a:t>salary</a:t>
            </a:r>
          </a:p>
          <a:p>
            <a:endParaRPr lang="en-US" dirty="0"/>
          </a:p>
          <a:p>
            <a:r>
              <a:rPr lang="en-US" dirty="0"/>
              <a:t>Does: Handle banking 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0271" y="1485036"/>
            <a:ext cx="218077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Account Holder</a:t>
            </a:r>
          </a:p>
          <a:p>
            <a:endParaRPr lang="en-US" dirty="0"/>
          </a:p>
          <a:p>
            <a:r>
              <a:rPr lang="en-US" dirty="0"/>
              <a:t>Has: name, contact no, accounts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110013" y="3008670"/>
            <a:ext cx="63318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8" idx="1"/>
          </p:cNvCxnSpPr>
          <p:nvPr/>
        </p:nvCxnSpPr>
        <p:spPr>
          <a:xfrm flipH="1" flipV="1">
            <a:off x="4828722" y="2085200"/>
            <a:ext cx="971549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828722" y="4267200"/>
            <a:ext cx="97154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/>
          <p:nvPr/>
        </p:nvCxnSpPr>
        <p:spPr>
          <a:xfrm>
            <a:off x="2110012" y="4372428"/>
            <a:ext cx="3690259" cy="966994"/>
          </a:xfrm>
          <a:prstGeom prst="bentConnector3">
            <a:avLst>
              <a:gd name="adj1" fmla="val 1224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537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Detail objects of University</a:t>
            </a:r>
            <a:br>
              <a:rPr lang="en-US" dirty="0"/>
            </a:br>
            <a:r>
              <a:rPr lang="en-US" dirty="0"/>
              <a:t>and Find their inter-connection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981200"/>
            <a:ext cx="3467100" cy="2724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420836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47244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Domain</a:t>
            </a:r>
          </a:p>
        </p:txBody>
      </p:sp>
      <p:sp>
        <p:nvSpPr>
          <p:cNvPr id="7" name="Oval 6"/>
          <p:cNvSpPr/>
          <p:nvPr/>
        </p:nvSpPr>
        <p:spPr>
          <a:xfrm>
            <a:off x="6477000" y="1676399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8" name="Oval 7"/>
          <p:cNvSpPr/>
          <p:nvPr/>
        </p:nvSpPr>
        <p:spPr>
          <a:xfrm>
            <a:off x="5060043" y="2068480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9" name="Oval 8"/>
          <p:cNvSpPr/>
          <p:nvPr/>
        </p:nvSpPr>
        <p:spPr>
          <a:xfrm>
            <a:off x="7010400" y="3733800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10" name="Oval 9"/>
          <p:cNvSpPr/>
          <p:nvPr/>
        </p:nvSpPr>
        <p:spPr>
          <a:xfrm>
            <a:off x="5410200" y="3200400"/>
            <a:ext cx="1752600" cy="11062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11" name="Oval 10"/>
          <p:cNvSpPr/>
          <p:nvPr/>
        </p:nvSpPr>
        <p:spPr>
          <a:xfrm>
            <a:off x="7052129" y="2621611"/>
            <a:ext cx="1939471" cy="10382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3786" y="537793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784190" y="3505200"/>
            <a:ext cx="1397410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61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83820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Advantage of OOPs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1547469"/>
              </p:ext>
            </p:extLst>
          </p:nvPr>
        </p:nvGraphicFramePr>
        <p:xfrm>
          <a:off x="457200" y="2133600"/>
          <a:ext cx="8229600" cy="403860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46200"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OOPs makes development and maintenance easier where as in Procedure-oriented programming language it is not easy to manage if code grows as project size grows.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6200"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OOPs provides data </a:t>
                      </a: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hiding where as </a:t>
                      </a:r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 Procedure-oriented programming language a global data can be accessed from anywhere.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00"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OOPs provides ability to simulate real-world event much more effectively. We can provide the solution of real world problem if we are using the Object-Oriented Programming language.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166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0" y="1524000"/>
            <a:ext cx="4953000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"I hear and I forget. I 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see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 and I remember. 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I do and I understand." - 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Confucius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070753"/>
      </p:ext>
    </p:extLst>
  </p:cSld>
  <p:clrMapOvr>
    <a:masterClrMapping/>
  </p:clrMapOvr>
</p:sld>
</file>

<file path=ppt/theme/theme1.xml><?xml version="1.0" encoding="utf-8"?>
<a:theme xmlns:a="http://schemas.openxmlformats.org/drawingml/2006/main" name="Starter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4.xml"/></Relationships>
</file>

<file path=customXml/item1.xml><?xml version="1.0" encoding="utf-8"?>
<Control xmlns="http://schemas.microsoft.com/VisualStudio/2011/storyboarding/control/v1.0">
  <Id Name="System.Storyboard.Stencil.DropdownBox" RevisionId="00000000-0000-0000-0000-000000000000" Stencil="System.Common" StencilRevisionId="00000000-0000-0000-0000-000000000000" StencilVersion="1.0"/>
</Control>
</file>

<file path=customXml/item2.xml><?xml version="1.0" encoding="utf-8"?>
<Control xmlns="http://schemas.microsoft.com/VisualStudio/2011/storyboarding/control/v1.0">
  <Id Name="System.Storyboarding.Icons.Help" RevisionId="05cd6d03-c0b2-488e-98a7-d68de69a2cfc" Stencil="System.Storyboarding.Icons" StencilRevisionId="05cd6d03-c0b2-488e-98a7-d68de69a2cfc" StencilVersion="0.1"/>
</Control>
</file>

<file path=customXml/item3.xml><?xml version="1.0" encoding="utf-8"?>
<Control xmlns="http://schemas.microsoft.com/VisualStudio/2011/storyboarding/control/v1.0">
  <Id Name="System.Storyboarding.Common.Text" RevisionId="68ea164d-c1de-47a5-804f-d4d1290fa524" Stencil="System.Storyboarding.Common" StencilRevisionId="68ea164d-c1de-47a5-804f-d4d1290fa524" StencilVersion="0.1"/>
</Control>
</file>

<file path=customXml/item4.xml><?xml version="1.0" encoding="utf-8"?>
<Control xmlns="http://schemas.microsoft.com/VisualStudio/2011/storyboarding/control/v1.0">
  <Id Name="System.Storyboard.Stencil.Image" RevisionId="00000000-0000-0000-0000-000000000000" Stencil="System.Media" StencilRevisionId="00000000-0000-0000-0000-000000000000" StencilVersion="1.0"/>
</Control>
</file>

<file path=customXml/item5.xml><?xml version="1.0" encoding="utf-8"?>
<Control xmlns="http://schemas.microsoft.com/VisualStudio/2011/storyboarding/control/v1.0">
  <Id Name="System.Storyboard.Stencil.TextArea" RevisionId="00000000-0000-0000-0000-000000000000" Stencil="System.Common" StencilRevisionId="00000000-0000-0000-0000-000000000000" StencilVersion="1.0"/>
</Control>
</file>

<file path=customXml/item6.xml><?xml version="1.0" encoding="utf-8"?>
<Control xmlns="http://schemas.microsoft.com/VisualStudio/2011/storyboarding/control/v1.0">
  <Id Name="System.Storyboarding.Common.SearchBox" RevisionId="68ea164d-c1de-47a5-804f-d4d1290fa524" Stencil="System.Storyboarding.Common" StencilRevisionId="68ea164d-c1de-47a5-804f-d4d1290fa524" StencilVersion="0.1"/>
</Control>
</file>

<file path=customXml/item7.xml><?xml version="1.0" encoding="utf-8"?>
<Control xmlns="http://schemas.microsoft.com/VisualStudio/2011/storyboarding/control/v1.0">
  <Id Name="System.Storyboard.Stencil.PhoneApplicationBar" RevisionId="00000000-0000-0000-0000-000000000000" Stencil="System.Windows_Phone_7" StencilRevisionId="00000000-0000-0000-0000-000000000000" StencilVersion="1.0"/>
</Control>
</file>

<file path=customXml/item8.xml><?xml version="1.0" encoding="utf-8"?>
<Control xmlns="http://schemas.microsoft.com/VisualStudio/2011/storyboarding/control/v1.0">
  <Id Name="System.Storyboard.Stencil.VerticalSplitter" RevisionId="00000000-0000-0000-0000-000000000000" Stencil="System.Windows" StencilRevisionId="00000000-0000-0000-0000-000000000000" StencilVersion="1.0"/>
</Control>
</file>

<file path=customXml/item9.xml><?xml version="1.0" encoding="utf-8"?>
<Control xmlns="http://schemas.microsoft.com/VisualStudio/2011/storyboarding/control/v1.0">
  <Id Name="System.Storyboard.Stencil.TreeList" RevisionId="00000000-0000-0000-0000-000000000000" Stencil="System.Common" StencilRevisionId="00000000-0000-0000-0000-000000000000" StencilVersion="1.0"/>
</Control>
</file>

<file path=customXml/item10.xml><?xml version="1.0" encoding="utf-8"?>
<Control xmlns="http://schemas.microsoft.com/VisualStudio/2011/storyboarding/control/v1.0">
  <Id Name="System.Storyboard.Stencil.PieChart" RevisionId="00000000-0000-0000-0000-000000000000" Stencil="System.Media" StencilRevisionId="00000000-0000-0000-0000-000000000000" StencilVersion="1.0"/>
</Control>
</file>

<file path=customXml/item11.xml><?xml version="1.0" encoding="utf-8"?>
<Control xmlns="http://schemas.microsoft.com/VisualStudio/2011/storyboarding/control/v1.0">
  <Id Name="System.Storyboard.Stencil.Browser" RevisionId="bdb52a43-f875-417f-a3f8-9b0259dd3051" Stencil="System.Backgrounds" StencilRevisionId="bdb52a43-f875-417f-a3f8-9b0259dd3051" StencilVersion="1.0"/>
</Control>
</file>

<file path=customXml/item12.xml><?xml version="1.0" encoding="utf-8"?>
<Control xmlns="http://schemas.microsoft.com/VisualStudio/2011/storyboarding/control/v1.0">
  <Id Name="System.Storyboard.Stencil.HorizontalScrollbar" RevisionId="00000000-0000-0000-0000-000000000000" Stencil="System.Common" StencilRevisionId="00000000-0000-0000-0000-000000000000" StencilVersion="1.0"/>
</Control>
</file>

<file path=customXml/item13.xml><?xml version="1.0" encoding="utf-8"?>
<Control xmlns="http://schemas.microsoft.com/VisualStudio/2011/storyboarding/control/v1.0">
  <Id Name="System.Storyboard.Stencil.Title" RevisionId="00000000-0000-0000-0000-000000000000" Stencil="System.Common" StencilRevisionId="00000000-0000-0000-0000-000000000000" StencilVersion="1.0"/>
</Control>
</file>

<file path=customXml/item14.xml><?xml version="1.0" encoding="utf-8"?>
<Control xmlns="http://schemas.microsoft.com/VisualStudio/2011/storyboarding/control/v1.0">
  <Id Name="System.Storyboarding.Common.Text" RevisionId="68ea164d-c1de-47a5-804f-d4d1290fa524" Stencil="System.Storyboarding.Common" StencilRevisionId="68ea164d-c1de-47a5-804f-d4d1290fa524" StencilVersion="0.1"/>
</Control>
</file>

<file path=customXml/item1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b4ebf394-daf6-497a-96c5-a2f8c10b38cf">TT6HZDVJM2HV-178-540</_dlc_DocId>
    <_dlc_DocIdUrl xmlns="b4ebf394-daf6-497a-96c5-a2f8c10b38cf">
      <Url>http://vstsdfmoss/sites/VSTSDF/DevDiv/TFS/teams/rm/_layouts/DocIdRedir.aspx?ID=TT6HZDVJM2HV-178-540</Url>
      <Description>TT6HZDVJM2HV-178-540</Description>
    </_dlc_DocIdUrl>
  </documentManagement>
</p:properties>
</file>

<file path=customXml/item1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7.xml><?xml version="1.0" encoding="utf-8"?>
<Control xmlns="http://schemas.microsoft.com/VisualStudio/2011/storyboarding/control/v1.0">
  <Id Name="System.Storyboard.Stencil.PhoneTile" RevisionId="00000000-0000-0000-0000-000000000000" Stencil="System.Windows_Phone_7" StencilRevisionId="00000000-0000-0000-0000-000000000000" StencilVersion="1.0"/>
</Control>
</file>

<file path=customXml/item18.xml><?xml version="1.0" encoding="utf-8"?>
<Control xmlns="http://schemas.microsoft.com/VisualStudio/2011/storyboarding/control/v1.0">
  <Id Name="System.Storyboard.Stencil.Hyperlink" RevisionId="00000000-0000-0000-0000-000000000000" Stencil="System.Common" StencilRevisionId="00000000-0000-0000-0000-000000000000" StencilVersion="1.0"/>
</Control>
</file>

<file path=customXml/item19.xml><?xml version="1.0" encoding="utf-8"?>
<Control xmlns="http://schemas.microsoft.com/VisualStudio/2011/storyboarding/control">
  <Id Name="System.Storyboarding.Backgrounds.WindowsPhone" RevisionId="bdb52a43-f875-417f-a3f8-9b0259dd3051" Stencil="System.Storyboarding.Backgrounds" StencilRevisionId="bdb52a43-f875-417f-a3f8-9b0259dd3051" StencilVersion="0.1"/>
</Control>
</file>

<file path=customXml/item20.xml><?xml version="1.0" encoding="utf-8"?>
<Control xmlns="http://schemas.microsoft.com/VisualStudio/2011/storyboarding/control">
  <Id Name="System.Storyboarding.Backgrounds.Window" RevisionId="bdb52a43-f875-417f-a3f8-9b0259dd3051" Stencil="System.Storyboarding.Backgrounds" StencilRevisionId="bdb52a43-f875-417f-a3f8-9b0259dd3051" StencilVersion="0.1"/>
</Control>
</file>

<file path=customXml/item21.xml><?xml version="1.0" encoding="utf-8"?>
<Control xmlns="http://schemas.microsoft.com/VisualStudio/2011/storyboarding/control/v1.0">
  <Id Name="System.Storyboard.Stencil.Calendar" RevisionId="00000000-0000-0000-0000-000000000000" Stencil="System.Common" StencilRevisionId="00000000-0000-0000-0000-000000000000" StencilVersion="1.0"/>
</Control>
</file>

<file path=customXml/item22.xml><?xml version="1.0" encoding="utf-8"?>
<Control xmlns="http://schemas.microsoft.com/VisualStudio/2011/storyboarding/control/v1.0">
  <Id Name="System.Storyboard.Stencil.PhoneNotification" RevisionId="00000000-0000-0000-0000-000000000000" Stencil="System.Windows_Phone_7" StencilRevisionId="00000000-0000-0000-0000-000000000000" StencilVersion="1.0"/>
</Control>
</file>

<file path=customXml/item23.xml><?xml version="1.0" encoding="utf-8"?>
<Control xmlns="http://schemas.microsoft.com/VisualStudio/2011/storyboarding/control/v1.0">
  <Id Name="System.Storyboard.Stencil.Label" RevisionId="00000000-0000-0000-0000-000000000000" Stencil="System.Common" StencilRevisionId="00000000-0000-0000-0000-000000000000" StencilVersion="1.0"/>
</Control>
</file>

<file path=customXml/item24.xml><?xml version="1.0" encoding="utf-8"?>
<Control xmlns="http://schemas.microsoft.com/VisualStudio/2011/storyboarding/control/v1.0">
  <Id Name="System.Storyboard.Stencil.DropdownBox" RevisionId="00000000-0000-0000-0000-000000000000" Stencil="System.Common" StencilRevisionId="00000000-0000-0000-0000-000000000000" StencilVersion="1.0"/>
</Control>
</file>

<file path=customXml/item25.xml><?xml version="1.0" encoding="utf-8"?>
<Control xmlns="http://schemas.microsoft.com/VisualStudio/2011/storyboarding/control/v1.0">
  <Id Name="System.Storyboard.Stencil.Title" RevisionId="00000000-0000-0000-0000-000000000000" Stencil="System.Common" StencilRevisionId="00000000-0000-0000-0000-000000000000" StencilVersion="1.0"/>
</Control>
</file>

<file path=customXml/item26.xml><?xml version="1.0" encoding="utf-8"?>
<Control xmlns="http://schemas.microsoft.com/VisualStudio/2011/storyboarding/control">
  <Id Name="System.Storyboarding.Backgrounds.WindowsPhoneLandscape" RevisionId="bdb52a43-f875-417f-a3f8-9b0259dd3051" Stencil="System.Storyboarding.Backgrounds" StencilRevisionId="bdb52a43-f875-417f-a3f8-9b0259dd3051" StencilVersion="0.1"/>
</Control>
</file>

<file path=customXml/item27.xml><?xml version="1.0" encoding="utf-8"?>
<Control xmlns="http://schemas.microsoft.com/VisualStudio/2011/storyboarding/control/v1.0">
  <Id Name="System.Storyboard.Stencil.PositionControl" RevisionId="00000000-0000-0000-0000-000000000000" Stencil="System.Media" StencilRevisionId="00000000-0000-0000-0000-000000000000" StencilVersion="1.0"/>
</Control>
</file>

<file path=customXml/item28.xml><?xml version="1.0" encoding="utf-8"?>
<Control xmlns="http://schemas.microsoft.com/VisualStudio/2011/storyboarding/control/v1.0">
  <Id Name="System.Storyboarding.Media.Image" RevisionId="658c0869-8ded-44f2-a68a-f8e8fcb7d3bd" Stencil="System.Storyboarding.Media" StencilRevisionId="658c0869-8ded-44f2-a68a-f8e8fcb7d3bd" StencilVersion="0.1"/>
</Control>
</file>

<file path=customXml/item29.xml><?xml version="1.0" encoding="utf-8"?>
<Control xmlns="http://schemas.microsoft.com/VisualStudio/2011/storyboarding/control/v1.0">
  <Id Name="System.Storyboard.Stencil.WidePhoneTile" RevisionId="00000000-0000-0000-0000-000000000000" Stencil="System.Windows_Phone_7" StencilRevisionId="00000000-0000-0000-0000-000000000000" StencilVersion="1.0"/>
</Control>
</file>

<file path=customXml/item30.xml><?xml version="1.0" encoding="utf-8"?>
<Control xmlns="http://schemas.microsoft.com/VisualStudio/2011/storyboarding/control/v1.0">
  <Id Name="System.Storyboard.Stencil.PhoneTile" RevisionId="00000000-0000-0000-0000-000000000000" Stencil="System.Windows_Phone_7" StencilRevisionId="00000000-0000-0000-0000-000000000000" StencilVersion="1.0"/>
</Control>
</file>

<file path=customXml/item31.xml><?xml version="1.0" encoding="utf-8"?>
<Control xmlns="http://schemas.microsoft.com/VisualStudio/2011/storyboarding/control/v1.0">
  <Id Name="System.Storyboard.Stencil.PlayControls" RevisionId="00000000-0000-0000-0000-000000000000" Stencil="System.Media" StencilRevisionId="00000000-0000-0000-0000-000000000000" StencilVersion="1.0"/>
</Control>
</file>

<file path=customXml/item32.xml><?xml version="1.0" encoding="utf-8"?>
<Control xmlns="http://schemas.microsoft.com/VisualStudio/2011/storyboarding/control/v1.0">
  <Id Name="System.Storyboard.Stencil.LineChart" RevisionId="00000000-0000-0000-0000-000000000000" Stencil="System.Media" StencilRevisionId="00000000-0000-0000-0000-000000000000" StencilVersion="1.0"/>
</Control>
</file>

<file path=customXml/item33.xml><?xml version="1.0" encoding="utf-8"?>
<Control xmlns="http://schemas.microsoft.com/VisualStudio/2011/storyboarding/control/v1.0">
  <Id Name="System.Storyboard.Stencil.PhoneTile" RevisionId="00000000-0000-0000-0000-000000000000" Stencil="System.Windows_Phone_7" StencilRevisionId="00000000-0000-0000-0000-000000000000" StencilVersion="1.0"/>
</Control>
</file>

<file path=customXml/item34.xml><?xml version="1.0" encoding="utf-8"?>
<Control xmlns="http://schemas.microsoft.com/VisualStudio/2011/storyboarding/control/v1.0">
  <Id Name="System.Storyboard.Stencil.ColorPicker" RevisionId="00000000-0000-0000-0000-000000000000" Stencil="System.Media" StencilRevisionId="00000000-0000-0000-0000-000000000000" StencilVersion="1.0"/>
</Control>
</file>

<file path=customXml/item35.xml><?xml version="1.0" encoding="utf-8"?>
<Control xmlns="http://schemas.microsoft.com/VisualStudio/2011/storyboarding/control/v1.0">
  <Id Name="System.Storyboard.Stencil.PhoneTile" RevisionId="00000000-0000-0000-0000-000000000000" Stencil="System.Windows_Phone_7" StencilRevisionId="00000000-0000-0000-0000-000000000000" StencilVersion="1.0"/>
</Control>
</file>

<file path=customXml/item36.xml><?xml version="1.0" encoding="utf-8"?>
<Control xmlns="http://schemas.microsoft.com/VisualStudio/2011/storyboarding/control/v1.0">
  <Id Name="System.Storyboarding.Common.DropdownBox" RevisionId="68ea164d-c1de-47a5-804f-d4d1290fa524" Stencil="System.Storyboarding.Common" StencilRevisionId="68ea164d-c1de-47a5-804f-d4d1290fa524" StencilVersion="0.1"/>
</Control>
</file>

<file path=customXml/item37.xml><?xml version="1.0" encoding="utf-8"?>
<Control xmlns="http://schemas.microsoft.com/VisualStudio/2011/storyboarding/control/v1.0">
  <Id Name="System.Storyboarding.Common.Breadcrumb" RevisionId="68ea164d-c1de-47a5-804f-d4d1290fa524" Stencil="System.Storyboarding.Common" StencilRevisionId="68ea164d-c1de-47a5-804f-d4d1290fa524" StencilVersion="0.1"/>
</Control>
</file>

<file path=customXml/item38.xml><?xml version="1.0" encoding="utf-8"?>
<Control xmlns="http://schemas.microsoft.com/VisualStudio/2011/storyboarding/control">
  <Id Name="System.Storyboarding.Backgrounds.RibbonApplication" RevisionId="bdb52a43-f875-417f-a3f8-9b0259dd3051" Stencil="System.Storyboarding.Backgrounds" StencilRevisionId="bdb52a43-f875-417f-a3f8-9b0259dd3051" StencilVersion="0.1"/>
</Control>
</file>

<file path=customXml/item39.xml><?xml version="1.0" encoding="utf-8"?>
<Control xmlns="http://schemas.microsoft.com/VisualStudio/2011/storyboarding/control/v1.0">
  <Id Name="System.Storyboard.Stencil.VideoPlayer" RevisionId="00000000-0000-0000-0000-000000000000" Stencil="System.Media" StencilRevisionId="00000000-0000-0000-0000-000000000000" StencilVersion="1.0"/>
</Control>
</file>

<file path=customXml/item40.xml><?xml version="1.0" encoding="utf-8"?>
<Control xmlns="http://schemas.microsoft.com/VisualStudio/2011/storyboarding/control/v1.0">
  <Id Name="System.Storyboard.Stencil.PhoneTile" RevisionId="00000000-0000-0000-0000-000000000000" Stencil="System.Windows_Phone_7" StencilRevisionId="00000000-0000-0000-0000-000000000000" StencilVersion="1.0"/>
</Control>
</file>

<file path=customXml/item41.xml><?xml version="1.0" encoding="utf-8"?>
<Control xmlns="http://schemas.microsoft.com/VisualStudio/2011/storyboarding/control/v1.0">
  <Id Name="System.Storyboard.Stencil.PhoneBrowserBar" RevisionId="00000000-0000-0000-0000-000000000000" Stencil="System.Windows_Phone_7" StencilRevisionId="00000000-0000-0000-0000-000000000000" StencilVersion="1.0"/>
</Control>
</file>

<file path=customXml/item42.xml><?xml version="1.0" encoding="utf-8"?>
<Control xmlns="http://schemas.microsoft.com/VisualStudio/2011/storyboarding/control/v1.0">
  <Id Name="System.Storyboard.Stencil.Title" RevisionId="00000000-0000-0000-0000-000000000000" Stencil="System.Common" StencilRevisionId="00000000-0000-0000-0000-000000000000" StencilVersion="1.0"/>
</Control>
</file>

<file path=customXml/item43.xml><?xml version="1.0" encoding="utf-8"?>
<Control xmlns="http://schemas.microsoft.com/VisualStudio/2011/storyboarding/control">
  <Id Name="System.Storyboarding.Backgrounds.SharePoint" RevisionId="bdb52a43-f875-417f-a3f8-9b0259dd3051" Stencil="System.Storyboarding.Backgrounds" StencilRevisionId="bdb52a43-f875-417f-a3f8-9b0259dd3051" StencilVersion="0.1"/>
</Control>
</file>

<file path=customXml/item44.xml><?xml version="1.0" encoding="utf-8"?>
<Control xmlns="http://schemas.microsoft.com/VisualStudio/2011/storyboarding/control/v1.0">
  <Id Name="System.Storyboard.Stencil.Group" RevisionId="00000000-0000-0000-0000-000000000000" Stencil="System.Windows" StencilRevisionId="00000000-0000-0000-0000-000000000000" StencilVersion="1.0"/>
</Control>
</file>

<file path=customXml/item45.xml><?xml version="1.0" encoding="utf-8"?>
<Control xmlns="http://schemas.microsoft.com/VisualStudio/2011/storyboarding/control/v1.0">
  <Id Name="System.Storyboarding.Common.Text" RevisionId="68ea164d-c1de-47a5-804f-d4d1290fa524" Stencil="System.Storyboarding.Common" StencilRevisionId="68ea164d-c1de-47a5-804f-d4d1290fa524" StencilVersion="0.1"/>
</Control>
</file>

<file path=customXml/item46.xml><?xml version="1.0" encoding="utf-8"?>
<Control xmlns="http://schemas.microsoft.com/VisualStudio/2011/storyboarding/control/v1.0">
  <Id Name="System.Storyboarding.Common.Text" RevisionId="68ea164d-c1de-47a5-804f-d4d1290fa524" Stencil="System.Storyboarding.Common" StencilRevisionId="68ea164d-c1de-47a5-804f-d4d1290fa524" StencilVersion="0.1"/>
</Control>
</file>

<file path=customXml/item47.xml><?xml version="1.0" encoding="utf-8"?>
<Control xmlns="http://schemas.microsoft.com/VisualStudio/2011/storyboarding/control/v1.0">
  <Id Name="System.Storyboard.Stencil.Label" RevisionId="00000000-0000-0000-0000-000000000000" Stencil="System.Common" StencilRevisionId="00000000-0000-0000-0000-000000000000" StencilVersion="1.0"/>
</Control>
</file>

<file path=customXml/item48.xml><?xml version="1.0" encoding="utf-8"?>
<Control xmlns="http://schemas.microsoft.com/VisualStudio/2011/storyboarding/control/v1.0">
  <Id Name="System.Storyboard.Stencil.LineChart" RevisionId="00000000-0000-0000-0000-000000000000" Stencil="System.Media" StencilRevisionId="00000000-0000-0000-0000-000000000000" StencilVersion="1.0"/>
</Control>
</file>

<file path=customXml/item49.xml><?xml version="1.0" encoding="utf-8"?>
<Control xmlns="http://schemas.microsoft.com/VisualStudio/2011/storyboarding/control/v1.0">
  <Id Name="System.Storyboard.Stencil.PhoneTile" RevisionId="00000000-0000-0000-0000-000000000000" Stencil="System.Windows_Phone_7" StencilRevisionId="00000000-0000-0000-0000-000000000000" StencilVersion="1.0"/>
</Control>
</file>

<file path=customXml/item50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51.xml><?xml version="1.0" encoding="utf-8"?>
<Control xmlns="http://schemas.microsoft.com/VisualStudio/2011/storyboarding/control/v1.0">
  <Id Name="System.Storyboard.Stencil.FourItemList" RevisionId="00000000-0000-0000-0000-000000000000" Stencil="System.Common" StencilRevisionId="00000000-0000-0000-0000-000000000000" StencilVersion="1.0"/>
</Control>
</file>

<file path=customXml/item52.xml><?xml version="1.0" encoding="utf-8"?>
<Control xmlns="http://schemas.microsoft.com/VisualStudio/2011/storyboarding/control/v1.0">
  <Id Name="System.Storyboard.Stencil.ColorPicker" RevisionId="00000000-0000-0000-0000-000000000000" Stencil="System.Media" StencilRevisionId="00000000-0000-0000-0000-000000000000" StencilVersion="1.0"/>
</Control>
</file>

<file path=customXml/item53.xml><?xml version="1.0" encoding="utf-8"?>
<Control xmlns="http://schemas.microsoft.com/VisualStudio/2011/storyboarding/control/v1.0">
  <Id Name="System.Storyboard.Stencil.WidePhoneTile" RevisionId="00000000-0000-0000-0000-000000000000" Stencil="System.Windows_Phone_7" StencilRevisionId="00000000-0000-0000-0000-000000000000" StencilVersion="1.0"/>
</Control>
</file>

<file path=customXml/item54.xml><?xml version="1.0" encoding="utf-8"?>
<Control xmlns="http://schemas.microsoft.com/VisualStudio/2011/storyboarding/control/v1.0">
  <Id Name="System.Storyboard.Stencil.StatusBar" RevisionId="00000000-0000-0000-0000-000000000000" Stencil="System.Windows" StencilRevisionId="00000000-0000-0000-0000-000000000000" StencilVersion="1.0"/>
</Control>
</file>

<file path=customXml/item55.xml><?xml version="1.0" encoding="utf-8"?>
<Control xmlns="http://schemas.microsoft.com/VisualStudio/2011/storyboarding/control/v1.0">
  <Id Name="System.Storyboarding.Common.Text" RevisionId="68ea164d-c1de-47a5-804f-d4d1290fa524" Stencil="System.Storyboarding.Common" StencilRevisionId="68ea164d-c1de-47a5-804f-d4d1290fa524" StencilVersion="0.1"/>
</Control>
</file>

<file path=customXml/item56.xml><?xml version="1.0" encoding="utf-8"?>
<Control xmlns="http://schemas.microsoft.com/VisualStudio/2011/storyboarding/control/v1.0">
  <Id Name="System.Storyboard.Stencil.VerticalScrollbar" RevisionId="00000000-0000-0000-0000-000000000000" Stencil="System.Common" StencilRevisionId="00000000-0000-0000-0000-000000000000" StencilVersion="1.0"/>
</Control>
</file>

<file path=customXml/item57.xml><?xml version="1.0" encoding="utf-8"?>
<Control xmlns="http://schemas.microsoft.com/VisualStudio/2011/storyboarding/control/v1.0">
  <Id Name="System.Storyboard.Stencil.VerticalScrollbar" RevisionId="00000000-0000-0000-0000-000000000000" Stencil="System.Common" StencilRevisionId="00000000-0000-0000-0000-000000000000" StencilVersion="1.0"/>
</Control>
</file>

<file path=customXml/item58.xml><?xml version="1.0" encoding="utf-8"?>
<Control xmlns="http://schemas.microsoft.com/VisualStudio/2011/storyboarding/control">
  <Id Name="System.Storyboarding.Backgrounds.WebBrowser" RevisionId="bdb52a43-f875-417f-a3f8-9b0259dd3051" Stencil="System.Storyboarding.Backgrounds" StencilRevisionId="bdb52a43-f875-417f-a3f8-9b0259dd3051" StencilVersion="0.1"/>
</Control>
</file>

<file path=customXml/item59.xml><?xml version="1.0" encoding="utf-8"?>
<Control xmlns="http://schemas.microsoft.com/VisualStudio/2011/storyboarding/control/v1.0">
  <Id Name="System.Storyboard.Stencil.Title" RevisionId="00000000-0000-0000-0000-000000000000" Stencil="System.Common" StencilRevisionId="00000000-0000-0000-0000-000000000000" StencilVersion="1.0"/>
</Control>
</file>

<file path=customXml/item60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C9F813607D1D469674AAA3D24DC85B" ma:contentTypeVersion="0" ma:contentTypeDescription="Create a new document." ma:contentTypeScope="" ma:versionID="2370c695874a1292907530ead749c2be">
  <xsd:schema xmlns:xsd="http://www.w3.org/2001/XMLSchema" xmlns:xs="http://www.w3.org/2001/XMLSchema" xmlns:p="http://schemas.microsoft.com/office/2006/metadata/properties" xmlns:ns2="b4ebf394-daf6-497a-96c5-a2f8c10b38cf" targetNamespace="http://schemas.microsoft.com/office/2006/metadata/properties" ma:root="true" ma:fieldsID="9b19f9f2e3a2b2958cd8578711e95110" ns2:_="">
    <xsd:import namespace="b4ebf394-daf6-497a-96c5-a2f8c10b38c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ebf394-daf6-497a-96c5-a2f8c10b38c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1.xml><?xml version="1.0" encoding="utf-8"?>
<Control xmlns="http://schemas.microsoft.com/VisualStudio/2011/storyboarding/control/v1.0">
  <Id Name="System.Storyboard.Stencil.TabGroup" RevisionId="00000000-0000-0000-0000-000000000000" Stencil="System.Common" StencilRevisionId="00000000-0000-0000-0000-000000000000" StencilVersion="1.0"/>
</Control>
</file>

<file path=customXml/item62.xml><?xml version="1.0" encoding="utf-8"?>
<Control xmlns="http://schemas.microsoft.com/VisualStudio/2011/storyboarding/control/v1.0">
  <Id Name="System.Storyboarding.Icons.FolderOpen" RevisionId="05cd6d03-c0b2-488e-98a7-d68de69a2cfc" Stencil="System.Storyboarding.Icons" StencilRevisionId="05cd6d03-c0b2-488e-98a7-d68de69a2cfc" StencilVersion="0.1"/>
</Control>
</file>

<file path=customXml/item63.xml><?xml version="1.0" encoding="utf-8"?>
<Control xmlns="http://schemas.microsoft.com/VisualStudio/2011/storyboarding/control/v1.0">
  <Id Name="System.Storyboard.Stencil.Button" RevisionId="00000000-0000-0000-0000-000000000000" Stencil="System.Common" StencilRevisionId="00000000-0000-0000-0000-000000000000" StencilVersion="1.0"/>
</Control>
</file>

<file path=customXml/item64.xml><?xml version="1.0" encoding="utf-8"?>
<Control xmlns="http://schemas.microsoft.com/VisualStudio/2011/storyboarding/control/v1.0">
  <Id Name="System.Storyboard.Stencil.VerticalBarChart" RevisionId="00000000-0000-0000-0000-000000000000" Stencil="System.Media" StencilRevisionId="00000000-0000-0000-0000-000000000000" StencilVersion="1.0"/>
</Control>
</file>

<file path=customXml/item65.xml><?xml version="1.0" encoding="utf-8"?>
<Control xmlns="http://schemas.microsoft.com/VisualStudio/2011/storyboarding/control/v1.0">
  <Id Name="System.Storyboard.Stencil.PieChart" RevisionId="00000000-0000-0000-0000-000000000000" Stencil="System.Media" StencilRevisionId="00000000-0000-0000-0000-000000000000" StencilVersion="1.0"/>
</Control>
</file>

<file path=customXml/item66.xml><?xml version="1.0" encoding="utf-8"?>
<Control xmlns="http://schemas.microsoft.com/VisualStudio/2011/storyboarding/control">
  <Id Name="System.Storyboarding.Backgrounds.RibbonApplication" RevisionId="bdb52a43-f875-417f-a3f8-9b0259dd3051" Stencil="System.Storyboarding.Backgrounds" StencilRevisionId="bdb52a43-f875-417f-a3f8-9b0259dd3051" StencilVersion="0.1"/>
</Control>
</file>

<file path=customXml/item67.xml><?xml version="1.0" encoding="utf-8"?>
<Control xmlns="http://schemas.microsoft.com/VisualStudio/2011/storyboarding/control/v1.0">
  <Id Name="System.Storyboard.Stencil.PositionControl" RevisionId="00000000-0000-0000-0000-000000000000" Stencil="System.Media" StencilRevisionId="00000000-0000-0000-0000-000000000000" StencilVersion="1.0"/>
</Control>
</file>

<file path=customXml/item68.xml><?xml version="1.0" encoding="utf-8"?>
<Control xmlns="http://schemas.microsoft.com/VisualStudio/2011/storyboarding/control">
  <Id Name="System.Storyboarding.WindowsPhoneIcons.Video" RevisionId="5814b1e0-0169-11e0-a976-0800200c9a66" Stencil="System.Storyboarding.WindowsPhoneIcons" StencilRevisionId="5814b1e0-0169-11e0-a976-0800200c9a66" StencilVersion="0.1"/>
</Control>
</file>

<file path=customXml/item69.xml><?xml version="1.0" encoding="utf-8"?>
<Control xmlns="http://schemas.microsoft.com/VisualStudio/2011/storyboarding/control/v1.0">
  <Id Name="System.Storyboarding.Common.Text" RevisionId="68ea164d-c1de-47a5-804f-d4d1290fa524" Stencil="System.Storyboarding.Common" StencilRevisionId="68ea164d-c1de-47a5-804f-d4d1290fa524" StencilVersion="0.1"/>
</Control>
</file>

<file path=customXml/item70.xml><?xml version="1.0" encoding="utf-8"?>
<Control xmlns="http://schemas.microsoft.com/VisualStudio/2011/storyboarding/control/v1.0">
  <Id Name="System.Storyboard.Stencil.Breadcrumb" RevisionId="00000000-0000-0000-0000-000000000000" Stencil="System.Common" StencilRevisionId="00000000-0000-0000-0000-000000000000" StencilVersion="1.0"/>
</Control>
</file>

<file path=customXml/item71.xml><?xml version="1.0" encoding="utf-8"?>
<Control xmlns="http://schemas.microsoft.com/VisualStudio/2011/storyboarding/control/v1.0">
  <Id Name="System.Storyboard.Stencil.Slider" RevisionId="00000000-0000-0000-0000-000000000000" Stencil="System.Common" StencilRevisionId="00000000-0000-0000-0000-000000000000" StencilVersion="1.0"/>
</Control>
</file>

<file path=customXml/item72.xml><?xml version="1.0" encoding="utf-8"?>
<Control xmlns="http://schemas.microsoft.com/VisualStudio/2011/storyboarding/control/v1.0">
  <Id Name="System.Storyboard.Stencil.DatePicker" RevisionId="00000000-0000-0000-0000-000000000000" Stencil="System.Common" StencilRevisionId="00000000-0000-0000-0000-000000000000" StencilVersion="1.0"/>
</Control>
</file>

<file path=customXml/item73.xml><?xml version="1.0" encoding="utf-8"?>
<Control xmlns="http://schemas.microsoft.com/VisualStudio/2011/storyboarding/control/v1.0">
  <Id Name="System.Storyboard.Stencil.PhoneKeyboard" RevisionId="00000000-0000-0000-0000-000000000000" Stencil="System.Windows_Phone_7" StencilRevisionId="00000000-0000-0000-0000-000000000000" StencilVersion="1.0"/>
</Control>
</file>

<file path=customXml/item74.xml><?xml version="1.0" encoding="utf-8"?>
<Control xmlns="http://schemas.microsoft.com/VisualStudio/2011/storyboarding/control/v1.0">
  <Id Name="System.Storyboard.Stencil.TreeList" RevisionId="00000000-0000-0000-0000-000000000000" Stencil="System.Common" StencilRevisionId="00000000-0000-0000-0000-000000000000" StencilVersion="1.0"/>
</Control>
</file>

<file path=customXml/itemProps1.xml><?xml version="1.0" encoding="utf-8"?>
<ds:datastoreItem xmlns:ds="http://schemas.openxmlformats.org/officeDocument/2006/customXml" ds:itemID="{D8E0912A-795B-4916-9114-34B4F28A0EE3}">
  <ds:schemaRefs>
    <ds:schemaRef ds:uri="http://schemas.microsoft.com/VisualStudio/2011/storyboarding/control/v1.0"/>
  </ds:schemaRefs>
</ds:datastoreItem>
</file>

<file path=customXml/itemProps2.xml><?xml version="1.0" encoding="utf-8"?>
<ds:datastoreItem xmlns:ds="http://schemas.openxmlformats.org/officeDocument/2006/customXml" ds:itemID="{63E54A0C-A919-4747-87DB-6EB5DB41F719}">
  <ds:schemaRefs>
    <ds:schemaRef ds:uri="http://schemas.microsoft.com/VisualStudio/2011/storyboarding/control/v1.0"/>
  </ds:schemaRefs>
</ds:datastoreItem>
</file>

<file path=customXml/itemProps3.xml><?xml version="1.0" encoding="utf-8"?>
<ds:datastoreItem xmlns:ds="http://schemas.openxmlformats.org/officeDocument/2006/customXml" ds:itemID="{20EE139D-44C7-4192-A8B7-E25390148E28}">
  <ds:schemaRefs>
    <ds:schemaRef ds:uri="http://schemas.microsoft.com/VisualStudio/2011/storyboarding/control/v1.0"/>
  </ds:schemaRefs>
</ds:datastoreItem>
</file>

<file path=customXml/itemProps4.xml><?xml version="1.0" encoding="utf-8"?>
<ds:datastoreItem xmlns:ds="http://schemas.openxmlformats.org/officeDocument/2006/customXml" ds:itemID="{D705ACE5-FAF8-44EC-9622-845721B4A44D}">
  <ds:schemaRefs>
    <ds:schemaRef ds:uri="http://schemas.microsoft.com/VisualStudio/2011/storyboarding/control/v1.0"/>
  </ds:schemaRefs>
</ds:datastoreItem>
</file>

<file path=customXml/itemProps5.xml><?xml version="1.0" encoding="utf-8"?>
<ds:datastoreItem xmlns:ds="http://schemas.openxmlformats.org/officeDocument/2006/customXml" ds:itemID="{7C4FADB9-82C5-46C4-AD0E-6B60B5C6AEAE}">
  <ds:schemaRefs>
    <ds:schemaRef ds:uri="http://schemas.microsoft.com/VisualStudio/2011/storyboarding/control/v1.0"/>
  </ds:schemaRefs>
</ds:datastoreItem>
</file>

<file path=customXml/itemProps6.xml><?xml version="1.0" encoding="utf-8"?>
<ds:datastoreItem xmlns:ds="http://schemas.openxmlformats.org/officeDocument/2006/customXml" ds:itemID="{7BF16C54-4775-4FA7-AF88-98AF6D5E8CA6}">
  <ds:schemaRefs>
    <ds:schemaRef ds:uri="http://schemas.microsoft.com/VisualStudio/2011/storyboarding/control/v1.0"/>
  </ds:schemaRefs>
</ds:datastoreItem>
</file>

<file path=customXml/itemProps7.xml><?xml version="1.0" encoding="utf-8"?>
<ds:datastoreItem xmlns:ds="http://schemas.openxmlformats.org/officeDocument/2006/customXml" ds:itemID="{E6C688DD-065A-4726-BCE5-E5AFDA3F5641}">
  <ds:schemaRefs>
    <ds:schemaRef ds:uri="http://schemas.microsoft.com/VisualStudio/2011/storyboarding/control/v1.0"/>
  </ds:schemaRefs>
</ds:datastoreItem>
</file>

<file path=customXml/itemProps8.xml><?xml version="1.0" encoding="utf-8"?>
<ds:datastoreItem xmlns:ds="http://schemas.openxmlformats.org/officeDocument/2006/customXml" ds:itemID="{DDEEC505-9111-44CE-9DED-8A454ABEC272}">
  <ds:schemaRefs>
    <ds:schemaRef ds:uri="http://schemas.microsoft.com/VisualStudio/2011/storyboarding/control/v1.0"/>
  </ds:schemaRefs>
</ds:datastoreItem>
</file>

<file path=customXml/itemProps9.xml><?xml version="1.0" encoding="utf-8"?>
<ds:datastoreItem xmlns:ds="http://schemas.openxmlformats.org/officeDocument/2006/customXml" ds:itemID="{5E2E8CE4-298D-499A-B8B4-4A593AC844A5}">
  <ds:schemaRefs>
    <ds:schemaRef ds:uri="http://schemas.microsoft.com/VisualStudio/2011/storyboarding/control/v1.0"/>
  </ds:schemaRefs>
</ds:datastoreItem>
</file>

<file path=customXml/itemProps10.xml><?xml version="1.0" encoding="utf-8"?>
<ds:datastoreItem xmlns:ds="http://schemas.openxmlformats.org/officeDocument/2006/customXml" ds:itemID="{B2C9D19C-4878-43E0-A5AD-CB76AB49D960}">
  <ds:schemaRefs>
    <ds:schemaRef ds:uri="http://schemas.microsoft.com/VisualStudio/2011/storyboarding/control/v1.0"/>
  </ds:schemaRefs>
</ds:datastoreItem>
</file>

<file path=customXml/itemProps11.xml><?xml version="1.0" encoding="utf-8"?>
<ds:datastoreItem xmlns:ds="http://schemas.openxmlformats.org/officeDocument/2006/customXml" ds:itemID="{53BC856C-B486-437D-A7B4-612AE9417D7A}">
  <ds:schemaRefs>
    <ds:schemaRef ds:uri="http://schemas.microsoft.com/VisualStudio/2011/storyboarding/control/v1.0"/>
  </ds:schemaRefs>
</ds:datastoreItem>
</file>

<file path=customXml/itemProps12.xml><?xml version="1.0" encoding="utf-8"?>
<ds:datastoreItem xmlns:ds="http://schemas.openxmlformats.org/officeDocument/2006/customXml" ds:itemID="{CB953D38-E965-4BB2-94FE-DF647E85A654}">
  <ds:schemaRefs>
    <ds:schemaRef ds:uri="http://schemas.microsoft.com/VisualStudio/2011/storyboarding/control/v1.0"/>
  </ds:schemaRefs>
</ds:datastoreItem>
</file>

<file path=customXml/itemProps13.xml><?xml version="1.0" encoding="utf-8"?>
<ds:datastoreItem xmlns:ds="http://schemas.openxmlformats.org/officeDocument/2006/customXml" ds:itemID="{9C57ED54-5F7A-476D-BFE2-C46C7230CC6B}">
  <ds:schemaRefs>
    <ds:schemaRef ds:uri="http://schemas.microsoft.com/VisualStudio/2011/storyboarding/control/v1.0"/>
  </ds:schemaRefs>
</ds:datastoreItem>
</file>

<file path=customXml/itemProps14.xml><?xml version="1.0" encoding="utf-8"?>
<ds:datastoreItem xmlns:ds="http://schemas.openxmlformats.org/officeDocument/2006/customXml" ds:itemID="{6574190A-3D9E-42C1-B276-38E33156AA99}">
  <ds:schemaRefs>
    <ds:schemaRef ds:uri="http://schemas.microsoft.com/VisualStudio/2011/storyboarding/control/v1.0"/>
  </ds:schemaRefs>
</ds:datastoreItem>
</file>

<file path=customXml/itemProps15.xml><?xml version="1.0" encoding="utf-8"?>
<ds:datastoreItem xmlns:ds="http://schemas.openxmlformats.org/officeDocument/2006/customXml" ds:itemID="{A9E9510A-02AF-4564-9E17-46676C80E84C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b4ebf394-daf6-497a-96c5-a2f8c10b38cf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16.xml><?xml version="1.0" encoding="utf-8"?>
<ds:datastoreItem xmlns:ds="http://schemas.openxmlformats.org/officeDocument/2006/customXml" ds:itemID="{B7BD4F34-B154-4D92-BE87-C557EB1B7EFB}">
  <ds:schemaRefs>
    <ds:schemaRef ds:uri="http://schemas.microsoft.com/sharepoint/v3/contenttype/forms"/>
  </ds:schemaRefs>
</ds:datastoreItem>
</file>

<file path=customXml/itemProps17.xml><?xml version="1.0" encoding="utf-8"?>
<ds:datastoreItem xmlns:ds="http://schemas.openxmlformats.org/officeDocument/2006/customXml" ds:itemID="{BA2C55E9-BDE8-41FC-B02F-EBA8C07A01F8}">
  <ds:schemaRefs>
    <ds:schemaRef ds:uri="http://schemas.microsoft.com/VisualStudio/2011/storyboarding/control/v1.0"/>
  </ds:schemaRefs>
</ds:datastoreItem>
</file>

<file path=customXml/itemProps18.xml><?xml version="1.0" encoding="utf-8"?>
<ds:datastoreItem xmlns:ds="http://schemas.openxmlformats.org/officeDocument/2006/customXml" ds:itemID="{C4783010-23AB-4BDC-BABF-F6576658A2B0}">
  <ds:schemaRefs>
    <ds:schemaRef ds:uri="http://schemas.microsoft.com/VisualStudio/2011/storyboarding/control/v1.0"/>
  </ds:schemaRefs>
</ds:datastoreItem>
</file>

<file path=customXml/itemProps19.xml><?xml version="1.0" encoding="utf-8"?>
<ds:datastoreItem xmlns:ds="http://schemas.openxmlformats.org/officeDocument/2006/customXml" ds:itemID="{A6ECB6E0-BD84-4681-8699-56A1B3F36A60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1AF31726-A62F-4331-8622-ED351D5149B7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B0DBD337-FDC5-4C36-BF85-C09756391AA1}">
  <ds:schemaRefs>
    <ds:schemaRef ds:uri="http://schemas.microsoft.com/VisualStudio/2011/storyboarding/control/v1.0"/>
  </ds:schemaRefs>
</ds:datastoreItem>
</file>

<file path=customXml/itemProps22.xml><?xml version="1.0" encoding="utf-8"?>
<ds:datastoreItem xmlns:ds="http://schemas.openxmlformats.org/officeDocument/2006/customXml" ds:itemID="{4EE14C2A-AD9F-4617-A8CC-4057921BFCA8}">
  <ds:schemaRefs>
    <ds:schemaRef ds:uri="http://schemas.microsoft.com/VisualStudio/2011/storyboarding/control/v1.0"/>
  </ds:schemaRefs>
</ds:datastoreItem>
</file>

<file path=customXml/itemProps23.xml><?xml version="1.0" encoding="utf-8"?>
<ds:datastoreItem xmlns:ds="http://schemas.openxmlformats.org/officeDocument/2006/customXml" ds:itemID="{5423C7C4-EE26-4ED2-9F11-C9ABAA081BA5}">
  <ds:schemaRefs>
    <ds:schemaRef ds:uri="http://schemas.microsoft.com/VisualStudio/2011/storyboarding/control/v1.0"/>
  </ds:schemaRefs>
</ds:datastoreItem>
</file>

<file path=customXml/itemProps24.xml><?xml version="1.0" encoding="utf-8"?>
<ds:datastoreItem xmlns:ds="http://schemas.openxmlformats.org/officeDocument/2006/customXml" ds:itemID="{6B22741B-5AC6-4A2C-A57A-E4BDF22E0A90}">
  <ds:schemaRefs>
    <ds:schemaRef ds:uri="http://schemas.microsoft.com/VisualStudio/2011/storyboarding/control/v1.0"/>
  </ds:schemaRefs>
</ds:datastoreItem>
</file>

<file path=customXml/itemProps25.xml><?xml version="1.0" encoding="utf-8"?>
<ds:datastoreItem xmlns:ds="http://schemas.openxmlformats.org/officeDocument/2006/customXml" ds:itemID="{AA5E4F96-8C72-44F9-A0C5-FB007B246D91}">
  <ds:schemaRefs>
    <ds:schemaRef ds:uri="http://schemas.microsoft.com/VisualStudio/2011/storyboarding/control/v1.0"/>
  </ds:schemaRefs>
</ds:datastoreItem>
</file>

<file path=customXml/itemProps26.xml><?xml version="1.0" encoding="utf-8"?>
<ds:datastoreItem xmlns:ds="http://schemas.openxmlformats.org/officeDocument/2006/customXml" ds:itemID="{E2EFB470-892C-4F70-98FA-B53F970592A9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A1B88D5F-41A7-488A-960C-6D819000899D}">
  <ds:schemaRefs>
    <ds:schemaRef ds:uri="http://schemas.microsoft.com/VisualStudio/2011/storyboarding/control/v1.0"/>
  </ds:schemaRefs>
</ds:datastoreItem>
</file>

<file path=customXml/itemProps28.xml><?xml version="1.0" encoding="utf-8"?>
<ds:datastoreItem xmlns:ds="http://schemas.openxmlformats.org/officeDocument/2006/customXml" ds:itemID="{0BD21A30-063A-4397-97B8-0121D45BD9D6}">
  <ds:schemaRefs>
    <ds:schemaRef ds:uri="http://schemas.microsoft.com/VisualStudio/2011/storyboarding/control/v1.0"/>
  </ds:schemaRefs>
</ds:datastoreItem>
</file>

<file path=customXml/itemProps29.xml><?xml version="1.0" encoding="utf-8"?>
<ds:datastoreItem xmlns:ds="http://schemas.openxmlformats.org/officeDocument/2006/customXml" ds:itemID="{AECE9E1B-E7C1-46F6-9945-164C1E49BE74}">
  <ds:schemaRefs>
    <ds:schemaRef ds:uri="http://schemas.microsoft.com/VisualStudio/2011/storyboarding/control/v1.0"/>
  </ds:schemaRefs>
</ds:datastoreItem>
</file>

<file path=customXml/itemProps30.xml><?xml version="1.0" encoding="utf-8"?>
<ds:datastoreItem xmlns:ds="http://schemas.openxmlformats.org/officeDocument/2006/customXml" ds:itemID="{416D00B5-FBFE-483F-BE84-520287240459}">
  <ds:schemaRefs>
    <ds:schemaRef ds:uri="http://schemas.microsoft.com/VisualStudio/2011/storyboarding/control/v1.0"/>
  </ds:schemaRefs>
</ds:datastoreItem>
</file>

<file path=customXml/itemProps31.xml><?xml version="1.0" encoding="utf-8"?>
<ds:datastoreItem xmlns:ds="http://schemas.openxmlformats.org/officeDocument/2006/customXml" ds:itemID="{4BCB20A2-9850-49DA-9BD6-A5D2B0ABF72F}">
  <ds:schemaRefs>
    <ds:schemaRef ds:uri="http://schemas.microsoft.com/VisualStudio/2011/storyboarding/control/v1.0"/>
  </ds:schemaRefs>
</ds:datastoreItem>
</file>

<file path=customXml/itemProps32.xml><?xml version="1.0" encoding="utf-8"?>
<ds:datastoreItem xmlns:ds="http://schemas.openxmlformats.org/officeDocument/2006/customXml" ds:itemID="{F395D8ED-A0D3-4F6E-91F3-A29EC16A8083}">
  <ds:schemaRefs>
    <ds:schemaRef ds:uri="http://schemas.microsoft.com/VisualStudio/2011/storyboarding/control/v1.0"/>
  </ds:schemaRefs>
</ds:datastoreItem>
</file>

<file path=customXml/itemProps33.xml><?xml version="1.0" encoding="utf-8"?>
<ds:datastoreItem xmlns:ds="http://schemas.openxmlformats.org/officeDocument/2006/customXml" ds:itemID="{E4A0845B-41B6-4256-8FB3-E31EA581BF55}">
  <ds:schemaRefs>
    <ds:schemaRef ds:uri="http://schemas.microsoft.com/VisualStudio/2011/storyboarding/control/v1.0"/>
  </ds:schemaRefs>
</ds:datastoreItem>
</file>

<file path=customXml/itemProps34.xml><?xml version="1.0" encoding="utf-8"?>
<ds:datastoreItem xmlns:ds="http://schemas.openxmlformats.org/officeDocument/2006/customXml" ds:itemID="{B571350C-23C3-4B5A-8F49-FBEB6CF22964}">
  <ds:schemaRefs>
    <ds:schemaRef ds:uri="http://schemas.microsoft.com/VisualStudio/2011/storyboarding/control/v1.0"/>
  </ds:schemaRefs>
</ds:datastoreItem>
</file>

<file path=customXml/itemProps35.xml><?xml version="1.0" encoding="utf-8"?>
<ds:datastoreItem xmlns:ds="http://schemas.openxmlformats.org/officeDocument/2006/customXml" ds:itemID="{07B11A95-7731-4379-9E1B-32BC87FA2B56}">
  <ds:schemaRefs>
    <ds:schemaRef ds:uri="http://schemas.microsoft.com/VisualStudio/2011/storyboarding/control/v1.0"/>
  </ds:schemaRefs>
</ds:datastoreItem>
</file>

<file path=customXml/itemProps36.xml><?xml version="1.0" encoding="utf-8"?>
<ds:datastoreItem xmlns:ds="http://schemas.openxmlformats.org/officeDocument/2006/customXml" ds:itemID="{2B6243A2-99B5-42ED-B049-93E27D774527}">
  <ds:schemaRefs>
    <ds:schemaRef ds:uri="http://schemas.microsoft.com/VisualStudio/2011/storyboarding/control/v1.0"/>
  </ds:schemaRefs>
</ds:datastoreItem>
</file>

<file path=customXml/itemProps37.xml><?xml version="1.0" encoding="utf-8"?>
<ds:datastoreItem xmlns:ds="http://schemas.openxmlformats.org/officeDocument/2006/customXml" ds:itemID="{08904217-40E1-4558-95D8-8D709CA82866}">
  <ds:schemaRefs>
    <ds:schemaRef ds:uri="http://schemas.microsoft.com/VisualStudio/2011/storyboarding/control/v1.0"/>
  </ds:schemaRefs>
</ds:datastoreItem>
</file>

<file path=customXml/itemProps38.xml><?xml version="1.0" encoding="utf-8"?>
<ds:datastoreItem xmlns:ds="http://schemas.openxmlformats.org/officeDocument/2006/customXml" ds:itemID="{574C0546-69B0-4850-A983-CDA8017CD4CE}">
  <ds:schemaRefs>
    <ds:schemaRef ds:uri="http://schemas.microsoft.com/VisualStudio/2011/storyboarding/control"/>
  </ds:schemaRefs>
</ds:datastoreItem>
</file>

<file path=customXml/itemProps39.xml><?xml version="1.0" encoding="utf-8"?>
<ds:datastoreItem xmlns:ds="http://schemas.openxmlformats.org/officeDocument/2006/customXml" ds:itemID="{156ACD54-663F-4146-A83C-D39B7758E090}">
  <ds:schemaRefs>
    <ds:schemaRef ds:uri="http://schemas.microsoft.com/VisualStudio/2011/storyboarding/control/v1.0"/>
  </ds:schemaRefs>
</ds:datastoreItem>
</file>

<file path=customXml/itemProps40.xml><?xml version="1.0" encoding="utf-8"?>
<ds:datastoreItem xmlns:ds="http://schemas.openxmlformats.org/officeDocument/2006/customXml" ds:itemID="{9C4C7B07-3AE3-46A1-A54D-2BDFAB93A8EF}">
  <ds:schemaRefs>
    <ds:schemaRef ds:uri="http://schemas.microsoft.com/VisualStudio/2011/storyboarding/control/v1.0"/>
  </ds:schemaRefs>
</ds:datastoreItem>
</file>

<file path=customXml/itemProps41.xml><?xml version="1.0" encoding="utf-8"?>
<ds:datastoreItem xmlns:ds="http://schemas.openxmlformats.org/officeDocument/2006/customXml" ds:itemID="{CD17C18B-5B11-471F-97AA-CE2EA822BB97}">
  <ds:schemaRefs>
    <ds:schemaRef ds:uri="http://schemas.microsoft.com/VisualStudio/2011/storyboarding/control/v1.0"/>
  </ds:schemaRefs>
</ds:datastoreItem>
</file>

<file path=customXml/itemProps42.xml><?xml version="1.0" encoding="utf-8"?>
<ds:datastoreItem xmlns:ds="http://schemas.openxmlformats.org/officeDocument/2006/customXml" ds:itemID="{D356E6DB-54C9-4389-B932-0F583366BD4B}">
  <ds:schemaRefs>
    <ds:schemaRef ds:uri="http://schemas.microsoft.com/VisualStudio/2011/storyboarding/control/v1.0"/>
  </ds:schemaRefs>
</ds:datastoreItem>
</file>

<file path=customXml/itemProps43.xml><?xml version="1.0" encoding="utf-8"?>
<ds:datastoreItem xmlns:ds="http://schemas.openxmlformats.org/officeDocument/2006/customXml" ds:itemID="{379BFC32-51F7-4218-B2AD-CFD6564CE11F}">
  <ds:schemaRefs>
    <ds:schemaRef ds:uri="http://schemas.microsoft.com/VisualStudio/2011/storyboarding/control"/>
  </ds:schemaRefs>
</ds:datastoreItem>
</file>

<file path=customXml/itemProps44.xml><?xml version="1.0" encoding="utf-8"?>
<ds:datastoreItem xmlns:ds="http://schemas.openxmlformats.org/officeDocument/2006/customXml" ds:itemID="{6772C88A-36A0-4EAC-86A3-BB16EEADAB3E}">
  <ds:schemaRefs>
    <ds:schemaRef ds:uri="http://schemas.microsoft.com/VisualStudio/2011/storyboarding/control/v1.0"/>
  </ds:schemaRefs>
</ds:datastoreItem>
</file>

<file path=customXml/itemProps45.xml><?xml version="1.0" encoding="utf-8"?>
<ds:datastoreItem xmlns:ds="http://schemas.openxmlformats.org/officeDocument/2006/customXml" ds:itemID="{729DB56D-F542-4709-9AE0-E83CD92BA163}">
  <ds:schemaRefs>
    <ds:schemaRef ds:uri="http://schemas.microsoft.com/VisualStudio/2011/storyboarding/control/v1.0"/>
  </ds:schemaRefs>
</ds:datastoreItem>
</file>

<file path=customXml/itemProps46.xml><?xml version="1.0" encoding="utf-8"?>
<ds:datastoreItem xmlns:ds="http://schemas.openxmlformats.org/officeDocument/2006/customXml" ds:itemID="{E4D924B8-E923-4751-87E1-B31AA64A9F7B}">
  <ds:schemaRefs>
    <ds:schemaRef ds:uri="http://schemas.microsoft.com/VisualStudio/2011/storyboarding/control/v1.0"/>
  </ds:schemaRefs>
</ds:datastoreItem>
</file>

<file path=customXml/itemProps47.xml><?xml version="1.0" encoding="utf-8"?>
<ds:datastoreItem xmlns:ds="http://schemas.openxmlformats.org/officeDocument/2006/customXml" ds:itemID="{253B000D-0B23-420C-B5B5-11B6002E5391}">
  <ds:schemaRefs>
    <ds:schemaRef ds:uri="http://schemas.microsoft.com/VisualStudio/2011/storyboarding/control/v1.0"/>
  </ds:schemaRefs>
</ds:datastoreItem>
</file>

<file path=customXml/itemProps48.xml><?xml version="1.0" encoding="utf-8"?>
<ds:datastoreItem xmlns:ds="http://schemas.openxmlformats.org/officeDocument/2006/customXml" ds:itemID="{188F6680-9EB8-4B03-8D3B-773D66FC777A}">
  <ds:schemaRefs>
    <ds:schemaRef ds:uri="http://schemas.microsoft.com/VisualStudio/2011/storyboarding/control/v1.0"/>
  </ds:schemaRefs>
</ds:datastoreItem>
</file>

<file path=customXml/itemProps49.xml><?xml version="1.0" encoding="utf-8"?>
<ds:datastoreItem xmlns:ds="http://schemas.openxmlformats.org/officeDocument/2006/customXml" ds:itemID="{A2DAA52B-5F52-4A8E-B601-7BF162CD738F}">
  <ds:schemaRefs>
    <ds:schemaRef ds:uri="http://schemas.microsoft.com/VisualStudio/2011/storyboarding/control/v1.0"/>
  </ds:schemaRefs>
</ds:datastoreItem>
</file>

<file path=customXml/itemProps50.xml><?xml version="1.0" encoding="utf-8"?>
<ds:datastoreItem xmlns:ds="http://schemas.openxmlformats.org/officeDocument/2006/customXml" ds:itemID="{18A6A270-A75C-4D7E-86E4-765FF07C5144}">
  <ds:schemaRefs>
    <ds:schemaRef ds:uri="http://schemas.microsoft.com/sharepoint/events"/>
  </ds:schemaRefs>
</ds:datastoreItem>
</file>

<file path=customXml/itemProps51.xml><?xml version="1.0" encoding="utf-8"?>
<ds:datastoreItem xmlns:ds="http://schemas.openxmlformats.org/officeDocument/2006/customXml" ds:itemID="{AB006AED-D3B6-450F-A436-759E490055A5}">
  <ds:schemaRefs>
    <ds:schemaRef ds:uri="http://schemas.microsoft.com/VisualStudio/2011/storyboarding/control/v1.0"/>
  </ds:schemaRefs>
</ds:datastoreItem>
</file>

<file path=customXml/itemProps52.xml><?xml version="1.0" encoding="utf-8"?>
<ds:datastoreItem xmlns:ds="http://schemas.openxmlformats.org/officeDocument/2006/customXml" ds:itemID="{CC419530-796D-4DBE-BBEE-9A6630A896E1}">
  <ds:schemaRefs>
    <ds:schemaRef ds:uri="http://schemas.microsoft.com/VisualStudio/2011/storyboarding/control/v1.0"/>
  </ds:schemaRefs>
</ds:datastoreItem>
</file>

<file path=customXml/itemProps53.xml><?xml version="1.0" encoding="utf-8"?>
<ds:datastoreItem xmlns:ds="http://schemas.openxmlformats.org/officeDocument/2006/customXml" ds:itemID="{39536A02-E179-4A1C-9FA7-86EF40631969}">
  <ds:schemaRefs>
    <ds:schemaRef ds:uri="http://schemas.microsoft.com/VisualStudio/2011/storyboarding/control/v1.0"/>
  </ds:schemaRefs>
</ds:datastoreItem>
</file>

<file path=customXml/itemProps54.xml><?xml version="1.0" encoding="utf-8"?>
<ds:datastoreItem xmlns:ds="http://schemas.openxmlformats.org/officeDocument/2006/customXml" ds:itemID="{359B13B5-DE77-48C2-859A-70355A1B9D90}">
  <ds:schemaRefs>
    <ds:schemaRef ds:uri="http://schemas.microsoft.com/VisualStudio/2011/storyboarding/control/v1.0"/>
  </ds:schemaRefs>
</ds:datastoreItem>
</file>

<file path=customXml/itemProps55.xml><?xml version="1.0" encoding="utf-8"?>
<ds:datastoreItem xmlns:ds="http://schemas.openxmlformats.org/officeDocument/2006/customXml" ds:itemID="{3C6220BE-0F2A-49C6-BFB2-C458479F3F62}">
  <ds:schemaRefs>
    <ds:schemaRef ds:uri="http://schemas.microsoft.com/VisualStudio/2011/storyboarding/control/v1.0"/>
  </ds:schemaRefs>
</ds:datastoreItem>
</file>

<file path=customXml/itemProps56.xml><?xml version="1.0" encoding="utf-8"?>
<ds:datastoreItem xmlns:ds="http://schemas.openxmlformats.org/officeDocument/2006/customXml" ds:itemID="{B41892D7-DF8B-4D5A-8AD2-983048A35AA0}">
  <ds:schemaRefs>
    <ds:schemaRef ds:uri="http://schemas.microsoft.com/VisualStudio/2011/storyboarding/control/v1.0"/>
  </ds:schemaRefs>
</ds:datastoreItem>
</file>

<file path=customXml/itemProps57.xml><?xml version="1.0" encoding="utf-8"?>
<ds:datastoreItem xmlns:ds="http://schemas.openxmlformats.org/officeDocument/2006/customXml" ds:itemID="{814432F2-7AE9-411E-9F7B-EBBF16C4666D}">
  <ds:schemaRefs>
    <ds:schemaRef ds:uri="http://schemas.microsoft.com/VisualStudio/2011/storyboarding/control/v1.0"/>
  </ds:schemaRefs>
</ds:datastoreItem>
</file>

<file path=customXml/itemProps58.xml><?xml version="1.0" encoding="utf-8"?>
<ds:datastoreItem xmlns:ds="http://schemas.openxmlformats.org/officeDocument/2006/customXml" ds:itemID="{387838C4-29F2-40AB-9647-8346D39956AB}">
  <ds:schemaRefs>
    <ds:schemaRef ds:uri="http://schemas.microsoft.com/VisualStudio/2011/storyboarding/control"/>
  </ds:schemaRefs>
</ds:datastoreItem>
</file>

<file path=customXml/itemProps59.xml><?xml version="1.0" encoding="utf-8"?>
<ds:datastoreItem xmlns:ds="http://schemas.openxmlformats.org/officeDocument/2006/customXml" ds:itemID="{699689A1-427B-4DEA-8FDB-0058CB4B38D8}">
  <ds:schemaRefs>
    <ds:schemaRef ds:uri="http://schemas.microsoft.com/VisualStudio/2011/storyboarding/control/v1.0"/>
  </ds:schemaRefs>
</ds:datastoreItem>
</file>

<file path=customXml/itemProps60.xml><?xml version="1.0" encoding="utf-8"?>
<ds:datastoreItem xmlns:ds="http://schemas.openxmlformats.org/officeDocument/2006/customXml" ds:itemID="{2FEB3A16-E640-4049-92BF-229BF3B541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ebf394-daf6-497a-96c5-a2f8c10b38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1.xml><?xml version="1.0" encoding="utf-8"?>
<ds:datastoreItem xmlns:ds="http://schemas.openxmlformats.org/officeDocument/2006/customXml" ds:itemID="{63E5DE85-F05E-4507-B223-806D8F49F058}">
  <ds:schemaRefs>
    <ds:schemaRef ds:uri="http://schemas.microsoft.com/VisualStudio/2011/storyboarding/control/v1.0"/>
  </ds:schemaRefs>
</ds:datastoreItem>
</file>

<file path=customXml/itemProps62.xml><?xml version="1.0" encoding="utf-8"?>
<ds:datastoreItem xmlns:ds="http://schemas.openxmlformats.org/officeDocument/2006/customXml" ds:itemID="{19CB1DF2-8822-4520-A56A-045D340F0C71}">
  <ds:schemaRefs>
    <ds:schemaRef ds:uri="http://schemas.microsoft.com/VisualStudio/2011/storyboarding/control/v1.0"/>
  </ds:schemaRefs>
</ds:datastoreItem>
</file>

<file path=customXml/itemProps63.xml><?xml version="1.0" encoding="utf-8"?>
<ds:datastoreItem xmlns:ds="http://schemas.openxmlformats.org/officeDocument/2006/customXml" ds:itemID="{A84BE01C-E91B-4A90-8E7F-25887EF8E061}">
  <ds:schemaRefs>
    <ds:schemaRef ds:uri="http://schemas.microsoft.com/VisualStudio/2011/storyboarding/control/v1.0"/>
  </ds:schemaRefs>
</ds:datastoreItem>
</file>

<file path=customXml/itemProps64.xml><?xml version="1.0" encoding="utf-8"?>
<ds:datastoreItem xmlns:ds="http://schemas.openxmlformats.org/officeDocument/2006/customXml" ds:itemID="{16772130-8F5D-442B-AA11-39D4F229ACC6}">
  <ds:schemaRefs>
    <ds:schemaRef ds:uri="http://schemas.microsoft.com/VisualStudio/2011/storyboarding/control/v1.0"/>
  </ds:schemaRefs>
</ds:datastoreItem>
</file>

<file path=customXml/itemProps65.xml><?xml version="1.0" encoding="utf-8"?>
<ds:datastoreItem xmlns:ds="http://schemas.openxmlformats.org/officeDocument/2006/customXml" ds:itemID="{B4BE880E-F71A-4C21-A1C3-8A2437E3C677}">
  <ds:schemaRefs>
    <ds:schemaRef ds:uri="http://schemas.microsoft.com/VisualStudio/2011/storyboarding/control/v1.0"/>
  </ds:schemaRefs>
</ds:datastoreItem>
</file>

<file path=customXml/itemProps66.xml><?xml version="1.0" encoding="utf-8"?>
<ds:datastoreItem xmlns:ds="http://schemas.openxmlformats.org/officeDocument/2006/customXml" ds:itemID="{E9C4CBB0-7D2F-42EC-9ED0-589327F3DDE1}">
  <ds:schemaRefs>
    <ds:schemaRef ds:uri="http://schemas.microsoft.com/VisualStudio/2011/storyboarding/control"/>
  </ds:schemaRefs>
</ds:datastoreItem>
</file>

<file path=customXml/itemProps67.xml><?xml version="1.0" encoding="utf-8"?>
<ds:datastoreItem xmlns:ds="http://schemas.openxmlformats.org/officeDocument/2006/customXml" ds:itemID="{F17D5AF6-3BD9-4DFF-AE9B-2E10D3430779}">
  <ds:schemaRefs>
    <ds:schemaRef ds:uri="http://schemas.microsoft.com/VisualStudio/2011/storyboarding/control/v1.0"/>
  </ds:schemaRefs>
</ds:datastoreItem>
</file>

<file path=customXml/itemProps68.xml><?xml version="1.0" encoding="utf-8"?>
<ds:datastoreItem xmlns:ds="http://schemas.openxmlformats.org/officeDocument/2006/customXml" ds:itemID="{70C23831-7801-40F8-9A53-4E9925562CBE}">
  <ds:schemaRefs>
    <ds:schemaRef ds:uri="http://schemas.microsoft.com/VisualStudio/2011/storyboarding/control"/>
  </ds:schemaRefs>
</ds:datastoreItem>
</file>

<file path=customXml/itemProps69.xml><?xml version="1.0" encoding="utf-8"?>
<ds:datastoreItem xmlns:ds="http://schemas.openxmlformats.org/officeDocument/2006/customXml" ds:itemID="{EDE713BE-A567-491C-902D-E6087D824056}">
  <ds:schemaRefs>
    <ds:schemaRef ds:uri="http://schemas.microsoft.com/VisualStudio/2011/storyboarding/control/v1.0"/>
  </ds:schemaRefs>
</ds:datastoreItem>
</file>

<file path=customXml/itemProps70.xml><?xml version="1.0" encoding="utf-8"?>
<ds:datastoreItem xmlns:ds="http://schemas.openxmlformats.org/officeDocument/2006/customXml" ds:itemID="{4CFA599C-9F1C-4AB4-AB4F-10CF77B58F79}">
  <ds:schemaRefs>
    <ds:schemaRef ds:uri="http://schemas.microsoft.com/VisualStudio/2011/storyboarding/control/v1.0"/>
  </ds:schemaRefs>
</ds:datastoreItem>
</file>

<file path=customXml/itemProps71.xml><?xml version="1.0" encoding="utf-8"?>
<ds:datastoreItem xmlns:ds="http://schemas.openxmlformats.org/officeDocument/2006/customXml" ds:itemID="{E2968586-6EB5-4B3C-A2E1-82E35F695B75}">
  <ds:schemaRefs>
    <ds:schemaRef ds:uri="http://schemas.microsoft.com/VisualStudio/2011/storyboarding/control/v1.0"/>
  </ds:schemaRefs>
</ds:datastoreItem>
</file>

<file path=customXml/itemProps72.xml><?xml version="1.0" encoding="utf-8"?>
<ds:datastoreItem xmlns:ds="http://schemas.openxmlformats.org/officeDocument/2006/customXml" ds:itemID="{AD9C1405-6371-400D-A0E2-389A1557BE20}">
  <ds:schemaRefs>
    <ds:schemaRef ds:uri="http://schemas.microsoft.com/VisualStudio/2011/storyboarding/control/v1.0"/>
  </ds:schemaRefs>
</ds:datastoreItem>
</file>

<file path=customXml/itemProps73.xml><?xml version="1.0" encoding="utf-8"?>
<ds:datastoreItem xmlns:ds="http://schemas.openxmlformats.org/officeDocument/2006/customXml" ds:itemID="{288CEDBF-3F9B-47CF-AF84-2B8486359159}">
  <ds:schemaRefs>
    <ds:schemaRef ds:uri="http://schemas.microsoft.com/VisualStudio/2011/storyboarding/control/v1.0"/>
  </ds:schemaRefs>
</ds:datastoreItem>
</file>

<file path=customXml/itemProps74.xml><?xml version="1.0" encoding="utf-8"?>
<ds:datastoreItem xmlns:ds="http://schemas.openxmlformats.org/officeDocument/2006/customXml" ds:itemID="{C1E8400F-CB83-4A16-AF3D-36FAF22BDD23}">
  <ds:schemaRefs>
    <ds:schemaRef ds:uri="http://schemas.microsoft.com/VisualStudio/2011/storyboarding/control/v1.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Starter Template</Template>
  <TotalTime>605</TotalTime>
  <Words>339</Words>
  <Application>Microsoft Office PowerPoint</Application>
  <PresentationFormat>On-screen Show (4:3)</PresentationFormat>
  <Paragraphs>107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verdana</vt:lpstr>
      <vt:lpstr>Wingdings</vt:lpstr>
      <vt:lpstr>Starter Template</vt:lpstr>
      <vt:lpstr>A Quick Overview on OOP</vt:lpstr>
      <vt:lpstr>What is Object Oriented Analysis?</vt:lpstr>
      <vt:lpstr>Have a try</vt:lpstr>
      <vt:lpstr>Have another try</vt:lpstr>
      <vt:lpstr>Detailing Objects</vt:lpstr>
      <vt:lpstr>Objects are inter-connected</vt:lpstr>
      <vt:lpstr>Detail objects of University and Find their inter-connection</vt:lpstr>
      <vt:lpstr>Advantage of OOPs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OOP</dc:creator>
  <cp:lastModifiedBy>Ehasan Mahmud</cp:lastModifiedBy>
  <cp:revision>84</cp:revision>
  <dcterms:created xsi:type="dcterms:W3CDTF">2015-01-04T05:27:02Z</dcterms:created>
  <dcterms:modified xsi:type="dcterms:W3CDTF">2024-02-26T16:06:20Z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
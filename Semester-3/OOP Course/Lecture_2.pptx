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57" r:id="rId8"/>
    <p:sldId id="258" r:id="rId9"/>
    <p:sldId id="259" r:id="rId10"/>
    <p:sldId id="260" r:id="rId11"/>
    <p:sldId id="265" r:id="rId12"/>
    <p:sldId id="261" r:id="rId13"/>
    <p:sldId id="262" r:id="rId14"/>
    <p:sldId id="263" r:id="rId15"/>
    <p:sldId id="264" r:id="rId16"/>
    <p:sldId id="266" r:id="rId17"/>
    <p:sldId id="267" r:id="rId18"/>
    <p:sldId id="268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AF93-50EA-41AD-98CF-6A1358C7C682}" type="datetimeFigureOut">
              <a:rPr lang="en-US" smtClean="0"/>
              <a:t>24-Sep-24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D33FF-8269-428E-A157-E305A17FCD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AF93-50EA-41AD-98CF-6A1358C7C682}" type="datetimeFigureOut">
              <a:rPr lang="en-US" smtClean="0"/>
              <a:t>24-Sep-24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D33FF-8269-428E-A157-E305A17FCD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AF93-50EA-41AD-98CF-6A1358C7C682}" type="datetimeFigureOut">
              <a:rPr lang="en-US" smtClean="0"/>
              <a:t>24-Sep-24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D33FF-8269-428E-A157-E305A17FCD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AF93-50EA-41AD-98CF-6A1358C7C682}" type="datetimeFigureOut">
              <a:rPr lang="en-US" smtClean="0"/>
              <a:t>24-Sep-24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D33FF-8269-428E-A157-E305A17FCD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AF93-50EA-41AD-98CF-6A1358C7C682}" type="datetimeFigureOut">
              <a:rPr lang="en-US" smtClean="0"/>
              <a:t>24-Sep-24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D33FF-8269-428E-A157-E305A17FCD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AF93-50EA-41AD-98CF-6A1358C7C682}" type="datetimeFigureOut">
              <a:rPr lang="en-US" smtClean="0"/>
              <a:t>24-Sep-24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D33FF-8269-428E-A157-E305A17FCD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AF93-50EA-41AD-98CF-6A1358C7C682}" type="datetimeFigureOut">
              <a:rPr lang="en-US" smtClean="0"/>
              <a:t>24-Sep-24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D33FF-8269-428E-A157-E305A17FCD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AF93-50EA-41AD-98CF-6A1358C7C682}" type="datetimeFigureOut">
              <a:rPr lang="en-US" smtClean="0"/>
              <a:t>24-Sep-24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D33FF-8269-428E-A157-E305A17FCD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AF93-50EA-41AD-98CF-6A1358C7C682}" type="datetimeFigureOut">
              <a:rPr lang="en-US" smtClean="0"/>
              <a:t>24-Sep-24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D33FF-8269-428E-A157-E305A17FCD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AF93-50EA-41AD-98CF-6A1358C7C682}" type="datetimeFigureOut">
              <a:rPr lang="en-US" smtClean="0"/>
              <a:t>24-Sep-24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D33FF-8269-428E-A157-E305A17FCD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AF93-50EA-41AD-98CF-6A1358C7C682}" type="datetimeFigureOut">
              <a:rPr lang="en-US" smtClean="0"/>
              <a:t>24-Sep-24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D33FF-8269-428E-A157-E305A17FCD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7AF93-50EA-41AD-98CF-6A1358C7C682}" type="datetimeFigureOut">
              <a:rPr lang="en-US" smtClean="0"/>
              <a:t>24-Sep-24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D33FF-8269-428E-A157-E305A17FCD0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8502" y="887232"/>
            <a:ext cx="9144000" cy="2387600"/>
          </a:xfrm>
        </p:spPr>
        <p:txBody>
          <a:bodyPr/>
          <a:lstStyle/>
          <a:p>
            <a:r>
              <a:rPr lang="en-US" b="1" dirty="0"/>
              <a:t>Object Oriented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24" y="141669"/>
            <a:ext cx="10515600" cy="1094704"/>
          </a:xfrm>
        </p:spPr>
        <p:txBody>
          <a:bodyPr/>
          <a:lstStyle/>
          <a:p>
            <a:r>
              <a:rPr lang="en-US" dirty="0"/>
              <a:t>Basics on Java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4704"/>
            <a:ext cx="10515600" cy="508225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When we consider a Java program it can be defined as a collection of objects that communicate via invoking(invite) each other's methods.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sz="2000" b="1" dirty="0"/>
              <a:t>Object -</a:t>
            </a:r>
            <a:r>
              <a:rPr lang="en-US" sz="2000" dirty="0"/>
              <a:t> Objects have </a:t>
            </a:r>
            <a:r>
              <a:rPr lang="en-US" sz="2000" b="1" dirty="0"/>
              <a:t>states</a:t>
            </a:r>
            <a:r>
              <a:rPr lang="en-US" sz="2000" dirty="0"/>
              <a:t> and </a:t>
            </a:r>
            <a:r>
              <a:rPr lang="en-US" sz="2000" b="1" dirty="0"/>
              <a:t>behaviors</a:t>
            </a:r>
            <a:r>
              <a:rPr lang="en-US" sz="2000" dirty="0"/>
              <a:t>. Example: A dog has states - color, name, breed as well as behaviors -wagging, barking, eating. An object is an instance of a class.</a:t>
            </a:r>
          </a:p>
          <a:p>
            <a:pPr algn="just"/>
            <a:r>
              <a:rPr lang="en-US" sz="2000" b="1" dirty="0"/>
              <a:t>Class -</a:t>
            </a:r>
            <a:r>
              <a:rPr lang="en-US" sz="2000" dirty="0"/>
              <a:t> A class can be defined as a template/ blue print that describes the behaviors/states that object of its type support.</a:t>
            </a:r>
          </a:p>
          <a:p>
            <a:pPr algn="just"/>
            <a:r>
              <a:rPr lang="en-US" sz="2000" b="1" dirty="0"/>
              <a:t>Methods -</a:t>
            </a:r>
            <a:r>
              <a:rPr lang="en-US" sz="2000" dirty="0"/>
              <a:t> A method is basically a behavior. A class can contain many methods. It is in methods where the logics are written, data is manipulated and all the actions are executed.</a:t>
            </a:r>
          </a:p>
          <a:p>
            <a:pPr algn="just"/>
            <a:r>
              <a:rPr lang="en-US" sz="2000" b="1" dirty="0"/>
              <a:t>Instance Variables -</a:t>
            </a:r>
            <a:r>
              <a:rPr lang="en-US" sz="2000" dirty="0"/>
              <a:t> Each object has its unique set of instance variables. An object's state is created by the values assigned to these instance variables.</a:t>
            </a:r>
          </a:p>
          <a:p>
            <a:pPr marL="0" indent="0" algn="just"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4126"/>
          </a:xfrm>
        </p:spPr>
        <p:txBody>
          <a:bodyPr/>
          <a:lstStyle/>
          <a:p>
            <a:r>
              <a:rPr lang="en-US" dirty="0"/>
              <a:t>Basics on Java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500" b="1" dirty="0"/>
              <a:t>Basic Syntax:</a:t>
            </a:r>
          </a:p>
          <a:p>
            <a:pPr algn="just"/>
            <a:r>
              <a:rPr lang="en-US" b="1" dirty="0"/>
              <a:t>Case Sensitivity - </a:t>
            </a:r>
            <a:r>
              <a:rPr lang="en-US" dirty="0"/>
              <a:t>Java is case sensitive, which means identifier </a:t>
            </a:r>
            <a:r>
              <a:rPr lang="en-US" b="1" dirty="0"/>
              <a:t>Hello </a:t>
            </a:r>
            <a:r>
              <a:rPr lang="en-US" dirty="0"/>
              <a:t>and </a:t>
            </a:r>
            <a:r>
              <a:rPr lang="en-US" b="1" dirty="0"/>
              <a:t>hello</a:t>
            </a:r>
            <a:r>
              <a:rPr lang="en-US" dirty="0"/>
              <a:t> would have different meaning in Java.</a:t>
            </a:r>
          </a:p>
          <a:p>
            <a:pPr algn="just"/>
            <a:r>
              <a:rPr lang="en-US" b="1" dirty="0"/>
              <a:t>Class Names - </a:t>
            </a:r>
            <a:r>
              <a:rPr lang="en-US" dirty="0"/>
              <a:t>For all class names the first letter should be in Upper Case. </a:t>
            </a:r>
          </a:p>
          <a:p>
            <a:pPr algn="just"/>
            <a:r>
              <a:rPr lang="en-US" b="1" dirty="0"/>
              <a:t>Method Names - </a:t>
            </a:r>
            <a:r>
              <a:rPr lang="en-US" dirty="0"/>
              <a:t>All method names should start with a Lower Case letter. </a:t>
            </a:r>
          </a:p>
          <a:p>
            <a:pPr algn="just"/>
            <a:r>
              <a:rPr lang="en-US" b="1" dirty="0"/>
              <a:t>Program File Name - </a:t>
            </a:r>
            <a:r>
              <a:rPr lang="en-US" dirty="0"/>
              <a:t>Name of the program file should exactly match the class name. </a:t>
            </a:r>
          </a:p>
          <a:p>
            <a:pPr algn="just"/>
            <a:r>
              <a:rPr lang="en-US" b="1" dirty="0"/>
              <a:t>public static void main(String </a:t>
            </a:r>
            <a:r>
              <a:rPr lang="en-US" b="1" dirty="0" err="1"/>
              <a:t>args</a:t>
            </a:r>
            <a:r>
              <a:rPr lang="en-US" b="1" dirty="0"/>
              <a:t>[]) -</a:t>
            </a:r>
            <a:r>
              <a:rPr lang="en-US" dirty="0"/>
              <a:t> Java program processing starts from the main() method which is a mandatory part of every Java program.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Modifiers: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Like other languages, it is possible to modify classes, methods, etc., by using modifiers. There are two categories of modifiers: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Access Modifiers: </a:t>
            </a:r>
            <a:r>
              <a:rPr lang="en-US" dirty="0"/>
              <a:t>default, public , protected, private</a:t>
            </a:r>
          </a:p>
          <a:p>
            <a:r>
              <a:rPr lang="en-US" b="1" dirty="0"/>
              <a:t>Non-access Modifiers: </a:t>
            </a:r>
            <a:r>
              <a:rPr lang="en-US" dirty="0"/>
              <a:t>final, abstract, strictfp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Variables: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would see following type of variables in Java:</a:t>
            </a:r>
          </a:p>
          <a:p>
            <a:pPr lvl="1"/>
            <a:r>
              <a:rPr lang="en-US" dirty="0"/>
              <a:t>Local Variables</a:t>
            </a:r>
          </a:p>
          <a:p>
            <a:pPr lvl="1"/>
            <a:r>
              <a:rPr lang="en-US" dirty="0"/>
              <a:t>Class Variables (Static Variables)</a:t>
            </a:r>
          </a:p>
          <a:p>
            <a:pPr lvl="1"/>
            <a:r>
              <a:rPr lang="en-US" dirty="0"/>
              <a:t>Instance Variables (Non-static variables)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Keywords: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832" y="1271833"/>
            <a:ext cx="8551570" cy="5231998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26" y="171941"/>
            <a:ext cx="10515600" cy="57503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079" y="1220318"/>
            <a:ext cx="10515600" cy="493578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Inheritance</a:t>
            </a:r>
            <a:r>
              <a:rPr lang="en-US" b="1" dirty="0"/>
              <a:t> </a:t>
            </a:r>
            <a:r>
              <a:rPr lang="en-US" dirty="0"/>
              <a:t>is one of the feature of Object-Oriented Programming. Inheritance allows a class to use the properties and methods of another class.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The derived class is also called subclass/child and the base class is also known as super-class/parent class.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 super-class can have any number of subclasses. But a subclass can have only one superclass. 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Java does not support multiple inheritance.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25" y="133305"/>
            <a:ext cx="10515600" cy="69094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Inheritance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780" y="1416676"/>
            <a:ext cx="9371428" cy="4301544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04" y="90152"/>
            <a:ext cx="10393251" cy="113334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inheritance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701" y="991670"/>
            <a:ext cx="11217500" cy="5473523"/>
          </a:xfrm>
        </p:spPr>
        <p:txBody>
          <a:bodyPr>
            <a:normAutofit/>
          </a:bodyPr>
          <a:lstStyle/>
          <a:p>
            <a:r>
              <a:rPr lang="en-US" b="1" dirty="0"/>
              <a:t>Single Inheritance</a:t>
            </a:r>
          </a:p>
          <a:p>
            <a:pPr marL="457200" lvl="1" indent="0">
              <a:buNone/>
            </a:pPr>
            <a:r>
              <a:rPr lang="en-US" dirty="0"/>
              <a:t>When a class extends another one class only then we  call it a single inheritance. 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Multiple Inheritance</a:t>
            </a:r>
          </a:p>
          <a:p>
            <a:pPr marL="457200" lvl="1" indent="0">
              <a:buNone/>
            </a:pPr>
            <a:r>
              <a:rPr lang="en-US" dirty="0"/>
              <a:t>Multiple Inheritance refers to the concept of one class extending (Or inherits) more than one base class/ parent class/super class.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Multilevel Inheritance</a:t>
            </a:r>
          </a:p>
          <a:p>
            <a:pPr marL="457200" lvl="1" indent="0">
              <a:buNone/>
            </a:pPr>
            <a:r>
              <a:rPr lang="en-US" dirty="0"/>
              <a:t>Multilevel inheritance refers to a mechanism in OO technology where one can inherit from a derived class, thereby making this derived class the base class for the new class.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24248"/>
          </a:xfrm>
        </p:spPr>
        <p:txBody>
          <a:bodyPr/>
          <a:lstStyle/>
          <a:p>
            <a:r>
              <a:rPr lang="en-US" b="1" dirty="0"/>
              <a:t>Types of inheritance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093" y="1807827"/>
            <a:ext cx="2410794" cy="3438791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15" y="1902898"/>
            <a:ext cx="2025421" cy="32486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144" y="1635617"/>
            <a:ext cx="2186958" cy="34129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24627"/>
          </a:xfrm>
        </p:spPr>
        <p:txBody>
          <a:bodyPr/>
          <a:lstStyle/>
          <a:p>
            <a:r>
              <a:rPr lang="en-US" b="1" dirty="0"/>
              <a:t>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keyword used for inheritance is extends.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679" y="2730321"/>
            <a:ext cx="6622625" cy="19060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45" y="287853"/>
            <a:ext cx="10515600" cy="884125"/>
          </a:xfrm>
        </p:spPr>
        <p:txBody>
          <a:bodyPr/>
          <a:lstStyle/>
          <a:p>
            <a:r>
              <a:rPr lang="en-US" b="1" dirty="0"/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Encapsulation in Java is a mechanism of wrapping the data (variables) and code acting on the data (methods) together as single unit. </a:t>
            </a:r>
          </a:p>
          <a:p>
            <a:r>
              <a:rPr lang="en-US" dirty="0"/>
              <a:t>In encapsulation the variables of a class will be hidden from other classes, and can be accessed only through the methods of their current class.</a:t>
            </a:r>
          </a:p>
          <a:p>
            <a:r>
              <a:rPr lang="en-US" dirty="0"/>
              <a:t>it is also known as data hiding.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986" y="107547"/>
            <a:ext cx="10515600" cy="1012915"/>
          </a:xfrm>
        </p:spPr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achieve encapsulation in Java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Declare the variables of a class as private.</a:t>
            </a:r>
          </a:p>
          <a:p>
            <a:pPr lvl="1"/>
            <a:r>
              <a:rPr lang="en-US" dirty="0"/>
              <a:t>Provide public </a:t>
            </a:r>
            <a:r>
              <a:rPr lang="en-US" b="1" dirty="0"/>
              <a:t>setter and getter </a:t>
            </a:r>
            <a:r>
              <a:rPr lang="en-US" dirty="0"/>
              <a:t>methods to modify and view the variables values.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Encapsulation is also known as “</a:t>
            </a:r>
            <a:r>
              <a:rPr lang="en-US" b="1" dirty="0"/>
              <a:t>data Hiding</a:t>
            </a:r>
            <a:r>
              <a:rPr lang="en-US" dirty="0"/>
              <a:t>”.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 of Encapsulation in java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providing only setter or getter method, you can make the class </a:t>
            </a:r>
            <a:r>
              <a:rPr lang="en-US" b="1" dirty="0"/>
              <a:t>read-only or write-only</a:t>
            </a:r>
            <a:r>
              <a:rPr lang="en-US" dirty="0"/>
              <a:t>.</a:t>
            </a:r>
          </a:p>
          <a:p>
            <a:r>
              <a:rPr lang="en-US" dirty="0"/>
              <a:t>It provides you the </a:t>
            </a:r>
            <a:r>
              <a:rPr lang="en-US" b="1" dirty="0"/>
              <a:t>control over the data</a:t>
            </a:r>
            <a:r>
              <a:rPr lang="en-US" dirty="0"/>
              <a:t>. </a:t>
            </a:r>
          </a:p>
          <a:p>
            <a:r>
              <a:rPr lang="en-US" dirty="0"/>
              <a:t>It improves maintainability and flexibility and re-usability.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Encapsulation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203" y="1896750"/>
            <a:ext cx="5920794" cy="3689248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44" y="429521"/>
            <a:ext cx="10515600" cy="107730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Polymorphism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Polymorphism is the capability of a method to do different things based on the object that it is acting upon.</a:t>
            </a:r>
          </a:p>
          <a:p>
            <a:pPr algn="just"/>
            <a:r>
              <a:rPr lang="en-US" dirty="0"/>
              <a:t>Polymorphism allows you define one interface and have multiple implementations.</a:t>
            </a:r>
          </a:p>
          <a:p>
            <a:pPr algn="just"/>
            <a:r>
              <a:rPr lang="en-US" dirty="0"/>
              <a:t>The most common use of polymorphism in OOP occurs when a parent class reference is used to refer to a child class object.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287" y="146185"/>
            <a:ext cx="10515600" cy="106443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polymorphism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715" y="1738649"/>
            <a:ext cx="10515600" cy="4351338"/>
          </a:xfrm>
        </p:spPr>
        <p:txBody>
          <a:bodyPr/>
          <a:lstStyle/>
          <a:p>
            <a:r>
              <a:rPr lang="en-US" b="1" dirty="0"/>
              <a:t>Runtime Polymorphism( or Dynamic polymorphism)</a:t>
            </a:r>
          </a:p>
          <a:p>
            <a:pPr marL="457200" lvl="1" indent="0">
              <a:buNone/>
            </a:pPr>
            <a:r>
              <a:rPr lang="en-US" dirty="0"/>
              <a:t>Method overriding is a perfect example of  runtime polymorphism.</a:t>
            </a:r>
          </a:p>
          <a:p>
            <a:pPr marL="457200" lvl="1" indent="0">
              <a:buNone/>
            </a:pPr>
            <a:endParaRPr lang="en-US" b="1" dirty="0"/>
          </a:p>
          <a:p>
            <a:r>
              <a:rPr lang="en-US" b="1" dirty="0"/>
              <a:t>Compile time Polymorphism( or Static polymorphism)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en-US" sz="2400" dirty="0"/>
              <a:t>Method overloading is a perfect example of  runtime polymorphism.</a:t>
            </a:r>
            <a:endParaRPr lang="en-US" sz="2400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Polymorphism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407" y="1825625"/>
            <a:ext cx="8834906" cy="4351338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b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754</Words>
  <Application>Microsoft Office PowerPoint</Application>
  <PresentationFormat>Widescreen</PresentationFormat>
  <Paragraphs>75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Object Oriented Programming</vt:lpstr>
      <vt:lpstr>Basics on Java Programming</vt:lpstr>
      <vt:lpstr>Basics on Java Programming</vt:lpstr>
      <vt:lpstr>Java Modifiers: </vt:lpstr>
      <vt:lpstr>Java Variables: </vt:lpstr>
      <vt:lpstr>Java Keywords: </vt:lpstr>
      <vt:lpstr>Inheritance</vt:lpstr>
      <vt:lpstr>Inheritance</vt:lpstr>
      <vt:lpstr>Types of inheritance </vt:lpstr>
      <vt:lpstr>Types of inheritance</vt:lpstr>
      <vt:lpstr>inheritance</vt:lpstr>
      <vt:lpstr>Encapsulation</vt:lpstr>
      <vt:lpstr>Encapsulation</vt:lpstr>
      <vt:lpstr>Advantage of Encapsulation in java </vt:lpstr>
      <vt:lpstr>Encapsulation</vt:lpstr>
      <vt:lpstr>Polymorphism </vt:lpstr>
      <vt:lpstr>Types of polymorphism </vt:lpstr>
      <vt:lpstr>Polymorphism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Anup-PC</dc:creator>
  <cp:lastModifiedBy>Ehasan Mahmud</cp:lastModifiedBy>
  <cp:revision>33</cp:revision>
  <dcterms:created xsi:type="dcterms:W3CDTF">2016-01-24T19:42:00Z</dcterms:created>
  <dcterms:modified xsi:type="dcterms:W3CDTF">2024-09-24T19:20:00Z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1033-11.2.0.9144</vt:lpwstr>
  </property>
</Properties>
</file>
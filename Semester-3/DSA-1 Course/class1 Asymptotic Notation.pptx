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0" r:id="rId1"/>
  </p:sldMasterIdLst>
  <p:notesMasterIdLst>
    <p:notesMasterId r:id="rId16"/>
  </p:notesMasterIdLst>
  <p:sldIdLst>
    <p:sldId id="256" r:id="rId2"/>
    <p:sldId id="257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69" r:id="rId12"/>
    <p:sldId id="270" r:id="rId13"/>
    <p:sldId id="271" r:id="rId14"/>
    <p:sldId id="260" r:id="rId15"/>
  </p:sldIdLst>
  <p:sldSz cx="12192000" cy="6858000"/>
  <p:notesSz cx="6858000" cy="9144000"/>
  <p:embeddedFontLst>
    <p:embeddedFont>
      <p:font typeface="Lustria" panose="020B0604020202020204" charset="0"/>
      <p:regular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83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B0E107A-E1BE-4FF4-267B-3C5CE8171B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94087848-E317-FD4D-4EDF-C67D190F34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C591979D-985E-0D84-B2E7-3A6F085C844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83685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27FC472C-472C-B767-E048-4C2D58053D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EEF6D45E-92A6-E63F-51DB-CA783778670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E15E9A90-368C-C829-BD34-49EBDA758F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581818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D1A3CA60-3AA8-65A7-7D6D-DEFC2638F8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BCCF26F-7E3A-653A-E494-8FAD73AC70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40B1A5BB-F517-EDF4-70FC-5BF287D675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325168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A220E6D-6183-E584-E0C1-62AF7A0C7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798F30D1-CD95-8BBF-8C08-9ACAC95E81E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4407579D-EDF1-C50D-B3AD-032858BAE8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157879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2BD24C4-A297-6A44-475C-3927AE0F83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6AF74D0C-86EC-310A-A9B8-84D8BBF185E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F6BC11F4-E261-8099-83BC-661E0CD9DE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28362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7AEDB0FA-703E-613E-C474-70CF9688B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77AD2801-2A31-5521-CB38-42BD5B29A15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2B71B578-BC3D-9D9A-23AB-F4294344A0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806345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1D4418D8-D49D-9960-CD48-5A78289E1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0E1F770C-CD73-ACFF-CF96-86119348F55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E0F6E05B-E4E6-FA3E-EE5D-D002750ABA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1013231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C9B5B0A-DC69-D97C-DB41-4075A234D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DD9182B6-F27B-6FB7-6CB8-36EBEA1C90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E90F3D80-B063-CCEF-30BD-34E83A4C5CF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734652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5E8EF697-07F6-FEE7-561D-4424D32C0E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27E58D91-D256-9F8D-D1C0-EFCC0881D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16F41261-70B2-A970-198B-D8F08C4C59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4514446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F47E4E75-34CE-1696-574A-DB514E29FB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496E21D4-5576-8A1D-FB38-63C59C9AF3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3508CCB5-4CB7-D3FD-BE88-DAE9D4B4A6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3508505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85C4A154-BE87-DF37-6907-7ED165A9C9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>
            <a:extLst>
              <a:ext uri="{FF2B5EF4-FFF2-40B4-BE49-F238E27FC236}">
                <a16:creationId xmlns:a16="http://schemas.microsoft.com/office/drawing/2014/main" id="{EFDFA1C9-92E0-6414-3323-9D054264DCF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>
            <a:extLst>
              <a:ext uri="{FF2B5EF4-FFF2-40B4-BE49-F238E27FC236}">
                <a16:creationId xmlns:a16="http://schemas.microsoft.com/office/drawing/2014/main" id="{E7955121-14ED-3506-215A-EFE1E05E036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108111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22" name="Google Shape;6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5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SWAPNIL  BISWAS, CSE, MIST</a:t>
            </a:r>
            <a:endParaRPr/>
          </a:p>
        </p:txBody>
      </p:sp>
      <p:sp>
        <p:nvSpPr>
          <p:cNvPr id="624" name="Google Shape;624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  <a:defRPr sz="6000" b="1">
                <a:solidFill>
                  <a:srgbClr val="FF000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 b="1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F65C445-270F-4130-962A-9C5CEF05B347}" type="datetime4">
              <a:rPr lang="en-US" smtClean="0"/>
              <a:t>February 12, 2024</a:t>
            </a:fld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B49F532-7243-47FC-D09C-D4713F1C03C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06312" y="1322759"/>
            <a:ext cx="1566675" cy="14782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1">
                <a:solidFill>
                  <a:srgbClr val="FF0000"/>
                </a:solidFill>
                <a:latin typeface="Times New Roman" panose="02020603050405020304" pitchFamily="18" charset="0"/>
                <a:ea typeface="Adobe Gothic Std B" panose="020B0800000000000000" pitchFamily="34" charset="-128"/>
                <a:cs typeface="Times New Roman" panose="02020603050405020304" pitchFamily="18" charset="0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1pPr>
            <a:lvl2pPr marL="914400" lvl="1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2pPr>
            <a:lvl3pPr marL="1371600" lvl="2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latin typeface="Lustria"/>
                <a:ea typeface="Lustria"/>
                <a:cs typeface="Lustria"/>
                <a:sym typeface="Lustria"/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3AB94C20-CE49-46C0-B690-8E6C8C17E8BA}" type="datetime4">
              <a:rPr lang="en-US" smtClean="0"/>
              <a:t>February 12, 2024</a:t>
            </a:fld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012ABEE-1D5C-F7DD-FA00-0B67D876F4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70462" y="257648"/>
            <a:ext cx="1566675" cy="147828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507BD32-07D6-49F6-873F-9F369D576628}" type="datetime4">
              <a:rPr lang="en-US" smtClean="0"/>
              <a:t>February 12, 2024</a:t>
            </a:fld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DFCC64C-4E81-4A1C-B30B-4FA95728B5E5}" type="datetime4">
              <a:rPr lang="en-US" smtClean="0"/>
              <a:t>February 12, 2024</a:t>
            </a:fld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338BD03-7096-4EB2-A1E0-81C137C904F3}" type="datetime4">
              <a:rPr lang="en-US" smtClean="0"/>
              <a:t>February 12, 2024</a:t>
            </a:fld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9D4FA0B1-ADDB-457C-8BF4-0678DE0FAF67}" type="datetime4">
              <a:rPr lang="en-US" smtClean="0"/>
              <a:t>February 12, 2024</a:t>
            </a:fld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69D702D-4FA5-4502-9BC7-D8D179CF6553}" type="datetime4">
              <a:rPr lang="en-US" smtClean="0"/>
              <a:t>February 12, 2024</a:t>
            </a:fld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6B8AB614-F590-4B31-96C1-2D24C63355E0}" type="datetime4">
              <a:rPr lang="en-US" smtClean="0"/>
              <a:t>February 12, 2024</a:t>
            </a:fld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4723308C-7ACC-4AE5-A669-330426DC9CF0}" type="datetime4">
              <a:rPr lang="en-US" smtClean="0"/>
              <a:t>February 12, 2024</a:t>
            </a:fld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1051179-4B8A-4289-A8AB-FC6567C8A28C}" type="datetime4">
              <a:rPr lang="en-US" smtClean="0"/>
              <a:t>February 12, 2024</a:t>
            </a:fld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E46AB95-8301-460F-A1F6-5E7D41EA9D6D}" type="datetime4">
              <a:rPr lang="en-US" smtClean="0"/>
              <a:t>February 12, 2024</a:t>
            </a:fld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F917B2F7-A3F5-4B0E-8A55-AE351ABE7876}" type="datetime4">
              <a:rPr lang="en-US" smtClean="0"/>
              <a:t>February 12, 2024</a:t>
            </a:fld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Lustria"/>
                <a:ea typeface="Lustria"/>
                <a:cs typeface="Lustria"/>
                <a:sym typeface="Lustria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lvl="1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lvl="2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lvl="3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lvl="4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lvl="5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lvl="6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lvl="7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lvl="8" indent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C99A9169-AF53-4355-A2B0-1145B90EBF91}" type="datetime4">
              <a:rPr lang="en-US" smtClean="0"/>
              <a:t>February 12, 2024</a:t>
            </a:fld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r>
              <a:rPr lang="en-US"/>
              <a:t>Credit: Dr. Md. Abul Kashem Mia, Professor, CSE Dept, BUET</a:t>
            </a:r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>
            <a:spLocks noGrp="1"/>
          </p:cNvSpPr>
          <p:nvPr>
            <p:ph type="title"/>
          </p:nvPr>
        </p:nvSpPr>
        <p:spPr>
          <a:xfrm>
            <a:off x="831850" y="150150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600"/>
              <a:buFont typeface="Arial"/>
              <a:buNone/>
            </a:pPr>
            <a:r>
              <a:rPr lang="en-US" sz="4600"/>
              <a:t>ASYMPTOTIC NOTATION</a:t>
            </a:r>
            <a:endParaRPr sz="4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</a:pPr>
            <a:r>
              <a:rPr lang="en-US" sz="4400" dirty="0">
                <a:solidFill>
                  <a:srgbClr val="CC0000"/>
                </a:solidFill>
                <a:latin typeface="Times New Roman"/>
                <a:cs typeface="Times New Roman"/>
              </a:rPr>
              <a:t>Text Book</a:t>
            </a:r>
            <a:endParaRPr dirty="0"/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546BAD-9981-FD95-38C4-AC3AB3D78877}"/>
              </a:ext>
            </a:extLst>
          </p:cNvPr>
          <p:cNvSpPr txBox="1"/>
          <p:nvPr/>
        </p:nvSpPr>
        <p:spPr>
          <a:xfrm>
            <a:off x="838200" y="1690688"/>
            <a:ext cx="10482357" cy="19923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0180" indent="-170815">
              <a:lnSpc>
                <a:spcPct val="100000"/>
              </a:lnSpc>
              <a:buSzPct val="85714"/>
              <a:buChar char="●"/>
              <a:tabLst>
                <a:tab pos="170815" algn="l"/>
              </a:tabLst>
            </a:pPr>
            <a:r>
              <a:rPr lang="en-US" sz="2400" spc="-15" dirty="0">
                <a:solidFill>
                  <a:srgbClr val="0033CC"/>
                </a:solidFill>
                <a:latin typeface="Times New Roman"/>
                <a:cs typeface="Times New Roman"/>
              </a:rPr>
              <a:t>Text</a:t>
            </a:r>
            <a:r>
              <a:rPr lang="en-US" sz="2400" spc="-3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33CC"/>
                </a:solidFill>
                <a:latin typeface="Times New Roman"/>
                <a:cs typeface="Times New Roman"/>
              </a:rPr>
              <a:t>Books</a:t>
            </a:r>
            <a:endParaRPr lang="en-US" sz="2400" dirty="0">
              <a:latin typeface="Times New Roman"/>
              <a:cs typeface="Times New Roman"/>
            </a:endParaRPr>
          </a:p>
          <a:p>
            <a:pPr marL="457200" marR="5080" lvl="1" indent="-228600">
              <a:lnSpc>
                <a:spcPct val="101699"/>
              </a:lnSpc>
              <a:spcBef>
                <a:spcPts val="125"/>
              </a:spcBef>
              <a:buClr>
                <a:srgbClr val="CC0000"/>
              </a:buClr>
              <a:buSzPct val="83333"/>
              <a:buFont typeface="Times New Roman"/>
              <a:buChar char="■"/>
              <a:tabLst>
                <a:tab pos="372110" algn="l"/>
              </a:tabLst>
            </a:pPr>
            <a:r>
              <a:rPr lang="en-US"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Introduction</a:t>
            </a:r>
            <a:r>
              <a:rPr lang="en-US" sz="2400" i="1" spc="-3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i="1" dirty="0">
                <a:solidFill>
                  <a:srgbClr val="0000CC"/>
                </a:solidFill>
                <a:latin typeface="Times New Roman"/>
                <a:cs typeface="Times New Roman"/>
              </a:rPr>
              <a:t>to</a:t>
            </a:r>
            <a:r>
              <a:rPr lang="en-US" sz="24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Algorithms</a:t>
            </a:r>
            <a:r>
              <a:rPr lang="en-US" sz="240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(Third</a:t>
            </a:r>
            <a:r>
              <a:rPr lang="en-US" sz="2400" spc="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edition) </a:t>
            </a:r>
            <a:r>
              <a:rPr lang="en-US" sz="2400" spc="-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 err="1">
                <a:solidFill>
                  <a:srgbClr val="0000CC"/>
                </a:solidFill>
                <a:latin typeface="Times New Roman"/>
                <a:cs typeface="Times New Roman"/>
              </a:rPr>
              <a:t>Cormen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lang="en-US" sz="2400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 err="1">
                <a:solidFill>
                  <a:srgbClr val="0000CC"/>
                </a:solidFill>
                <a:latin typeface="Times New Roman"/>
                <a:cs typeface="Times New Roman"/>
              </a:rPr>
              <a:t>Leiserson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lang="en-US" sz="24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Rivest,</a:t>
            </a:r>
            <a:r>
              <a:rPr lang="en-US" sz="2400" spc="6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lang="en-US" sz="24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Stein</a:t>
            </a:r>
            <a:endParaRPr lang="en-US" sz="2400" dirty="0">
              <a:latin typeface="Times New Roman"/>
              <a:cs typeface="Times New Roman"/>
            </a:endParaRPr>
          </a:p>
          <a:p>
            <a:pPr marL="572770" lvl="2" indent="-116205">
              <a:lnSpc>
                <a:spcPct val="100000"/>
              </a:lnSpc>
              <a:spcBef>
                <a:spcPts val="200"/>
              </a:spcBef>
              <a:buClr>
                <a:srgbClr val="0033CC"/>
              </a:buClr>
              <a:buSzPct val="81818"/>
              <a:buChar char="○"/>
              <a:tabLst>
                <a:tab pos="573405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An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excellent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reference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you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should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own</a:t>
            </a:r>
            <a:endParaRPr lang="en-US" sz="2400" dirty="0">
              <a:latin typeface="Times New Roman"/>
              <a:cs typeface="Times New Roman"/>
            </a:endParaRPr>
          </a:p>
          <a:p>
            <a:pPr lvl="2">
              <a:lnSpc>
                <a:spcPct val="100000"/>
              </a:lnSpc>
              <a:spcBef>
                <a:spcPts val="25"/>
              </a:spcBef>
              <a:buClr>
                <a:srgbClr val="0033CC"/>
              </a:buClr>
              <a:buFont typeface="Times New Roman"/>
              <a:buChar char="○"/>
            </a:pPr>
            <a:endParaRPr lang="en-US" sz="2400" dirty="0">
              <a:latin typeface="Times New Roman"/>
              <a:cs typeface="Times New Roman"/>
            </a:endParaRPr>
          </a:p>
          <a:p>
            <a:pPr marL="457200" marR="148590" lvl="1" indent="-228600">
              <a:lnSpc>
                <a:spcPct val="110000"/>
              </a:lnSpc>
              <a:buClr>
                <a:srgbClr val="CC0000"/>
              </a:buClr>
              <a:buSzPct val="83333"/>
              <a:buFont typeface="Times New Roman"/>
              <a:buChar char="■"/>
              <a:tabLst>
                <a:tab pos="372110" algn="l"/>
              </a:tabLst>
            </a:pPr>
            <a:r>
              <a:rPr lang="en-US"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Data Structures </a:t>
            </a:r>
            <a:r>
              <a:rPr lang="en-US" sz="2400" i="1" dirty="0">
                <a:solidFill>
                  <a:srgbClr val="0000CC"/>
                </a:solidFill>
                <a:latin typeface="Times New Roman"/>
                <a:cs typeface="Times New Roman"/>
              </a:rPr>
              <a:t>and </a:t>
            </a:r>
            <a:r>
              <a:rPr lang="en-US"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Algorithms </a:t>
            </a:r>
            <a:r>
              <a:rPr lang="en-US" sz="2400" i="1" dirty="0">
                <a:solidFill>
                  <a:srgbClr val="0000CC"/>
                </a:solidFill>
                <a:latin typeface="Times New Roman"/>
                <a:cs typeface="Times New Roman"/>
              </a:rPr>
              <a:t>in </a:t>
            </a:r>
            <a:r>
              <a:rPr lang="en-US" sz="24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C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++ </a:t>
            </a:r>
            <a:r>
              <a:rPr lang="en-US" sz="2400" spc="-2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Goodrich,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5" dirty="0" err="1">
                <a:solidFill>
                  <a:srgbClr val="0000CC"/>
                </a:solidFill>
                <a:latin typeface="Times New Roman"/>
                <a:cs typeface="Times New Roman"/>
              </a:rPr>
              <a:t>Tamassia</a:t>
            </a:r>
            <a:r>
              <a:rPr lang="en-US"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,</a:t>
            </a:r>
            <a:r>
              <a:rPr lang="en-US" sz="2400" spc="8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and</a:t>
            </a:r>
            <a:r>
              <a:rPr lang="en-US" sz="2400" spc="2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Mount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A8C3325-C8F8-8C83-F060-50477C7726D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8021E78-1D30-4B11-B57A-6F0747947932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B92C6DD-C50B-5C13-0286-D816CE124AAC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F490C287-5E91-6F17-EBF8-150998733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F4E35D7D-D389-0095-F0B1-6FA239C944D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What</a:t>
            </a:r>
            <a:r>
              <a:rPr lang="en-US" sz="4400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4400" dirty="0">
                <a:solidFill>
                  <a:srgbClr val="CC0000"/>
                </a:solidFill>
                <a:latin typeface="Times New Roman"/>
                <a:cs typeface="Times New Roman"/>
              </a:rPr>
              <a:t>is</a:t>
            </a:r>
            <a:r>
              <a:rPr lang="en-US" sz="4400" spc="-1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4400" dirty="0">
                <a:solidFill>
                  <a:srgbClr val="CC0000"/>
                </a:solidFill>
                <a:latin typeface="Times New Roman"/>
                <a:cs typeface="Times New Roman"/>
              </a:rPr>
              <a:t>a</a:t>
            </a:r>
            <a:r>
              <a:rPr lang="en-US" sz="4400" spc="-2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Data</a:t>
            </a:r>
            <a:r>
              <a:rPr lang="en-US" sz="4400" spc="-1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4400" dirty="0">
                <a:solidFill>
                  <a:srgbClr val="CC0000"/>
                </a:solidFill>
                <a:latin typeface="Times New Roman"/>
                <a:cs typeface="Times New Roman"/>
              </a:rPr>
              <a:t>Structure?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18E7E09A-9018-2DCB-0303-77F8C712314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D5BD0C4-8018-2E93-F563-1623E6A29A30}"/>
              </a:ext>
            </a:extLst>
          </p:cNvPr>
          <p:cNvSpPr txBox="1"/>
          <p:nvPr/>
        </p:nvSpPr>
        <p:spPr>
          <a:xfrm>
            <a:off x="838200" y="1661064"/>
            <a:ext cx="10971508" cy="45653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80" marR="88900" indent="-170815">
              <a:buSzPct val="83333"/>
              <a:buChar char="●"/>
              <a:tabLst>
                <a:tab pos="170815" algn="l"/>
              </a:tabLst>
            </a:pPr>
            <a:r>
              <a:rPr lang="en-US" sz="2400" dirty="0">
                <a:solidFill>
                  <a:srgbClr val="0033CC"/>
                </a:solidFill>
                <a:latin typeface="Times New Roman"/>
                <a:cs typeface="Times New Roman"/>
              </a:rPr>
              <a:t>Data</a:t>
            </a:r>
            <a:r>
              <a:rPr lang="en-US" sz="2400" spc="-5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is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collection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of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facts,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such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values,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numbers,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words, </a:t>
            </a:r>
            <a:r>
              <a:rPr lang="en-US" sz="2400" spc="-28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measurements,</a:t>
            </a:r>
            <a:r>
              <a:rPr lang="en-US" sz="2400" spc="9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or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observations.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spcBef>
                <a:spcPts val="550"/>
              </a:spcBef>
              <a:buSzPct val="83333"/>
              <a:buChar char="●"/>
              <a:tabLst>
                <a:tab pos="170815" algn="l"/>
              </a:tabLst>
            </a:pPr>
            <a:r>
              <a:rPr lang="en-US" sz="2400" dirty="0">
                <a:solidFill>
                  <a:srgbClr val="0033CC"/>
                </a:solidFill>
                <a:latin typeface="Times New Roman"/>
                <a:cs typeface="Times New Roman"/>
              </a:rPr>
              <a:t>S</a:t>
            </a:r>
            <a:r>
              <a:rPr lang="en-US" sz="2400" spc="2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lang="en-US" sz="2400" spc="5" dirty="0">
                <a:solidFill>
                  <a:srgbClr val="0033CC"/>
                </a:solidFill>
                <a:latin typeface="Times New Roman"/>
                <a:cs typeface="Times New Roman"/>
              </a:rPr>
              <a:t>r</a:t>
            </a:r>
            <a:r>
              <a:rPr lang="en-US" sz="2400" dirty="0">
                <a:solidFill>
                  <a:srgbClr val="0033CC"/>
                </a:solidFill>
                <a:latin typeface="Times New Roman"/>
                <a:cs typeface="Times New Roman"/>
              </a:rPr>
              <a:t>u</a:t>
            </a:r>
            <a:r>
              <a:rPr lang="en-US" sz="2400" spc="-5" dirty="0">
                <a:solidFill>
                  <a:srgbClr val="0033CC"/>
                </a:solidFill>
                <a:latin typeface="Times New Roman"/>
                <a:cs typeface="Times New Roman"/>
              </a:rPr>
              <a:t>c</a:t>
            </a:r>
            <a:r>
              <a:rPr lang="en-US" sz="2400" spc="25" dirty="0">
                <a:solidFill>
                  <a:srgbClr val="0033CC"/>
                </a:solidFill>
                <a:latin typeface="Times New Roman"/>
                <a:cs typeface="Times New Roman"/>
              </a:rPr>
              <a:t>t</a:t>
            </a:r>
            <a:r>
              <a:rPr lang="en-US" sz="2400" dirty="0">
                <a:solidFill>
                  <a:srgbClr val="0033CC"/>
                </a:solidFill>
                <a:latin typeface="Times New Roman"/>
                <a:cs typeface="Times New Roman"/>
              </a:rPr>
              <a:t>u</a:t>
            </a:r>
            <a:r>
              <a:rPr lang="en-US" sz="2400" spc="5" dirty="0">
                <a:solidFill>
                  <a:srgbClr val="0033CC"/>
                </a:solidFill>
                <a:latin typeface="Times New Roman"/>
                <a:cs typeface="Times New Roman"/>
              </a:rPr>
              <a:t>r</a:t>
            </a:r>
            <a:r>
              <a:rPr lang="en-US" sz="2400" dirty="0">
                <a:solidFill>
                  <a:srgbClr val="0033CC"/>
                </a:solidFill>
                <a:latin typeface="Times New Roman"/>
                <a:cs typeface="Times New Roman"/>
              </a:rPr>
              <a:t>e</a:t>
            </a:r>
            <a:r>
              <a:rPr lang="en-US" sz="2400" spc="-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lang="en-US" sz="2400" spc="-50" dirty="0">
                <a:latin typeface="Times New Roman"/>
                <a:cs typeface="Times New Roman"/>
              </a:rPr>
              <a:t>m</a:t>
            </a:r>
            <a:r>
              <a:rPr lang="en-US" sz="2400" spc="-5" dirty="0">
                <a:latin typeface="Times New Roman"/>
                <a:cs typeface="Times New Roman"/>
              </a:rPr>
              <a:t>ea</a:t>
            </a:r>
            <a:r>
              <a:rPr lang="en-US" sz="2400" spc="-25" dirty="0">
                <a:latin typeface="Times New Roman"/>
                <a:cs typeface="Times New Roman"/>
              </a:rPr>
              <a:t>n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20" dirty="0">
                <a:latin typeface="Times New Roman"/>
                <a:cs typeface="Times New Roman"/>
              </a:rPr>
              <a:t>o</a:t>
            </a:r>
            <a:r>
              <a:rPr lang="en-US" sz="2400" dirty="0">
                <a:latin typeface="Times New Roman"/>
                <a:cs typeface="Times New Roman"/>
              </a:rPr>
              <a:t>f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dirty="0">
                <a:latin typeface="Times New Roman"/>
                <a:cs typeface="Times New Roman"/>
              </a:rPr>
              <a:t>u</a:t>
            </a:r>
            <a:r>
              <a:rPr lang="en-US" sz="2400" spc="-50" dirty="0">
                <a:latin typeface="Times New Roman"/>
                <a:cs typeface="Times New Roman"/>
              </a:rPr>
              <a:t>l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dirty="0">
                <a:latin typeface="Times New Roman"/>
                <a:cs typeface="Times New Roman"/>
              </a:rPr>
              <a:t>s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25" dirty="0">
                <a:latin typeface="Times New Roman"/>
                <a:cs typeface="Times New Roman"/>
              </a:rPr>
              <a:t>t</a:t>
            </a:r>
            <a:r>
              <a:rPr lang="en-US" sz="2400" spc="-25" dirty="0">
                <a:latin typeface="Times New Roman"/>
                <a:cs typeface="Times New Roman"/>
              </a:rPr>
              <a:t>h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dirty="0">
                <a:latin typeface="Times New Roman"/>
                <a:cs typeface="Times New Roman"/>
              </a:rPr>
              <a:t>t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h</a:t>
            </a:r>
            <a:r>
              <a:rPr lang="en-US" sz="2400" spc="20" dirty="0">
                <a:latin typeface="Times New Roman"/>
                <a:cs typeface="Times New Roman"/>
              </a:rPr>
              <a:t>o</a:t>
            </a:r>
            <a:r>
              <a:rPr lang="en-US" sz="2400" spc="-45" dirty="0">
                <a:latin typeface="Times New Roman"/>
                <a:cs typeface="Times New Roman"/>
              </a:rPr>
              <a:t>l</a:t>
            </a:r>
            <a:r>
              <a:rPr lang="en-US" sz="2400" dirty="0">
                <a:latin typeface="Times New Roman"/>
                <a:cs typeface="Times New Roman"/>
              </a:rPr>
              <a:t>ds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25" dirty="0">
                <a:latin typeface="Times New Roman"/>
                <a:cs typeface="Times New Roman"/>
              </a:rPr>
              <a:t>t</a:t>
            </a:r>
            <a:r>
              <a:rPr lang="en-US" sz="2400" spc="-25" dirty="0">
                <a:latin typeface="Times New Roman"/>
                <a:cs typeface="Times New Roman"/>
              </a:rPr>
              <a:t>h</a:t>
            </a:r>
            <a:r>
              <a:rPr lang="en-US" sz="2400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spc="25" dirty="0">
                <a:latin typeface="Times New Roman"/>
                <a:cs typeface="Times New Roman"/>
              </a:rPr>
              <a:t>t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25" dirty="0">
                <a:latin typeface="Times New Roman"/>
                <a:cs typeface="Times New Roman"/>
              </a:rPr>
              <a:t>t</a:t>
            </a:r>
            <a:r>
              <a:rPr lang="en-US" sz="2400" spc="20" dirty="0">
                <a:latin typeface="Times New Roman"/>
                <a:cs typeface="Times New Roman"/>
              </a:rPr>
              <a:t>o</a:t>
            </a:r>
            <a:r>
              <a:rPr lang="en-US" sz="2400" dirty="0">
                <a:latin typeface="Times New Roman"/>
                <a:cs typeface="Times New Roman"/>
              </a:rPr>
              <a:t>g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spc="25" dirty="0">
                <a:latin typeface="Times New Roman"/>
                <a:cs typeface="Times New Roman"/>
              </a:rPr>
              <a:t>t</a:t>
            </a:r>
            <a:r>
              <a:rPr lang="en-US" sz="2400" spc="-25" dirty="0">
                <a:latin typeface="Times New Roman"/>
                <a:cs typeface="Times New Roman"/>
              </a:rPr>
              <a:t>h</a:t>
            </a:r>
            <a:r>
              <a:rPr lang="en-US" sz="2400" spc="-5" dirty="0">
                <a:latin typeface="Times New Roman"/>
                <a:cs typeface="Times New Roman"/>
              </a:rPr>
              <a:t>e</a:t>
            </a:r>
            <a:r>
              <a:rPr lang="en-US" sz="2400" spc="5" dirty="0">
                <a:latin typeface="Times New Roman"/>
                <a:cs typeface="Times New Roman"/>
              </a:rPr>
              <a:t>r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  <a:p>
            <a:pPr>
              <a:spcBef>
                <a:spcPts val="50"/>
              </a:spcBef>
              <a:buClr>
                <a:srgbClr val="0033CC"/>
              </a:buClr>
              <a:buFont typeface="Times New Roman"/>
              <a:buChar char="●"/>
            </a:pPr>
            <a:endParaRPr lang="en-US" sz="2400" dirty="0">
              <a:latin typeface="Times New Roman"/>
              <a:cs typeface="Times New Roman"/>
            </a:endParaRPr>
          </a:p>
          <a:p>
            <a:pPr marL="170180" marR="97790" indent="-170815" algn="just"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5" dirty="0">
                <a:solidFill>
                  <a:srgbClr val="0033CC"/>
                </a:solidFill>
                <a:latin typeface="Times New Roman"/>
                <a:cs typeface="Times New Roman"/>
              </a:rPr>
              <a:t>data structure </a:t>
            </a:r>
            <a:r>
              <a:rPr lang="en-US" sz="2400" spc="-25" dirty="0">
                <a:latin typeface="Times New Roman"/>
                <a:cs typeface="Times New Roman"/>
              </a:rPr>
              <a:t>is </a:t>
            </a: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-10" dirty="0">
                <a:latin typeface="Times New Roman"/>
                <a:cs typeface="Times New Roman"/>
              </a:rPr>
              <a:t>particular </a:t>
            </a:r>
            <a:r>
              <a:rPr lang="en-US" sz="2400" spc="-5" dirty="0">
                <a:latin typeface="Times New Roman"/>
                <a:cs typeface="Times New Roman"/>
              </a:rPr>
              <a:t>way </a:t>
            </a:r>
            <a:r>
              <a:rPr lang="en-US" sz="2400" spc="10" dirty="0">
                <a:latin typeface="Times New Roman"/>
                <a:cs typeface="Times New Roman"/>
              </a:rPr>
              <a:t>of </a:t>
            </a:r>
            <a:r>
              <a:rPr lang="en-US" sz="2400" spc="-5" dirty="0">
                <a:latin typeface="Times New Roman"/>
                <a:cs typeface="Times New Roman"/>
              </a:rPr>
              <a:t>storing </a:t>
            </a:r>
            <a:r>
              <a:rPr lang="en-US" sz="2400" spc="-10" dirty="0">
                <a:latin typeface="Times New Roman"/>
                <a:cs typeface="Times New Roman"/>
              </a:rPr>
              <a:t>and </a:t>
            </a:r>
            <a:r>
              <a:rPr lang="en-US" sz="2400" spc="-15" dirty="0">
                <a:latin typeface="Times New Roman"/>
                <a:cs typeface="Times New Roman"/>
              </a:rPr>
              <a:t>organizing </a:t>
            </a:r>
            <a:r>
              <a:rPr lang="en-US" sz="2400" spc="-28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data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in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computer so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it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can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be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used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solidFill>
                  <a:srgbClr val="CC0000"/>
                </a:solidFill>
                <a:latin typeface="Times New Roman"/>
                <a:cs typeface="Times New Roman"/>
              </a:rPr>
              <a:t>efficiently</a:t>
            </a:r>
            <a:r>
              <a:rPr lang="en-US" sz="2400" spc="-15" dirty="0">
                <a:latin typeface="Times New Roman"/>
                <a:cs typeface="Times New Roman"/>
              </a:rPr>
              <a:t>.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marR="19685" lvl="1" indent="-143510">
              <a:spcBef>
                <a:spcPts val="64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Different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kinds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data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structures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are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suited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-15" dirty="0">
                <a:latin typeface="Times New Roman"/>
                <a:cs typeface="Times New Roman"/>
              </a:rPr>
              <a:t> different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kinds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 </a:t>
            </a:r>
            <a:r>
              <a:rPr lang="en-US" sz="2400" spc="-2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applications,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and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some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are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highly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specialized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specific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tasks.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marR="5080" lvl="1" indent="-143510">
              <a:spcBef>
                <a:spcPts val="66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structures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provide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-20" dirty="0">
                <a:latin typeface="Times New Roman"/>
                <a:cs typeface="Times New Roman"/>
              </a:rPr>
              <a:t>means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manage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huge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amount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data </a:t>
            </a:r>
            <a:r>
              <a:rPr lang="en-US" sz="2400" spc="-2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efficiently.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marR="21590" lvl="1" indent="-143510">
              <a:spcBef>
                <a:spcPts val="65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Usually, </a:t>
            </a:r>
            <a:r>
              <a:rPr lang="en-US" sz="2400" spc="-15" dirty="0">
                <a:latin typeface="Times New Roman"/>
                <a:cs typeface="Times New Roman"/>
              </a:rPr>
              <a:t>efficient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data </a:t>
            </a:r>
            <a:r>
              <a:rPr lang="en-US" sz="2400" dirty="0">
                <a:latin typeface="Times New Roman"/>
                <a:cs typeface="Times New Roman"/>
              </a:rPr>
              <a:t>structures </a:t>
            </a:r>
            <a:r>
              <a:rPr lang="en-US" sz="2400" spc="10" dirty="0">
                <a:latin typeface="Times New Roman"/>
                <a:cs typeface="Times New Roman"/>
              </a:rPr>
              <a:t>are </a:t>
            </a: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-20" dirty="0">
                <a:latin typeface="Times New Roman"/>
                <a:cs typeface="Times New Roman"/>
              </a:rPr>
              <a:t>key </a:t>
            </a:r>
            <a:r>
              <a:rPr lang="en-US" sz="2400" dirty="0">
                <a:latin typeface="Times New Roman"/>
                <a:cs typeface="Times New Roman"/>
              </a:rPr>
              <a:t>to </a:t>
            </a:r>
            <a:r>
              <a:rPr lang="en-US" sz="2400" spc="-10" dirty="0">
                <a:latin typeface="Times New Roman"/>
                <a:cs typeface="Times New Roman"/>
              </a:rPr>
              <a:t>designing </a:t>
            </a:r>
            <a:r>
              <a:rPr lang="en-US" sz="2400" spc="-15" dirty="0">
                <a:latin typeface="Times New Roman"/>
                <a:cs typeface="Times New Roman"/>
              </a:rPr>
              <a:t>efficient </a:t>
            </a:r>
            <a:r>
              <a:rPr lang="en-US" sz="2400" spc="-2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algorithms.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spcBef>
                <a:spcPts val="50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6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structures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can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nested.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ABB2B9-C12F-B909-DFEB-5BBEC722F4C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706BB2F-F509-4240-8CF2-5EE09CF0957B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48712B8-D503-587C-AB05-C0B2DF1A93E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37019121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8C81ACD-2215-65AD-D67D-983D51D91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591230D9-BD12-943E-5711-CE862A4B9CC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Types of Data</a:t>
            </a:r>
            <a:r>
              <a:rPr lang="en-US" sz="4400" spc="-1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4400" dirty="0">
                <a:solidFill>
                  <a:srgbClr val="CC0000"/>
                </a:solidFill>
                <a:latin typeface="Times New Roman"/>
                <a:cs typeface="Times New Roman"/>
              </a:rPr>
              <a:t>Structure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DF6633C7-BA7B-8FD3-42E6-C604FC2C4D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DB85D2B-2283-5307-235C-E9F311541351}"/>
              </a:ext>
            </a:extLst>
          </p:cNvPr>
          <p:cNvSpPr txBox="1"/>
          <p:nvPr/>
        </p:nvSpPr>
        <p:spPr>
          <a:xfrm>
            <a:off x="838200" y="1661064"/>
            <a:ext cx="10971508" cy="47936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80" indent="-170815">
              <a:lnSpc>
                <a:spcPct val="100000"/>
              </a:lnSpc>
              <a:spcBef>
                <a:spcPts val="1680"/>
              </a:spcBef>
              <a:buClr>
                <a:srgbClr val="0033CC"/>
              </a:buClr>
              <a:buChar char="●"/>
              <a:tabLst>
                <a:tab pos="17081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Data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structures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are</a:t>
            </a:r>
            <a:r>
              <a:rPr lang="en-US" sz="2400" spc="-15" dirty="0">
                <a:latin typeface="Times New Roman"/>
                <a:cs typeface="Times New Roman"/>
              </a:rPr>
              <a:t> classified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either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14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Linear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(</a:t>
            </a:r>
            <a:r>
              <a:rPr lang="en-US" sz="2400" i="1" spc="-5" dirty="0" err="1">
                <a:latin typeface="Times New Roman"/>
                <a:cs typeface="Times New Roman"/>
              </a:rPr>
              <a:t>e.g</a:t>
            </a:r>
            <a:r>
              <a:rPr lang="en-US" sz="2400" spc="-5" dirty="0">
                <a:latin typeface="Times New Roman"/>
                <a:cs typeface="Times New Roman"/>
              </a:rPr>
              <a:t>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arrays,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linked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lists),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or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12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Nonlinear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(</a:t>
            </a:r>
            <a:r>
              <a:rPr lang="en-US" sz="2400" i="1" spc="-5" dirty="0" err="1">
                <a:latin typeface="Times New Roman"/>
                <a:cs typeface="Times New Roman"/>
              </a:rPr>
              <a:t>e.g</a:t>
            </a:r>
            <a:r>
              <a:rPr lang="en-US" sz="2400" spc="-5" dirty="0">
                <a:latin typeface="Times New Roman"/>
                <a:cs typeface="Times New Roman"/>
              </a:rPr>
              <a:t>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trees,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graphs,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etc.)</a:t>
            </a:r>
            <a:endParaRPr lang="en-US"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Clr>
                <a:srgbClr val="CC0000"/>
              </a:buClr>
              <a:buFont typeface="Times New Roman"/>
              <a:buChar char="■"/>
            </a:pPr>
            <a:endParaRPr lang="en-US" sz="2400" dirty="0">
              <a:latin typeface="Times New Roman"/>
              <a:cs typeface="Times New Roman"/>
            </a:endParaRPr>
          </a:p>
          <a:p>
            <a:pPr marL="170180" marR="5080" indent="-170815">
              <a:lnSpc>
                <a:spcPts val="1300"/>
              </a:lnSpc>
              <a:buClr>
                <a:srgbClr val="0033CC"/>
              </a:buClr>
              <a:buChar char="●"/>
              <a:tabLst>
                <a:tab pos="17081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data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5" dirty="0">
                <a:latin typeface="Times New Roman"/>
                <a:cs typeface="Times New Roman"/>
              </a:rPr>
              <a:t>structure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is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said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15" dirty="0">
                <a:latin typeface="Times New Roman"/>
                <a:cs typeface="Times New Roman"/>
              </a:rPr>
              <a:t> be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solidFill>
                  <a:srgbClr val="0033CC"/>
                </a:solidFill>
                <a:latin typeface="Times New Roman"/>
                <a:cs typeface="Times New Roman"/>
              </a:rPr>
              <a:t>linear</a:t>
            </a:r>
            <a:r>
              <a:rPr lang="en-US" sz="2400" spc="90" dirty="0">
                <a:solidFill>
                  <a:srgbClr val="0033CC"/>
                </a:solidFill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if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it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satisfies</a:t>
            </a:r>
            <a:r>
              <a:rPr lang="en-US" sz="2400" spc="9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following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four </a:t>
            </a:r>
            <a:r>
              <a:rPr lang="en-US" sz="2400" spc="-28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conditions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10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There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is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unique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element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called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first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14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There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is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unique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element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called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spc="-5" dirty="0">
                <a:latin typeface="Times New Roman"/>
                <a:cs typeface="Times New Roman"/>
              </a:rPr>
              <a:t> last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12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Every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element,</a:t>
            </a:r>
            <a:r>
              <a:rPr lang="en-US" sz="2400" spc="9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except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last,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has </a:t>
            </a: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-10" dirty="0">
                <a:latin typeface="Times New Roman"/>
                <a:cs typeface="Times New Roman"/>
              </a:rPr>
              <a:t>unique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successor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14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Every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element,</a:t>
            </a:r>
            <a:r>
              <a:rPr lang="en-US" sz="2400" spc="9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except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spc="-5" dirty="0">
                <a:latin typeface="Times New Roman"/>
                <a:cs typeface="Times New Roman"/>
              </a:rPr>
              <a:t> first,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has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-10" dirty="0">
                <a:latin typeface="Times New Roman"/>
                <a:cs typeface="Times New Roman"/>
              </a:rPr>
              <a:t>unique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predecessor</a:t>
            </a:r>
            <a:endParaRPr lang="en-US" sz="2400" dirty="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C0000"/>
              </a:buClr>
              <a:buFont typeface="Times New Roman"/>
              <a:buChar char="■"/>
            </a:pP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5"/>
              </a:spcBef>
              <a:buClr>
                <a:srgbClr val="0033CC"/>
              </a:buClr>
              <a:buChar char="●"/>
              <a:tabLst>
                <a:tab pos="170815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There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are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two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ways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representing</a:t>
            </a:r>
            <a:r>
              <a:rPr lang="en-US" sz="2400" spc="9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linear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data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structure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in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memory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13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By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means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sequential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memory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locations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(arrays)</a:t>
            </a:r>
          </a:p>
          <a:p>
            <a:pPr marL="371475" lvl="1" indent="-143510">
              <a:lnSpc>
                <a:spcPct val="100000"/>
              </a:lnSpc>
              <a:spcBef>
                <a:spcPts val="14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By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means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pointers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or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links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(linked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lists)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6762F6-1C33-70E2-4976-A077B87CEAE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EC440D8B-C9D4-4746-AC17-6F1523FEA7CE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617F0F-C225-E7B9-DDB8-DE74F29D0E20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30438000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20B5729B-0F8D-6E3C-6CF5-5F2427B91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0A5F42CA-BC57-9024-C138-91F3EC36DD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Algorithm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DDCC42D8-D375-5ED8-1B96-515832777A5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8A222378-4776-0818-C7C4-67C32AE514F5}"/>
              </a:ext>
            </a:extLst>
          </p:cNvPr>
          <p:cNvGrpSpPr/>
          <p:nvPr/>
        </p:nvGrpSpPr>
        <p:grpSpPr>
          <a:xfrm>
            <a:off x="1106024" y="1850255"/>
            <a:ext cx="7843103" cy="804896"/>
            <a:chOff x="1106025" y="1850255"/>
            <a:chExt cx="3977640" cy="546100"/>
          </a:xfrm>
        </p:grpSpPr>
        <p:sp>
          <p:nvSpPr>
            <p:cNvPr id="28" name="object 6">
              <a:extLst>
                <a:ext uri="{FF2B5EF4-FFF2-40B4-BE49-F238E27FC236}">
                  <a16:creationId xmlns:a16="http://schemas.microsoft.com/office/drawing/2014/main" id="{CB04B002-684B-F1E2-A8B1-35F3E34E7B9E}"/>
                </a:ext>
              </a:extLst>
            </p:cNvPr>
            <p:cNvSpPr/>
            <p:nvPr/>
          </p:nvSpPr>
          <p:spPr>
            <a:xfrm>
              <a:off x="1112121" y="1856351"/>
              <a:ext cx="3962400" cy="533400"/>
            </a:xfrm>
            <a:custGeom>
              <a:avLst/>
              <a:gdLst/>
              <a:ahLst/>
              <a:cxnLst/>
              <a:rect l="l" t="t" r="r" b="b"/>
              <a:pathLst>
                <a:path w="3962400" h="533400">
                  <a:moveTo>
                    <a:pt x="3874008" y="0"/>
                  </a:moveTo>
                  <a:lnTo>
                    <a:pt x="91439" y="0"/>
                  </a:lnTo>
                  <a:lnTo>
                    <a:pt x="56578" y="6953"/>
                  </a:lnTo>
                  <a:lnTo>
                    <a:pt x="27431" y="25908"/>
                  </a:lnTo>
                  <a:lnTo>
                    <a:pt x="7429" y="54006"/>
                  </a:lnTo>
                  <a:lnTo>
                    <a:pt x="0" y="88392"/>
                  </a:lnTo>
                  <a:lnTo>
                    <a:pt x="0" y="445008"/>
                  </a:lnTo>
                  <a:lnTo>
                    <a:pt x="7429" y="479393"/>
                  </a:lnTo>
                  <a:lnTo>
                    <a:pt x="27432" y="507492"/>
                  </a:lnTo>
                  <a:lnTo>
                    <a:pt x="56578" y="526446"/>
                  </a:lnTo>
                  <a:lnTo>
                    <a:pt x="91439" y="533400"/>
                  </a:lnTo>
                  <a:lnTo>
                    <a:pt x="3874008" y="533400"/>
                  </a:lnTo>
                  <a:lnTo>
                    <a:pt x="3908393" y="526446"/>
                  </a:lnTo>
                  <a:lnTo>
                    <a:pt x="3936491" y="507492"/>
                  </a:lnTo>
                  <a:lnTo>
                    <a:pt x="3955446" y="479393"/>
                  </a:lnTo>
                  <a:lnTo>
                    <a:pt x="3962400" y="445008"/>
                  </a:lnTo>
                  <a:lnTo>
                    <a:pt x="3962400" y="88392"/>
                  </a:lnTo>
                  <a:lnTo>
                    <a:pt x="3955446" y="54006"/>
                  </a:lnTo>
                  <a:lnTo>
                    <a:pt x="3936492" y="25908"/>
                  </a:lnTo>
                  <a:lnTo>
                    <a:pt x="3908393" y="6953"/>
                  </a:lnTo>
                  <a:lnTo>
                    <a:pt x="3874008" y="0"/>
                  </a:lnTo>
                  <a:close/>
                </a:path>
              </a:pathLst>
            </a:custGeom>
            <a:solidFill>
              <a:srgbClr val="99FF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7">
              <a:extLst>
                <a:ext uri="{FF2B5EF4-FFF2-40B4-BE49-F238E27FC236}">
                  <a16:creationId xmlns:a16="http://schemas.microsoft.com/office/drawing/2014/main" id="{43647DBA-1F55-12C4-877D-A0DABA73C4A3}"/>
                </a:ext>
              </a:extLst>
            </p:cNvPr>
            <p:cNvSpPr/>
            <p:nvPr/>
          </p:nvSpPr>
          <p:spPr>
            <a:xfrm>
              <a:off x="1106025" y="1850255"/>
              <a:ext cx="3977640" cy="546100"/>
            </a:xfrm>
            <a:custGeom>
              <a:avLst/>
              <a:gdLst/>
              <a:ahLst/>
              <a:cxnLst/>
              <a:rect l="l" t="t" r="r" b="b"/>
              <a:pathLst>
                <a:path w="3977640" h="546100">
                  <a:moveTo>
                    <a:pt x="3898392" y="542543"/>
                  </a:moveTo>
                  <a:lnTo>
                    <a:pt x="79247" y="542543"/>
                  </a:lnTo>
                  <a:lnTo>
                    <a:pt x="97535" y="545591"/>
                  </a:lnTo>
                  <a:lnTo>
                    <a:pt x="3883152" y="545591"/>
                  </a:lnTo>
                  <a:lnTo>
                    <a:pt x="3898392" y="542543"/>
                  </a:lnTo>
                  <a:close/>
                </a:path>
                <a:path w="3977640" h="546100">
                  <a:moveTo>
                    <a:pt x="3916679" y="539495"/>
                  </a:moveTo>
                  <a:lnTo>
                    <a:pt x="60959" y="539495"/>
                  </a:lnTo>
                  <a:lnTo>
                    <a:pt x="76200" y="542543"/>
                  </a:lnTo>
                  <a:lnTo>
                    <a:pt x="3901440" y="542543"/>
                  </a:lnTo>
                  <a:lnTo>
                    <a:pt x="3916679" y="539495"/>
                  </a:lnTo>
                  <a:close/>
                </a:path>
                <a:path w="3977640" h="546100">
                  <a:moveTo>
                    <a:pt x="48768" y="518159"/>
                  </a:moveTo>
                  <a:lnTo>
                    <a:pt x="30479" y="518159"/>
                  </a:lnTo>
                  <a:lnTo>
                    <a:pt x="42671" y="530351"/>
                  </a:lnTo>
                  <a:lnTo>
                    <a:pt x="57912" y="536448"/>
                  </a:lnTo>
                  <a:lnTo>
                    <a:pt x="57912" y="539495"/>
                  </a:lnTo>
                  <a:lnTo>
                    <a:pt x="3919728" y="539495"/>
                  </a:lnTo>
                  <a:lnTo>
                    <a:pt x="3919728" y="536448"/>
                  </a:lnTo>
                  <a:lnTo>
                    <a:pt x="3927348" y="533400"/>
                  </a:lnTo>
                  <a:lnTo>
                    <a:pt x="97535" y="533400"/>
                  </a:lnTo>
                  <a:lnTo>
                    <a:pt x="79247" y="530351"/>
                  </a:lnTo>
                  <a:lnTo>
                    <a:pt x="64007" y="527303"/>
                  </a:lnTo>
                  <a:lnTo>
                    <a:pt x="48768" y="518159"/>
                  </a:lnTo>
                  <a:close/>
                </a:path>
                <a:path w="3977640" h="546100">
                  <a:moveTo>
                    <a:pt x="3947159" y="518159"/>
                  </a:moveTo>
                  <a:lnTo>
                    <a:pt x="3928872" y="518159"/>
                  </a:lnTo>
                  <a:lnTo>
                    <a:pt x="3913631" y="527303"/>
                  </a:lnTo>
                  <a:lnTo>
                    <a:pt x="3898392" y="530351"/>
                  </a:lnTo>
                  <a:lnTo>
                    <a:pt x="3880104" y="533400"/>
                  </a:lnTo>
                  <a:lnTo>
                    <a:pt x="3927348" y="533400"/>
                  </a:lnTo>
                  <a:lnTo>
                    <a:pt x="3934968" y="530351"/>
                  </a:lnTo>
                  <a:lnTo>
                    <a:pt x="3947159" y="518159"/>
                  </a:lnTo>
                  <a:close/>
                </a:path>
                <a:path w="3977640" h="546100">
                  <a:moveTo>
                    <a:pt x="51815" y="27431"/>
                  </a:moveTo>
                  <a:lnTo>
                    <a:pt x="27431" y="27431"/>
                  </a:lnTo>
                  <a:lnTo>
                    <a:pt x="9143" y="57911"/>
                  </a:lnTo>
                  <a:lnTo>
                    <a:pt x="3047" y="76200"/>
                  </a:lnTo>
                  <a:lnTo>
                    <a:pt x="0" y="94487"/>
                  </a:lnTo>
                  <a:lnTo>
                    <a:pt x="0" y="451103"/>
                  </a:lnTo>
                  <a:lnTo>
                    <a:pt x="3047" y="469391"/>
                  </a:lnTo>
                  <a:lnTo>
                    <a:pt x="9143" y="487679"/>
                  </a:lnTo>
                  <a:lnTo>
                    <a:pt x="27431" y="518159"/>
                  </a:lnTo>
                  <a:lnTo>
                    <a:pt x="51815" y="518159"/>
                  </a:lnTo>
                  <a:lnTo>
                    <a:pt x="36575" y="509015"/>
                  </a:lnTo>
                  <a:lnTo>
                    <a:pt x="39623" y="509015"/>
                  </a:lnTo>
                  <a:lnTo>
                    <a:pt x="27431" y="496824"/>
                  </a:lnTo>
                  <a:lnTo>
                    <a:pt x="22555" y="484631"/>
                  </a:lnTo>
                  <a:lnTo>
                    <a:pt x="21335" y="484631"/>
                  </a:lnTo>
                  <a:lnTo>
                    <a:pt x="16256" y="469391"/>
                  </a:lnTo>
                  <a:lnTo>
                    <a:pt x="15239" y="469391"/>
                  </a:lnTo>
                  <a:lnTo>
                    <a:pt x="15239" y="76200"/>
                  </a:lnTo>
                  <a:lnTo>
                    <a:pt x="16256" y="76200"/>
                  </a:lnTo>
                  <a:lnTo>
                    <a:pt x="21335" y="60959"/>
                  </a:lnTo>
                  <a:lnTo>
                    <a:pt x="22555" y="60959"/>
                  </a:lnTo>
                  <a:lnTo>
                    <a:pt x="27431" y="48767"/>
                  </a:lnTo>
                  <a:lnTo>
                    <a:pt x="39623" y="36575"/>
                  </a:lnTo>
                  <a:lnTo>
                    <a:pt x="36575" y="36575"/>
                  </a:lnTo>
                  <a:lnTo>
                    <a:pt x="51815" y="27431"/>
                  </a:lnTo>
                  <a:close/>
                </a:path>
                <a:path w="3977640" h="546100">
                  <a:moveTo>
                    <a:pt x="3956304" y="481583"/>
                  </a:moveTo>
                  <a:lnTo>
                    <a:pt x="3950207" y="496824"/>
                  </a:lnTo>
                  <a:lnTo>
                    <a:pt x="3938016" y="509015"/>
                  </a:lnTo>
                  <a:lnTo>
                    <a:pt x="3941063" y="509015"/>
                  </a:lnTo>
                  <a:lnTo>
                    <a:pt x="3925824" y="518159"/>
                  </a:lnTo>
                  <a:lnTo>
                    <a:pt x="3950207" y="518159"/>
                  </a:lnTo>
                  <a:lnTo>
                    <a:pt x="3968496" y="487679"/>
                  </a:lnTo>
                  <a:lnTo>
                    <a:pt x="3969511" y="484631"/>
                  </a:lnTo>
                  <a:lnTo>
                    <a:pt x="3956304" y="484631"/>
                  </a:lnTo>
                  <a:lnTo>
                    <a:pt x="3956304" y="481583"/>
                  </a:lnTo>
                  <a:close/>
                </a:path>
                <a:path w="3977640" h="546100">
                  <a:moveTo>
                    <a:pt x="21335" y="481583"/>
                  </a:moveTo>
                  <a:lnTo>
                    <a:pt x="21335" y="484631"/>
                  </a:lnTo>
                  <a:lnTo>
                    <a:pt x="22555" y="484631"/>
                  </a:lnTo>
                  <a:lnTo>
                    <a:pt x="21335" y="481583"/>
                  </a:lnTo>
                  <a:close/>
                </a:path>
                <a:path w="3977640" h="546100">
                  <a:moveTo>
                    <a:pt x="3962400" y="466343"/>
                  </a:moveTo>
                  <a:lnTo>
                    <a:pt x="3956304" y="484631"/>
                  </a:lnTo>
                  <a:lnTo>
                    <a:pt x="3969511" y="484631"/>
                  </a:lnTo>
                  <a:lnTo>
                    <a:pt x="3974592" y="469391"/>
                  </a:lnTo>
                  <a:lnTo>
                    <a:pt x="3962400" y="469391"/>
                  </a:lnTo>
                  <a:lnTo>
                    <a:pt x="3962400" y="466343"/>
                  </a:lnTo>
                  <a:close/>
                </a:path>
                <a:path w="3977640" h="546100">
                  <a:moveTo>
                    <a:pt x="15239" y="466343"/>
                  </a:moveTo>
                  <a:lnTo>
                    <a:pt x="15239" y="469391"/>
                  </a:lnTo>
                  <a:lnTo>
                    <a:pt x="16256" y="469391"/>
                  </a:lnTo>
                  <a:lnTo>
                    <a:pt x="15239" y="466343"/>
                  </a:lnTo>
                  <a:close/>
                </a:path>
                <a:path w="3977640" h="546100">
                  <a:moveTo>
                    <a:pt x="3974592" y="76200"/>
                  </a:moveTo>
                  <a:lnTo>
                    <a:pt x="3962400" y="76200"/>
                  </a:lnTo>
                  <a:lnTo>
                    <a:pt x="3962400" y="469391"/>
                  </a:lnTo>
                  <a:lnTo>
                    <a:pt x="3974592" y="469391"/>
                  </a:lnTo>
                  <a:lnTo>
                    <a:pt x="3977640" y="451103"/>
                  </a:lnTo>
                  <a:lnTo>
                    <a:pt x="3977640" y="94487"/>
                  </a:lnTo>
                  <a:lnTo>
                    <a:pt x="3974592" y="76200"/>
                  </a:lnTo>
                  <a:close/>
                </a:path>
                <a:path w="3977640" h="546100">
                  <a:moveTo>
                    <a:pt x="16256" y="76200"/>
                  </a:moveTo>
                  <a:lnTo>
                    <a:pt x="15239" y="76200"/>
                  </a:lnTo>
                  <a:lnTo>
                    <a:pt x="15239" y="79248"/>
                  </a:lnTo>
                  <a:lnTo>
                    <a:pt x="16256" y="76200"/>
                  </a:lnTo>
                  <a:close/>
                </a:path>
                <a:path w="3977640" h="546100">
                  <a:moveTo>
                    <a:pt x="3969511" y="60959"/>
                  </a:moveTo>
                  <a:lnTo>
                    <a:pt x="3956304" y="60959"/>
                  </a:lnTo>
                  <a:lnTo>
                    <a:pt x="3962400" y="79248"/>
                  </a:lnTo>
                  <a:lnTo>
                    <a:pt x="3962400" y="76200"/>
                  </a:lnTo>
                  <a:lnTo>
                    <a:pt x="3974592" y="76200"/>
                  </a:lnTo>
                  <a:lnTo>
                    <a:pt x="3969511" y="60959"/>
                  </a:lnTo>
                  <a:close/>
                </a:path>
                <a:path w="3977640" h="546100">
                  <a:moveTo>
                    <a:pt x="22555" y="60959"/>
                  </a:moveTo>
                  <a:lnTo>
                    <a:pt x="21335" y="60959"/>
                  </a:lnTo>
                  <a:lnTo>
                    <a:pt x="21335" y="64007"/>
                  </a:lnTo>
                  <a:lnTo>
                    <a:pt x="22555" y="60959"/>
                  </a:lnTo>
                  <a:close/>
                </a:path>
                <a:path w="3977640" h="546100">
                  <a:moveTo>
                    <a:pt x="3950207" y="27431"/>
                  </a:moveTo>
                  <a:lnTo>
                    <a:pt x="3925824" y="27431"/>
                  </a:lnTo>
                  <a:lnTo>
                    <a:pt x="3941063" y="36575"/>
                  </a:lnTo>
                  <a:lnTo>
                    <a:pt x="3938016" y="36575"/>
                  </a:lnTo>
                  <a:lnTo>
                    <a:pt x="3950207" y="48767"/>
                  </a:lnTo>
                  <a:lnTo>
                    <a:pt x="3956304" y="64007"/>
                  </a:lnTo>
                  <a:lnTo>
                    <a:pt x="3956304" y="60959"/>
                  </a:lnTo>
                  <a:lnTo>
                    <a:pt x="3969511" y="60959"/>
                  </a:lnTo>
                  <a:lnTo>
                    <a:pt x="3968496" y="57911"/>
                  </a:lnTo>
                  <a:lnTo>
                    <a:pt x="3950207" y="27431"/>
                  </a:lnTo>
                  <a:close/>
                </a:path>
                <a:path w="3977640" h="546100">
                  <a:moveTo>
                    <a:pt x="3919728" y="6095"/>
                  </a:moveTo>
                  <a:lnTo>
                    <a:pt x="57912" y="6095"/>
                  </a:lnTo>
                  <a:lnTo>
                    <a:pt x="42671" y="15239"/>
                  </a:lnTo>
                  <a:lnTo>
                    <a:pt x="30479" y="27431"/>
                  </a:lnTo>
                  <a:lnTo>
                    <a:pt x="48768" y="27431"/>
                  </a:lnTo>
                  <a:lnTo>
                    <a:pt x="64007" y="18287"/>
                  </a:lnTo>
                  <a:lnTo>
                    <a:pt x="79247" y="15239"/>
                  </a:lnTo>
                  <a:lnTo>
                    <a:pt x="97535" y="12191"/>
                  </a:lnTo>
                  <a:lnTo>
                    <a:pt x="3929888" y="12191"/>
                  </a:lnTo>
                  <a:lnTo>
                    <a:pt x="3919728" y="6095"/>
                  </a:lnTo>
                  <a:close/>
                </a:path>
                <a:path w="3977640" h="546100">
                  <a:moveTo>
                    <a:pt x="3929888" y="12191"/>
                  </a:moveTo>
                  <a:lnTo>
                    <a:pt x="3880104" y="12191"/>
                  </a:lnTo>
                  <a:lnTo>
                    <a:pt x="3898392" y="15239"/>
                  </a:lnTo>
                  <a:lnTo>
                    <a:pt x="3913631" y="18287"/>
                  </a:lnTo>
                  <a:lnTo>
                    <a:pt x="3928872" y="27431"/>
                  </a:lnTo>
                  <a:lnTo>
                    <a:pt x="3947159" y="27431"/>
                  </a:lnTo>
                  <a:lnTo>
                    <a:pt x="3934968" y="15239"/>
                  </a:lnTo>
                  <a:lnTo>
                    <a:pt x="3929888" y="12191"/>
                  </a:lnTo>
                  <a:close/>
                </a:path>
                <a:path w="3977640" h="546100">
                  <a:moveTo>
                    <a:pt x="3901440" y="0"/>
                  </a:moveTo>
                  <a:lnTo>
                    <a:pt x="76200" y="0"/>
                  </a:lnTo>
                  <a:lnTo>
                    <a:pt x="76200" y="3048"/>
                  </a:lnTo>
                  <a:lnTo>
                    <a:pt x="60959" y="6095"/>
                  </a:lnTo>
                  <a:lnTo>
                    <a:pt x="3916679" y="6095"/>
                  </a:lnTo>
                  <a:lnTo>
                    <a:pt x="3901440" y="3048"/>
                  </a:lnTo>
                  <a:lnTo>
                    <a:pt x="3901440" y="0"/>
                  </a:lnTo>
                  <a:close/>
                </a:path>
              </a:pathLst>
            </a:custGeom>
            <a:solidFill>
              <a:srgbClr val="002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B92FF68F-4BEF-1084-B9E9-5E94289B3BCD}"/>
              </a:ext>
            </a:extLst>
          </p:cNvPr>
          <p:cNvGrpSpPr/>
          <p:nvPr/>
        </p:nvGrpSpPr>
        <p:grpSpPr>
          <a:xfrm>
            <a:off x="1038280" y="3263843"/>
            <a:ext cx="1615440" cy="737870"/>
            <a:chOff x="1236399" y="3893815"/>
            <a:chExt cx="1615440" cy="737870"/>
          </a:xfrm>
        </p:grpSpPr>
        <p:sp>
          <p:nvSpPr>
            <p:cNvPr id="30" name="object 8">
              <a:extLst>
                <a:ext uri="{FF2B5EF4-FFF2-40B4-BE49-F238E27FC236}">
                  <a16:creationId xmlns:a16="http://schemas.microsoft.com/office/drawing/2014/main" id="{9822A848-08A1-FA67-81E5-A3B09D383AD1}"/>
                </a:ext>
              </a:extLst>
            </p:cNvPr>
            <p:cNvSpPr/>
            <p:nvPr/>
          </p:nvSpPr>
          <p:spPr>
            <a:xfrm>
              <a:off x="1242495" y="3899912"/>
              <a:ext cx="1600200" cy="722630"/>
            </a:xfrm>
            <a:custGeom>
              <a:avLst/>
              <a:gdLst/>
              <a:ahLst/>
              <a:cxnLst/>
              <a:rect l="l" t="t" r="r" b="b"/>
              <a:pathLst>
                <a:path w="1600200" h="722629">
                  <a:moveTo>
                    <a:pt x="1075944" y="0"/>
                  </a:moveTo>
                  <a:lnTo>
                    <a:pt x="801624" y="195072"/>
                  </a:lnTo>
                  <a:lnTo>
                    <a:pt x="618744" y="76200"/>
                  </a:lnTo>
                  <a:lnTo>
                    <a:pt x="542544" y="210312"/>
                  </a:lnTo>
                  <a:lnTo>
                    <a:pt x="27431" y="76200"/>
                  </a:lnTo>
                  <a:lnTo>
                    <a:pt x="344424" y="256032"/>
                  </a:lnTo>
                  <a:lnTo>
                    <a:pt x="0" y="289560"/>
                  </a:lnTo>
                  <a:lnTo>
                    <a:pt x="277368" y="393192"/>
                  </a:lnTo>
                  <a:lnTo>
                    <a:pt x="12192" y="487680"/>
                  </a:lnTo>
                  <a:lnTo>
                    <a:pt x="420624" y="466344"/>
                  </a:lnTo>
                  <a:lnTo>
                    <a:pt x="353568" y="591312"/>
                  </a:lnTo>
                  <a:lnTo>
                    <a:pt x="573024" y="524256"/>
                  </a:lnTo>
                  <a:lnTo>
                    <a:pt x="630936" y="722376"/>
                  </a:lnTo>
                  <a:lnTo>
                    <a:pt x="780288" y="499872"/>
                  </a:lnTo>
                  <a:lnTo>
                    <a:pt x="981456" y="661416"/>
                  </a:lnTo>
                  <a:lnTo>
                    <a:pt x="1039368" y="484632"/>
                  </a:lnTo>
                  <a:lnTo>
                    <a:pt x="1344168" y="606552"/>
                  </a:lnTo>
                  <a:lnTo>
                    <a:pt x="1249680" y="432816"/>
                  </a:lnTo>
                  <a:lnTo>
                    <a:pt x="1600200" y="445008"/>
                  </a:lnTo>
                  <a:lnTo>
                    <a:pt x="1304544" y="350520"/>
                  </a:lnTo>
                  <a:lnTo>
                    <a:pt x="1563624" y="271272"/>
                  </a:lnTo>
                  <a:lnTo>
                    <a:pt x="1237488" y="243840"/>
                  </a:lnTo>
                  <a:lnTo>
                    <a:pt x="1362456" y="149352"/>
                  </a:lnTo>
                  <a:lnTo>
                    <a:pt x="1051560" y="179832"/>
                  </a:lnTo>
                  <a:lnTo>
                    <a:pt x="1075944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1" name="object 9">
              <a:extLst>
                <a:ext uri="{FF2B5EF4-FFF2-40B4-BE49-F238E27FC236}">
                  <a16:creationId xmlns:a16="http://schemas.microsoft.com/office/drawing/2014/main" id="{82CE2548-7E87-3F86-22DD-5DEFB8A196A4}"/>
                </a:ext>
              </a:extLst>
            </p:cNvPr>
            <p:cNvSpPr/>
            <p:nvPr/>
          </p:nvSpPr>
          <p:spPr>
            <a:xfrm>
              <a:off x="1236399" y="3893815"/>
              <a:ext cx="1615440" cy="737870"/>
            </a:xfrm>
            <a:custGeom>
              <a:avLst/>
              <a:gdLst/>
              <a:ahLst/>
              <a:cxnLst/>
              <a:rect l="l" t="t" r="r" b="b"/>
              <a:pathLst>
                <a:path w="1615439" h="737870">
                  <a:moveTo>
                    <a:pt x="586093" y="530351"/>
                  </a:moveTo>
                  <a:lnTo>
                    <a:pt x="573023" y="530351"/>
                  </a:lnTo>
                  <a:lnTo>
                    <a:pt x="582168" y="536448"/>
                  </a:lnTo>
                  <a:lnTo>
                    <a:pt x="575376" y="538523"/>
                  </a:lnTo>
                  <a:lnTo>
                    <a:pt x="630935" y="731519"/>
                  </a:lnTo>
                  <a:lnTo>
                    <a:pt x="630935" y="734567"/>
                  </a:lnTo>
                  <a:lnTo>
                    <a:pt x="633983" y="734567"/>
                  </a:lnTo>
                  <a:lnTo>
                    <a:pt x="633983" y="737615"/>
                  </a:lnTo>
                  <a:lnTo>
                    <a:pt x="637032" y="737615"/>
                  </a:lnTo>
                  <a:lnTo>
                    <a:pt x="640079" y="734567"/>
                  </a:lnTo>
                  <a:lnTo>
                    <a:pt x="644198" y="728471"/>
                  </a:lnTo>
                  <a:lnTo>
                    <a:pt x="643127" y="728471"/>
                  </a:lnTo>
                  <a:lnTo>
                    <a:pt x="630935" y="725424"/>
                  </a:lnTo>
                  <a:lnTo>
                    <a:pt x="638902" y="713793"/>
                  </a:lnTo>
                  <a:lnTo>
                    <a:pt x="586093" y="530351"/>
                  </a:lnTo>
                  <a:close/>
                </a:path>
                <a:path w="1615439" h="737870">
                  <a:moveTo>
                    <a:pt x="638902" y="713793"/>
                  </a:moveTo>
                  <a:lnTo>
                    <a:pt x="630935" y="725424"/>
                  </a:lnTo>
                  <a:lnTo>
                    <a:pt x="643127" y="728471"/>
                  </a:lnTo>
                  <a:lnTo>
                    <a:pt x="638902" y="713793"/>
                  </a:lnTo>
                  <a:close/>
                </a:path>
                <a:path w="1615439" h="737870">
                  <a:moveTo>
                    <a:pt x="789432" y="499871"/>
                  </a:moveTo>
                  <a:lnTo>
                    <a:pt x="786383" y="499871"/>
                  </a:lnTo>
                  <a:lnTo>
                    <a:pt x="783335" y="502919"/>
                  </a:lnTo>
                  <a:lnTo>
                    <a:pt x="638902" y="713793"/>
                  </a:lnTo>
                  <a:lnTo>
                    <a:pt x="643127" y="728471"/>
                  </a:lnTo>
                  <a:lnTo>
                    <a:pt x="644198" y="728471"/>
                  </a:lnTo>
                  <a:lnTo>
                    <a:pt x="787928" y="515752"/>
                  </a:lnTo>
                  <a:lnTo>
                    <a:pt x="783335" y="512063"/>
                  </a:lnTo>
                  <a:lnTo>
                    <a:pt x="792479" y="509015"/>
                  </a:lnTo>
                  <a:lnTo>
                    <a:pt x="800217" y="509015"/>
                  </a:lnTo>
                  <a:lnTo>
                    <a:pt x="792479" y="502919"/>
                  </a:lnTo>
                  <a:lnTo>
                    <a:pt x="789432" y="499871"/>
                  </a:lnTo>
                  <a:close/>
                </a:path>
                <a:path w="1615439" h="737870">
                  <a:moveTo>
                    <a:pt x="800217" y="509015"/>
                  </a:moveTo>
                  <a:lnTo>
                    <a:pt x="792479" y="509015"/>
                  </a:lnTo>
                  <a:lnTo>
                    <a:pt x="787928" y="515752"/>
                  </a:lnTo>
                  <a:lnTo>
                    <a:pt x="984503" y="673607"/>
                  </a:lnTo>
                  <a:lnTo>
                    <a:pt x="993647" y="673607"/>
                  </a:lnTo>
                  <a:lnTo>
                    <a:pt x="993647" y="670559"/>
                  </a:lnTo>
                  <a:lnTo>
                    <a:pt x="995644" y="664463"/>
                  </a:lnTo>
                  <a:lnTo>
                    <a:pt x="981456" y="664463"/>
                  </a:lnTo>
                  <a:lnTo>
                    <a:pt x="984750" y="654406"/>
                  </a:lnTo>
                  <a:lnTo>
                    <a:pt x="800217" y="509015"/>
                  </a:lnTo>
                  <a:close/>
                </a:path>
                <a:path w="1615439" h="737870">
                  <a:moveTo>
                    <a:pt x="984750" y="654406"/>
                  </a:moveTo>
                  <a:lnTo>
                    <a:pt x="981456" y="664463"/>
                  </a:lnTo>
                  <a:lnTo>
                    <a:pt x="993647" y="661415"/>
                  </a:lnTo>
                  <a:lnTo>
                    <a:pt x="984750" y="654406"/>
                  </a:lnTo>
                  <a:close/>
                </a:path>
                <a:path w="1615439" h="737870">
                  <a:moveTo>
                    <a:pt x="1048512" y="484631"/>
                  </a:moveTo>
                  <a:lnTo>
                    <a:pt x="1042415" y="484631"/>
                  </a:lnTo>
                  <a:lnTo>
                    <a:pt x="1039368" y="487679"/>
                  </a:lnTo>
                  <a:lnTo>
                    <a:pt x="984750" y="654406"/>
                  </a:lnTo>
                  <a:lnTo>
                    <a:pt x="993647" y="661415"/>
                  </a:lnTo>
                  <a:lnTo>
                    <a:pt x="981456" y="664463"/>
                  </a:lnTo>
                  <a:lnTo>
                    <a:pt x="995644" y="664463"/>
                  </a:lnTo>
                  <a:lnTo>
                    <a:pt x="1049626" y="499679"/>
                  </a:lnTo>
                  <a:lnTo>
                    <a:pt x="1042415" y="496824"/>
                  </a:lnTo>
                  <a:lnTo>
                    <a:pt x="1051559" y="493775"/>
                  </a:lnTo>
                  <a:lnTo>
                    <a:pt x="1071372" y="493775"/>
                  </a:lnTo>
                  <a:lnTo>
                    <a:pt x="1048512" y="484631"/>
                  </a:lnTo>
                  <a:close/>
                </a:path>
                <a:path w="1615439" h="737870">
                  <a:moveTo>
                    <a:pt x="1071372" y="493775"/>
                  </a:moveTo>
                  <a:lnTo>
                    <a:pt x="1051559" y="493775"/>
                  </a:lnTo>
                  <a:lnTo>
                    <a:pt x="1049626" y="499679"/>
                  </a:lnTo>
                  <a:lnTo>
                    <a:pt x="1350264" y="618743"/>
                  </a:lnTo>
                  <a:lnTo>
                    <a:pt x="1353312" y="618743"/>
                  </a:lnTo>
                  <a:lnTo>
                    <a:pt x="1356359" y="615695"/>
                  </a:lnTo>
                  <a:lnTo>
                    <a:pt x="1347215" y="615695"/>
                  </a:lnTo>
                  <a:lnTo>
                    <a:pt x="1338830" y="600759"/>
                  </a:lnTo>
                  <a:lnTo>
                    <a:pt x="1071372" y="493775"/>
                  </a:lnTo>
                  <a:close/>
                </a:path>
                <a:path w="1615439" h="737870">
                  <a:moveTo>
                    <a:pt x="1338830" y="600759"/>
                  </a:moveTo>
                  <a:lnTo>
                    <a:pt x="1347215" y="615695"/>
                  </a:lnTo>
                  <a:lnTo>
                    <a:pt x="1353312" y="606551"/>
                  </a:lnTo>
                  <a:lnTo>
                    <a:pt x="1338830" y="600759"/>
                  </a:lnTo>
                  <a:close/>
                </a:path>
                <a:path w="1615439" h="737870">
                  <a:moveTo>
                    <a:pt x="1255776" y="432815"/>
                  </a:moveTo>
                  <a:lnTo>
                    <a:pt x="1252727" y="432815"/>
                  </a:lnTo>
                  <a:lnTo>
                    <a:pt x="1249679" y="435863"/>
                  </a:lnTo>
                  <a:lnTo>
                    <a:pt x="1249679" y="441959"/>
                  </a:lnTo>
                  <a:lnTo>
                    <a:pt x="1338830" y="600759"/>
                  </a:lnTo>
                  <a:lnTo>
                    <a:pt x="1353312" y="606551"/>
                  </a:lnTo>
                  <a:lnTo>
                    <a:pt x="1347215" y="615695"/>
                  </a:lnTo>
                  <a:lnTo>
                    <a:pt x="1359408" y="615695"/>
                  </a:lnTo>
                  <a:lnTo>
                    <a:pt x="1359408" y="612648"/>
                  </a:lnTo>
                  <a:lnTo>
                    <a:pt x="1356359" y="609600"/>
                  </a:lnTo>
                  <a:lnTo>
                    <a:pt x="1267058" y="445400"/>
                  </a:lnTo>
                  <a:lnTo>
                    <a:pt x="1255776" y="445007"/>
                  </a:lnTo>
                  <a:lnTo>
                    <a:pt x="1261871" y="435863"/>
                  </a:lnTo>
                  <a:lnTo>
                    <a:pt x="1344168" y="435863"/>
                  </a:lnTo>
                  <a:lnTo>
                    <a:pt x="1255776" y="432815"/>
                  </a:lnTo>
                  <a:close/>
                </a:path>
                <a:path w="1615439" h="737870">
                  <a:moveTo>
                    <a:pt x="432815" y="469391"/>
                  </a:moveTo>
                  <a:lnTo>
                    <a:pt x="420623" y="469391"/>
                  </a:lnTo>
                  <a:lnTo>
                    <a:pt x="426719" y="478535"/>
                  </a:lnTo>
                  <a:lnTo>
                    <a:pt x="415400" y="479127"/>
                  </a:lnTo>
                  <a:lnTo>
                    <a:pt x="353568" y="594359"/>
                  </a:lnTo>
                  <a:lnTo>
                    <a:pt x="353568" y="597407"/>
                  </a:lnTo>
                  <a:lnTo>
                    <a:pt x="356615" y="600455"/>
                  </a:lnTo>
                  <a:lnTo>
                    <a:pt x="356615" y="603503"/>
                  </a:lnTo>
                  <a:lnTo>
                    <a:pt x="362712" y="603503"/>
                  </a:lnTo>
                  <a:lnTo>
                    <a:pt x="372687" y="600455"/>
                  </a:lnTo>
                  <a:lnTo>
                    <a:pt x="365759" y="600455"/>
                  </a:lnTo>
                  <a:lnTo>
                    <a:pt x="359663" y="591311"/>
                  </a:lnTo>
                  <a:lnTo>
                    <a:pt x="372860" y="587222"/>
                  </a:lnTo>
                  <a:lnTo>
                    <a:pt x="432815" y="475487"/>
                  </a:lnTo>
                  <a:lnTo>
                    <a:pt x="432815" y="469391"/>
                  </a:lnTo>
                  <a:close/>
                </a:path>
                <a:path w="1615439" h="737870">
                  <a:moveTo>
                    <a:pt x="372860" y="587222"/>
                  </a:moveTo>
                  <a:lnTo>
                    <a:pt x="359663" y="591311"/>
                  </a:lnTo>
                  <a:lnTo>
                    <a:pt x="365759" y="600455"/>
                  </a:lnTo>
                  <a:lnTo>
                    <a:pt x="372860" y="587222"/>
                  </a:lnTo>
                  <a:close/>
                </a:path>
                <a:path w="1615439" h="737870">
                  <a:moveTo>
                    <a:pt x="582168" y="524255"/>
                  </a:moveTo>
                  <a:lnTo>
                    <a:pt x="576071" y="524255"/>
                  </a:lnTo>
                  <a:lnTo>
                    <a:pt x="372860" y="587222"/>
                  </a:lnTo>
                  <a:lnTo>
                    <a:pt x="365759" y="600455"/>
                  </a:lnTo>
                  <a:lnTo>
                    <a:pt x="372687" y="600455"/>
                  </a:lnTo>
                  <a:lnTo>
                    <a:pt x="575376" y="538523"/>
                  </a:lnTo>
                  <a:lnTo>
                    <a:pt x="573023" y="530351"/>
                  </a:lnTo>
                  <a:lnTo>
                    <a:pt x="586093" y="530351"/>
                  </a:lnTo>
                  <a:lnTo>
                    <a:pt x="585215" y="527303"/>
                  </a:lnTo>
                  <a:lnTo>
                    <a:pt x="582168" y="524255"/>
                  </a:lnTo>
                  <a:close/>
                </a:path>
                <a:path w="1615439" h="737870">
                  <a:moveTo>
                    <a:pt x="573023" y="530351"/>
                  </a:moveTo>
                  <a:lnTo>
                    <a:pt x="575376" y="538523"/>
                  </a:lnTo>
                  <a:lnTo>
                    <a:pt x="582168" y="536448"/>
                  </a:lnTo>
                  <a:lnTo>
                    <a:pt x="573023" y="530351"/>
                  </a:lnTo>
                  <a:close/>
                </a:path>
                <a:path w="1615439" h="737870">
                  <a:moveTo>
                    <a:pt x="792479" y="509015"/>
                  </a:moveTo>
                  <a:lnTo>
                    <a:pt x="783335" y="512063"/>
                  </a:lnTo>
                  <a:lnTo>
                    <a:pt x="787928" y="515752"/>
                  </a:lnTo>
                  <a:lnTo>
                    <a:pt x="792479" y="509015"/>
                  </a:lnTo>
                  <a:close/>
                </a:path>
                <a:path w="1615439" h="737870">
                  <a:moveTo>
                    <a:pt x="263807" y="399109"/>
                  </a:moveTo>
                  <a:lnTo>
                    <a:pt x="15239" y="487679"/>
                  </a:lnTo>
                  <a:lnTo>
                    <a:pt x="12191" y="490727"/>
                  </a:lnTo>
                  <a:lnTo>
                    <a:pt x="12191" y="499871"/>
                  </a:lnTo>
                  <a:lnTo>
                    <a:pt x="18287" y="499871"/>
                  </a:lnTo>
                  <a:lnTo>
                    <a:pt x="18287" y="487679"/>
                  </a:lnTo>
                  <a:lnTo>
                    <a:pt x="58923" y="485557"/>
                  </a:lnTo>
                  <a:lnTo>
                    <a:pt x="286512" y="405383"/>
                  </a:lnTo>
                  <a:lnTo>
                    <a:pt x="280415" y="405383"/>
                  </a:lnTo>
                  <a:lnTo>
                    <a:pt x="263807" y="399109"/>
                  </a:lnTo>
                  <a:close/>
                </a:path>
                <a:path w="1615439" h="737870">
                  <a:moveTo>
                    <a:pt x="58923" y="485557"/>
                  </a:moveTo>
                  <a:lnTo>
                    <a:pt x="18287" y="487679"/>
                  </a:lnTo>
                  <a:lnTo>
                    <a:pt x="18287" y="499871"/>
                  </a:lnTo>
                  <a:lnTo>
                    <a:pt x="58923" y="485557"/>
                  </a:lnTo>
                  <a:close/>
                </a:path>
                <a:path w="1615439" h="737870">
                  <a:moveTo>
                    <a:pt x="432815" y="466343"/>
                  </a:moveTo>
                  <a:lnTo>
                    <a:pt x="426719" y="466343"/>
                  </a:lnTo>
                  <a:lnTo>
                    <a:pt x="58923" y="485557"/>
                  </a:lnTo>
                  <a:lnTo>
                    <a:pt x="18287" y="499871"/>
                  </a:lnTo>
                  <a:lnTo>
                    <a:pt x="415400" y="479127"/>
                  </a:lnTo>
                  <a:lnTo>
                    <a:pt x="420623" y="469391"/>
                  </a:lnTo>
                  <a:lnTo>
                    <a:pt x="432815" y="469391"/>
                  </a:lnTo>
                  <a:lnTo>
                    <a:pt x="432815" y="466343"/>
                  </a:lnTo>
                  <a:close/>
                </a:path>
                <a:path w="1615439" h="737870">
                  <a:moveTo>
                    <a:pt x="1051559" y="493775"/>
                  </a:moveTo>
                  <a:lnTo>
                    <a:pt x="1042415" y="496824"/>
                  </a:lnTo>
                  <a:lnTo>
                    <a:pt x="1049626" y="499679"/>
                  </a:lnTo>
                  <a:lnTo>
                    <a:pt x="1051559" y="493775"/>
                  </a:lnTo>
                  <a:close/>
                </a:path>
                <a:path w="1615439" h="737870">
                  <a:moveTo>
                    <a:pt x="420623" y="469391"/>
                  </a:moveTo>
                  <a:lnTo>
                    <a:pt x="415400" y="479127"/>
                  </a:lnTo>
                  <a:lnTo>
                    <a:pt x="426719" y="478535"/>
                  </a:lnTo>
                  <a:lnTo>
                    <a:pt x="420623" y="469391"/>
                  </a:lnTo>
                  <a:close/>
                </a:path>
                <a:path w="1615439" h="737870">
                  <a:moveTo>
                    <a:pt x="1344168" y="435863"/>
                  </a:moveTo>
                  <a:lnTo>
                    <a:pt x="1261871" y="435863"/>
                  </a:lnTo>
                  <a:lnTo>
                    <a:pt x="1267058" y="445400"/>
                  </a:lnTo>
                  <a:lnTo>
                    <a:pt x="1606295" y="457200"/>
                  </a:lnTo>
                  <a:lnTo>
                    <a:pt x="1563164" y="443415"/>
                  </a:lnTo>
                  <a:lnTo>
                    <a:pt x="1344168" y="435863"/>
                  </a:lnTo>
                  <a:close/>
                </a:path>
                <a:path w="1615439" h="737870">
                  <a:moveTo>
                    <a:pt x="1563164" y="443415"/>
                  </a:moveTo>
                  <a:lnTo>
                    <a:pt x="1606295" y="457200"/>
                  </a:lnTo>
                  <a:lnTo>
                    <a:pt x="1609344" y="445007"/>
                  </a:lnTo>
                  <a:lnTo>
                    <a:pt x="1563164" y="443415"/>
                  </a:lnTo>
                  <a:close/>
                </a:path>
                <a:path w="1615439" h="737870">
                  <a:moveTo>
                    <a:pt x="1612392" y="445007"/>
                  </a:moveTo>
                  <a:lnTo>
                    <a:pt x="1609344" y="445007"/>
                  </a:lnTo>
                  <a:lnTo>
                    <a:pt x="1606295" y="457200"/>
                  </a:lnTo>
                  <a:lnTo>
                    <a:pt x="1609344" y="457200"/>
                  </a:lnTo>
                  <a:lnTo>
                    <a:pt x="1615440" y="451103"/>
                  </a:lnTo>
                  <a:lnTo>
                    <a:pt x="1615440" y="448055"/>
                  </a:lnTo>
                  <a:lnTo>
                    <a:pt x="1612392" y="445007"/>
                  </a:lnTo>
                  <a:close/>
                </a:path>
                <a:path w="1615439" h="737870">
                  <a:moveTo>
                    <a:pt x="1261871" y="435863"/>
                  </a:moveTo>
                  <a:lnTo>
                    <a:pt x="1255776" y="445007"/>
                  </a:lnTo>
                  <a:lnTo>
                    <a:pt x="1267058" y="445400"/>
                  </a:lnTo>
                  <a:lnTo>
                    <a:pt x="1261871" y="435863"/>
                  </a:lnTo>
                  <a:close/>
                </a:path>
                <a:path w="1615439" h="737870">
                  <a:moveTo>
                    <a:pt x="1333180" y="356749"/>
                  </a:moveTo>
                  <a:lnTo>
                    <a:pt x="1313688" y="362711"/>
                  </a:lnTo>
                  <a:lnTo>
                    <a:pt x="1310639" y="362711"/>
                  </a:lnTo>
                  <a:lnTo>
                    <a:pt x="1563164" y="443415"/>
                  </a:lnTo>
                  <a:lnTo>
                    <a:pt x="1609344" y="445007"/>
                  </a:lnTo>
                  <a:lnTo>
                    <a:pt x="1333180" y="356749"/>
                  </a:lnTo>
                  <a:close/>
                </a:path>
                <a:path w="1615439" h="737870">
                  <a:moveTo>
                    <a:pt x="280415" y="393191"/>
                  </a:moveTo>
                  <a:lnTo>
                    <a:pt x="263807" y="399109"/>
                  </a:lnTo>
                  <a:lnTo>
                    <a:pt x="280415" y="405383"/>
                  </a:lnTo>
                  <a:lnTo>
                    <a:pt x="280415" y="393191"/>
                  </a:lnTo>
                  <a:close/>
                </a:path>
                <a:path w="1615439" h="737870">
                  <a:moveTo>
                    <a:pt x="286512" y="393191"/>
                  </a:moveTo>
                  <a:lnTo>
                    <a:pt x="280415" y="393191"/>
                  </a:lnTo>
                  <a:lnTo>
                    <a:pt x="280415" y="405383"/>
                  </a:lnTo>
                  <a:lnTo>
                    <a:pt x="286512" y="405383"/>
                  </a:lnTo>
                  <a:lnTo>
                    <a:pt x="289559" y="402335"/>
                  </a:lnTo>
                  <a:lnTo>
                    <a:pt x="289559" y="399287"/>
                  </a:lnTo>
                  <a:lnTo>
                    <a:pt x="286512" y="396239"/>
                  </a:lnTo>
                  <a:lnTo>
                    <a:pt x="286512" y="393191"/>
                  </a:lnTo>
                  <a:close/>
                </a:path>
                <a:path w="1615439" h="737870">
                  <a:moveTo>
                    <a:pt x="9143" y="289559"/>
                  </a:moveTo>
                  <a:lnTo>
                    <a:pt x="3047" y="289559"/>
                  </a:lnTo>
                  <a:lnTo>
                    <a:pt x="0" y="292607"/>
                  </a:lnTo>
                  <a:lnTo>
                    <a:pt x="0" y="295655"/>
                  </a:lnTo>
                  <a:lnTo>
                    <a:pt x="6095" y="301751"/>
                  </a:lnTo>
                  <a:lnTo>
                    <a:pt x="263807" y="399109"/>
                  </a:lnTo>
                  <a:lnTo>
                    <a:pt x="280415" y="393191"/>
                  </a:lnTo>
                  <a:lnTo>
                    <a:pt x="286512" y="393191"/>
                  </a:lnTo>
                  <a:lnTo>
                    <a:pt x="41775" y="301751"/>
                  </a:lnTo>
                  <a:lnTo>
                    <a:pt x="9143" y="301751"/>
                  </a:lnTo>
                  <a:lnTo>
                    <a:pt x="9143" y="289559"/>
                  </a:lnTo>
                  <a:close/>
                </a:path>
                <a:path w="1615439" h="737870">
                  <a:moveTo>
                    <a:pt x="1313688" y="350519"/>
                  </a:moveTo>
                  <a:lnTo>
                    <a:pt x="1307591" y="350519"/>
                  </a:lnTo>
                  <a:lnTo>
                    <a:pt x="1304544" y="353567"/>
                  </a:lnTo>
                  <a:lnTo>
                    <a:pt x="1304544" y="359663"/>
                  </a:lnTo>
                  <a:lnTo>
                    <a:pt x="1307591" y="362711"/>
                  </a:lnTo>
                  <a:lnTo>
                    <a:pt x="1313688" y="362711"/>
                  </a:lnTo>
                  <a:lnTo>
                    <a:pt x="1313688" y="350519"/>
                  </a:lnTo>
                  <a:close/>
                </a:path>
                <a:path w="1615439" h="737870">
                  <a:moveTo>
                    <a:pt x="1313688" y="350519"/>
                  </a:moveTo>
                  <a:lnTo>
                    <a:pt x="1313688" y="362711"/>
                  </a:lnTo>
                  <a:lnTo>
                    <a:pt x="1333180" y="356749"/>
                  </a:lnTo>
                  <a:lnTo>
                    <a:pt x="1313688" y="350519"/>
                  </a:lnTo>
                  <a:close/>
                </a:path>
                <a:path w="1615439" h="737870">
                  <a:moveTo>
                    <a:pt x="1531557" y="282945"/>
                  </a:moveTo>
                  <a:lnTo>
                    <a:pt x="1310639" y="350519"/>
                  </a:lnTo>
                  <a:lnTo>
                    <a:pt x="1313688" y="350519"/>
                  </a:lnTo>
                  <a:lnTo>
                    <a:pt x="1333180" y="356749"/>
                  </a:lnTo>
                  <a:lnTo>
                    <a:pt x="1564422" y="286016"/>
                  </a:lnTo>
                  <a:lnTo>
                    <a:pt x="1531557" y="282945"/>
                  </a:lnTo>
                  <a:close/>
                </a:path>
                <a:path w="1615439" h="737870">
                  <a:moveTo>
                    <a:pt x="9143" y="289559"/>
                  </a:moveTo>
                  <a:lnTo>
                    <a:pt x="9143" y="301751"/>
                  </a:lnTo>
                  <a:lnTo>
                    <a:pt x="34983" y="299214"/>
                  </a:lnTo>
                  <a:lnTo>
                    <a:pt x="9143" y="289559"/>
                  </a:lnTo>
                  <a:close/>
                </a:path>
                <a:path w="1615439" h="737870">
                  <a:moveTo>
                    <a:pt x="34983" y="299214"/>
                  </a:moveTo>
                  <a:lnTo>
                    <a:pt x="9143" y="301751"/>
                  </a:lnTo>
                  <a:lnTo>
                    <a:pt x="41775" y="301751"/>
                  </a:lnTo>
                  <a:lnTo>
                    <a:pt x="34983" y="299214"/>
                  </a:lnTo>
                  <a:close/>
                </a:path>
                <a:path w="1615439" h="737870">
                  <a:moveTo>
                    <a:pt x="329574" y="258070"/>
                  </a:moveTo>
                  <a:lnTo>
                    <a:pt x="6095" y="289559"/>
                  </a:lnTo>
                  <a:lnTo>
                    <a:pt x="9143" y="289559"/>
                  </a:lnTo>
                  <a:lnTo>
                    <a:pt x="34983" y="299214"/>
                  </a:lnTo>
                  <a:lnTo>
                    <a:pt x="350519" y="268224"/>
                  </a:lnTo>
                  <a:lnTo>
                    <a:pt x="347471" y="268224"/>
                  </a:lnTo>
                  <a:lnTo>
                    <a:pt x="329574" y="258070"/>
                  </a:lnTo>
                  <a:close/>
                </a:path>
                <a:path w="1615439" h="737870">
                  <a:moveTo>
                    <a:pt x="1569720" y="284396"/>
                  </a:moveTo>
                  <a:lnTo>
                    <a:pt x="1564422" y="286016"/>
                  </a:lnTo>
                  <a:lnTo>
                    <a:pt x="1569720" y="286511"/>
                  </a:lnTo>
                  <a:lnTo>
                    <a:pt x="1569720" y="284396"/>
                  </a:lnTo>
                  <a:close/>
                </a:path>
                <a:path w="1615439" h="737870">
                  <a:moveTo>
                    <a:pt x="1569720" y="271271"/>
                  </a:moveTo>
                  <a:lnTo>
                    <a:pt x="1531557" y="282945"/>
                  </a:lnTo>
                  <a:lnTo>
                    <a:pt x="1564422" y="286016"/>
                  </a:lnTo>
                  <a:lnTo>
                    <a:pt x="1569720" y="284396"/>
                  </a:lnTo>
                  <a:lnTo>
                    <a:pt x="1569720" y="271271"/>
                  </a:lnTo>
                  <a:close/>
                </a:path>
                <a:path w="1615439" h="737870">
                  <a:moveTo>
                    <a:pt x="1572768" y="271271"/>
                  </a:moveTo>
                  <a:lnTo>
                    <a:pt x="1569720" y="271271"/>
                  </a:lnTo>
                  <a:lnTo>
                    <a:pt x="1569720" y="284396"/>
                  </a:lnTo>
                  <a:lnTo>
                    <a:pt x="1572768" y="283463"/>
                  </a:lnTo>
                  <a:lnTo>
                    <a:pt x="1575816" y="283463"/>
                  </a:lnTo>
                  <a:lnTo>
                    <a:pt x="1575816" y="274319"/>
                  </a:lnTo>
                  <a:lnTo>
                    <a:pt x="1572768" y="271271"/>
                  </a:lnTo>
                  <a:close/>
                </a:path>
                <a:path w="1615439" h="737870">
                  <a:moveTo>
                    <a:pt x="1263557" y="245277"/>
                  </a:moveTo>
                  <a:lnTo>
                    <a:pt x="1249679" y="256031"/>
                  </a:lnTo>
                  <a:lnTo>
                    <a:pt x="1243583" y="256031"/>
                  </a:lnTo>
                  <a:lnTo>
                    <a:pt x="1531557" y="282945"/>
                  </a:lnTo>
                  <a:lnTo>
                    <a:pt x="1569720" y="271271"/>
                  </a:lnTo>
                  <a:lnTo>
                    <a:pt x="1263557" y="245277"/>
                  </a:lnTo>
                  <a:close/>
                </a:path>
                <a:path w="1615439" h="737870">
                  <a:moveTo>
                    <a:pt x="350519" y="256031"/>
                  </a:moveTo>
                  <a:lnTo>
                    <a:pt x="329574" y="258070"/>
                  </a:lnTo>
                  <a:lnTo>
                    <a:pt x="347471" y="268224"/>
                  </a:lnTo>
                  <a:lnTo>
                    <a:pt x="350519" y="256031"/>
                  </a:lnTo>
                  <a:close/>
                </a:path>
                <a:path w="1615439" h="737870">
                  <a:moveTo>
                    <a:pt x="356615" y="256031"/>
                  </a:moveTo>
                  <a:lnTo>
                    <a:pt x="350519" y="256031"/>
                  </a:lnTo>
                  <a:lnTo>
                    <a:pt x="347471" y="268224"/>
                  </a:lnTo>
                  <a:lnTo>
                    <a:pt x="353568" y="268224"/>
                  </a:lnTo>
                  <a:lnTo>
                    <a:pt x="356615" y="265175"/>
                  </a:lnTo>
                  <a:lnTo>
                    <a:pt x="356615" y="256031"/>
                  </a:lnTo>
                  <a:close/>
                </a:path>
                <a:path w="1615439" h="737870">
                  <a:moveTo>
                    <a:pt x="36575" y="76200"/>
                  </a:moveTo>
                  <a:lnTo>
                    <a:pt x="30479" y="76200"/>
                  </a:lnTo>
                  <a:lnTo>
                    <a:pt x="30479" y="79248"/>
                  </a:lnTo>
                  <a:lnTo>
                    <a:pt x="27431" y="82295"/>
                  </a:lnTo>
                  <a:lnTo>
                    <a:pt x="30479" y="88391"/>
                  </a:lnTo>
                  <a:lnTo>
                    <a:pt x="329574" y="258070"/>
                  </a:lnTo>
                  <a:lnTo>
                    <a:pt x="350519" y="256031"/>
                  </a:lnTo>
                  <a:lnTo>
                    <a:pt x="353568" y="256031"/>
                  </a:lnTo>
                  <a:lnTo>
                    <a:pt x="78880" y="100199"/>
                  </a:lnTo>
                  <a:lnTo>
                    <a:pt x="33527" y="88391"/>
                  </a:lnTo>
                  <a:lnTo>
                    <a:pt x="36575" y="76200"/>
                  </a:lnTo>
                  <a:close/>
                </a:path>
                <a:path w="1615439" h="737870">
                  <a:moveTo>
                    <a:pt x="1374647" y="149351"/>
                  </a:moveTo>
                  <a:lnTo>
                    <a:pt x="1368552" y="149351"/>
                  </a:lnTo>
                  <a:lnTo>
                    <a:pt x="1365569" y="149612"/>
                  </a:lnTo>
                  <a:lnTo>
                    <a:pt x="1368552" y="161543"/>
                  </a:lnTo>
                  <a:lnTo>
                    <a:pt x="1347201" y="163637"/>
                  </a:lnTo>
                  <a:lnTo>
                    <a:pt x="1240535" y="246887"/>
                  </a:lnTo>
                  <a:lnTo>
                    <a:pt x="1237488" y="246887"/>
                  </a:lnTo>
                  <a:lnTo>
                    <a:pt x="1237488" y="252983"/>
                  </a:lnTo>
                  <a:lnTo>
                    <a:pt x="1240535" y="256031"/>
                  </a:lnTo>
                  <a:lnTo>
                    <a:pt x="1249679" y="256031"/>
                  </a:lnTo>
                  <a:lnTo>
                    <a:pt x="1246632" y="243839"/>
                  </a:lnTo>
                  <a:lnTo>
                    <a:pt x="1265411" y="243839"/>
                  </a:lnTo>
                  <a:lnTo>
                    <a:pt x="1371600" y="161543"/>
                  </a:lnTo>
                  <a:lnTo>
                    <a:pt x="1374647" y="158495"/>
                  </a:lnTo>
                  <a:lnTo>
                    <a:pt x="1374647" y="149351"/>
                  </a:lnTo>
                  <a:close/>
                </a:path>
                <a:path w="1615439" h="737870">
                  <a:moveTo>
                    <a:pt x="1246632" y="243839"/>
                  </a:moveTo>
                  <a:lnTo>
                    <a:pt x="1249679" y="256031"/>
                  </a:lnTo>
                  <a:lnTo>
                    <a:pt x="1263557" y="245277"/>
                  </a:lnTo>
                  <a:lnTo>
                    <a:pt x="1246632" y="243839"/>
                  </a:lnTo>
                  <a:close/>
                </a:path>
                <a:path w="1615439" h="737870">
                  <a:moveTo>
                    <a:pt x="1265411" y="243839"/>
                  </a:moveTo>
                  <a:lnTo>
                    <a:pt x="1246632" y="243839"/>
                  </a:lnTo>
                  <a:lnTo>
                    <a:pt x="1263557" y="245277"/>
                  </a:lnTo>
                  <a:lnTo>
                    <a:pt x="1265411" y="243839"/>
                  </a:lnTo>
                  <a:close/>
                </a:path>
                <a:path w="1615439" h="737870">
                  <a:moveTo>
                    <a:pt x="36575" y="76200"/>
                  </a:moveTo>
                  <a:lnTo>
                    <a:pt x="78880" y="100199"/>
                  </a:lnTo>
                  <a:lnTo>
                    <a:pt x="548639" y="222503"/>
                  </a:lnTo>
                  <a:lnTo>
                    <a:pt x="551688" y="225551"/>
                  </a:lnTo>
                  <a:lnTo>
                    <a:pt x="554735" y="222503"/>
                  </a:lnTo>
                  <a:lnTo>
                    <a:pt x="554735" y="219455"/>
                  </a:lnTo>
                  <a:lnTo>
                    <a:pt x="558199" y="213359"/>
                  </a:lnTo>
                  <a:lnTo>
                    <a:pt x="542544" y="213359"/>
                  </a:lnTo>
                  <a:lnTo>
                    <a:pt x="545324" y="208655"/>
                  </a:lnTo>
                  <a:lnTo>
                    <a:pt x="36575" y="76200"/>
                  </a:lnTo>
                  <a:close/>
                </a:path>
                <a:path w="1615439" h="737870">
                  <a:moveTo>
                    <a:pt x="545324" y="208655"/>
                  </a:moveTo>
                  <a:lnTo>
                    <a:pt x="542544" y="213359"/>
                  </a:lnTo>
                  <a:lnTo>
                    <a:pt x="551688" y="210311"/>
                  </a:lnTo>
                  <a:lnTo>
                    <a:pt x="545324" y="208655"/>
                  </a:lnTo>
                  <a:close/>
                </a:path>
                <a:path w="1615439" h="737870">
                  <a:moveTo>
                    <a:pt x="630935" y="76200"/>
                  </a:moveTo>
                  <a:lnTo>
                    <a:pt x="621791" y="76200"/>
                  </a:lnTo>
                  <a:lnTo>
                    <a:pt x="621791" y="79248"/>
                  </a:lnTo>
                  <a:lnTo>
                    <a:pt x="545324" y="208655"/>
                  </a:lnTo>
                  <a:lnTo>
                    <a:pt x="551688" y="210311"/>
                  </a:lnTo>
                  <a:lnTo>
                    <a:pt x="542544" y="213359"/>
                  </a:lnTo>
                  <a:lnTo>
                    <a:pt x="558199" y="213359"/>
                  </a:lnTo>
                  <a:lnTo>
                    <a:pt x="627242" y="91844"/>
                  </a:lnTo>
                  <a:lnTo>
                    <a:pt x="621791" y="88391"/>
                  </a:lnTo>
                  <a:lnTo>
                    <a:pt x="630935" y="85343"/>
                  </a:lnTo>
                  <a:lnTo>
                    <a:pt x="644769" y="85343"/>
                  </a:lnTo>
                  <a:lnTo>
                    <a:pt x="630935" y="76200"/>
                  </a:lnTo>
                  <a:close/>
                </a:path>
                <a:path w="1615439" h="737870">
                  <a:moveTo>
                    <a:pt x="644769" y="85343"/>
                  </a:moveTo>
                  <a:lnTo>
                    <a:pt x="630935" y="85343"/>
                  </a:lnTo>
                  <a:lnTo>
                    <a:pt x="627242" y="91844"/>
                  </a:lnTo>
                  <a:lnTo>
                    <a:pt x="804671" y="204215"/>
                  </a:lnTo>
                  <a:lnTo>
                    <a:pt x="807719" y="207263"/>
                  </a:lnTo>
                  <a:lnTo>
                    <a:pt x="810768" y="204215"/>
                  </a:lnTo>
                  <a:lnTo>
                    <a:pt x="823976" y="195071"/>
                  </a:lnTo>
                  <a:lnTo>
                    <a:pt x="804671" y="195071"/>
                  </a:lnTo>
                  <a:lnTo>
                    <a:pt x="807608" y="192983"/>
                  </a:lnTo>
                  <a:lnTo>
                    <a:pt x="644769" y="85343"/>
                  </a:lnTo>
                  <a:close/>
                </a:path>
                <a:path w="1615439" h="737870">
                  <a:moveTo>
                    <a:pt x="807608" y="192983"/>
                  </a:moveTo>
                  <a:lnTo>
                    <a:pt x="804671" y="195071"/>
                  </a:lnTo>
                  <a:lnTo>
                    <a:pt x="810768" y="195071"/>
                  </a:lnTo>
                  <a:lnTo>
                    <a:pt x="807608" y="192983"/>
                  </a:lnTo>
                  <a:close/>
                </a:path>
                <a:path w="1615439" h="737870">
                  <a:moveTo>
                    <a:pt x="1088135" y="0"/>
                  </a:moveTo>
                  <a:lnTo>
                    <a:pt x="1078991" y="0"/>
                  </a:lnTo>
                  <a:lnTo>
                    <a:pt x="807608" y="192983"/>
                  </a:lnTo>
                  <a:lnTo>
                    <a:pt x="810768" y="195071"/>
                  </a:lnTo>
                  <a:lnTo>
                    <a:pt x="823976" y="195071"/>
                  </a:lnTo>
                  <a:lnTo>
                    <a:pt x="1073416" y="22382"/>
                  </a:lnTo>
                  <a:lnTo>
                    <a:pt x="1075944" y="6095"/>
                  </a:lnTo>
                  <a:lnTo>
                    <a:pt x="1088135" y="6095"/>
                  </a:lnTo>
                  <a:lnTo>
                    <a:pt x="1091183" y="3048"/>
                  </a:lnTo>
                  <a:lnTo>
                    <a:pt x="1088135" y="3048"/>
                  </a:lnTo>
                  <a:lnTo>
                    <a:pt x="1088135" y="0"/>
                  </a:lnTo>
                  <a:close/>
                </a:path>
                <a:path w="1615439" h="737870">
                  <a:moveTo>
                    <a:pt x="1365119" y="149651"/>
                  </a:moveTo>
                  <a:lnTo>
                    <a:pt x="1065116" y="175865"/>
                  </a:lnTo>
                  <a:lnTo>
                    <a:pt x="1063752" y="185927"/>
                  </a:lnTo>
                  <a:lnTo>
                    <a:pt x="1051559" y="185927"/>
                  </a:lnTo>
                  <a:lnTo>
                    <a:pt x="1051559" y="188975"/>
                  </a:lnTo>
                  <a:lnTo>
                    <a:pt x="1054608" y="192024"/>
                  </a:lnTo>
                  <a:lnTo>
                    <a:pt x="1057656" y="192024"/>
                  </a:lnTo>
                  <a:lnTo>
                    <a:pt x="1347201" y="163637"/>
                  </a:lnTo>
                  <a:lnTo>
                    <a:pt x="1365119" y="149651"/>
                  </a:lnTo>
                  <a:close/>
                </a:path>
                <a:path w="1615439" h="737870">
                  <a:moveTo>
                    <a:pt x="1087223" y="12823"/>
                  </a:moveTo>
                  <a:lnTo>
                    <a:pt x="1073416" y="22382"/>
                  </a:lnTo>
                  <a:lnTo>
                    <a:pt x="1048512" y="182879"/>
                  </a:lnTo>
                  <a:lnTo>
                    <a:pt x="1048512" y="185927"/>
                  </a:lnTo>
                  <a:lnTo>
                    <a:pt x="1063752" y="185927"/>
                  </a:lnTo>
                  <a:lnTo>
                    <a:pt x="1054608" y="176783"/>
                  </a:lnTo>
                  <a:lnTo>
                    <a:pt x="1065116" y="175865"/>
                  </a:lnTo>
                  <a:lnTo>
                    <a:pt x="1087223" y="12823"/>
                  </a:lnTo>
                  <a:close/>
                </a:path>
                <a:path w="1615439" h="737870">
                  <a:moveTo>
                    <a:pt x="1065116" y="175865"/>
                  </a:moveTo>
                  <a:lnTo>
                    <a:pt x="1054608" y="176783"/>
                  </a:lnTo>
                  <a:lnTo>
                    <a:pt x="1063752" y="185927"/>
                  </a:lnTo>
                  <a:lnTo>
                    <a:pt x="1065116" y="175865"/>
                  </a:lnTo>
                  <a:close/>
                </a:path>
                <a:path w="1615439" h="737870">
                  <a:moveTo>
                    <a:pt x="1365569" y="149612"/>
                  </a:moveTo>
                  <a:lnTo>
                    <a:pt x="1365119" y="149651"/>
                  </a:lnTo>
                  <a:lnTo>
                    <a:pt x="1347201" y="163637"/>
                  </a:lnTo>
                  <a:lnTo>
                    <a:pt x="1368552" y="161543"/>
                  </a:lnTo>
                  <a:lnTo>
                    <a:pt x="1365569" y="149612"/>
                  </a:lnTo>
                  <a:close/>
                </a:path>
                <a:path w="1615439" h="737870">
                  <a:moveTo>
                    <a:pt x="1365503" y="149351"/>
                  </a:moveTo>
                  <a:lnTo>
                    <a:pt x="1365119" y="149651"/>
                  </a:lnTo>
                  <a:lnTo>
                    <a:pt x="1365569" y="149612"/>
                  </a:lnTo>
                  <a:lnTo>
                    <a:pt x="1365503" y="149351"/>
                  </a:lnTo>
                  <a:close/>
                </a:path>
                <a:path w="1615439" h="737870">
                  <a:moveTo>
                    <a:pt x="36575" y="76200"/>
                  </a:moveTo>
                  <a:lnTo>
                    <a:pt x="33527" y="88391"/>
                  </a:lnTo>
                  <a:lnTo>
                    <a:pt x="78880" y="100199"/>
                  </a:lnTo>
                  <a:lnTo>
                    <a:pt x="36575" y="76200"/>
                  </a:lnTo>
                  <a:close/>
                </a:path>
                <a:path w="1615439" h="737870">
                  <a:moveTo>
                    <a:pt x="630935" y="85343"/>
                  </a:moveTo>
                  <a:lnTo>
                    <a:pt x="621791" y="88391"/>
                  </a:lnTo>
                  <a:lnTo>
                    <a:pt x="627242" y="91844"/>
                  </a:lnTo>
                  <a:lnTo>
                    <a:pt x="630935" y="85343"/>
                  </a:lnTo>
                  <a:close/>
                </a:path>
                <a:path w="1615439" h="737870">
                  <a:moveTo>
                    <a:pt x="1075944" y="6095"/>
                  </a:moveTo>
                  <a:lnTo>
                    <a:pt x="1073416" y="22382"/>
                  </a:lnTo>
                  <a:lnTo>
                    <a:pt x="1087223" y="12823"/>
                  </a:lnTo>
                  <a:lnTo>
                    <a:pt x="1087361" y="11804"/>
                  </a:lnTo>
                  <a:lnTo>
                    <a:pt x="1075944" y="6095"/>
                  </a:lnTo>
                  <a:close/>
                </a:path>
                <a:path w="1615439" h="737870">
                  <a:moveTo>
                    <a:pt x="1087361" y="11804"/>
                  </a:moveTo>
                  <a:lnTo>
                    <a:pt x="1087223" y="12823"/>
                  </a:lnTo>
                  <a:lnTo>
                    <a:pt x="1088135" y="12191"/>
                  </a:lnTo>
                  <a:lnTo>
                    <a:pt x="1087361" y="11804"/>
                  </a:lnTo>
                  <a:close/>
                </a:path>
                <a:path w="1615439" h="737870">
                  <a:moveTo>
                    <a:pt x="1088135" y="6095"/>
                  </a:moveTo>
                  <a:lnTo>
                    <a:pt x="1075944" y="6095"/>
                  </a:lnTo>
                  <a:lnTo>
                    <a:pt x="1087361" y="11804"/>
                  </a:lnTo>
                  <a:lnTo>
                    <a:pt x="1088135" y="6095"/>
                  </a:lnTo>
                  <a:close/>
                </a:path>
              </a:pathLst>
            </a:custGeom>
            <a:solidFill>
              <a:srgbClr val="002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6" name="object 10">
            <a:extLst>
              <a:ext uri="{FF2B5EF4-FFF2-40B4-BE49-F238E27FC236}">
                <a16:creationId xmlns:a16="http://schemas.microsoft.com/office/drawing/2014/main" id="{F955D186-A5F4-9085-7257-9462D5B4D348}"/>
              </a:ext>
            </a:extLst>
          </p:cNvPr>
          <p:cNvSpPr txBox="1"/>
          <p:nvPr/>
        </p:nvSpPr>
        <p:spPr>
          <a:xfrm>
            <a:off x="1236399" y="2800433"/>
            <a:ext cx="1203958" cy="3513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2200" i="1" dirty="0">
                <a:solidFill>
                  <a:srgbClr val="BF0000"/>
                </a:solidFill>
                <a:latin typeface="Arial"/>
                <a:cs typeface="Arial"/>
              </a:rPr>
              <a:t>Probl</a:t>
            </a:r>
            <a:r>
              <a:rPr lang="en-US" sz="2200" i="1" dirty="0">
                <a:solidFill>
                  <a:srgbClr val="BF0000"/>
                </a:solidFill>
                <a:latin typeface="Arial"/>
                <a:cs typeface="Arial"/>
              </a:rPr>
              <a:t>em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97" name="object 11">
            <a:extLst>
              <a:ext uri="{FF2B5EF4-FFF2-40B4-BE49-F238E27FC236}">
                <a16:creationId xmlns:a16="http://schemas.microsoft.com/office/drawing/2014/main" id="{F325166D-2E92-D9E1-56DC-91C3880B95C7}"/>
              </a:ext>
            </a:extLst>
          </p:cNvPr>
          <p:cNvGrpSpPr/>
          <p:nvPr/>
        </p:nvGrpSpPr>
        <p:grpSpPr>
          <a:xfrm>
            <a:off x="3699183" y="3077550"/>
            <a:ext cx="1689100" cy="850900"/>
            <a:chOff x="4376928" y="2529839"/>
            <a:chExt cx="1689100" cy="850900"/>
          </a:xfrm>
        </p:grpSpPr>
        <p:sp>
          <p:nvSpPr>
            <p:cNvPr id="98" name="object 12">
              <a:extLst>
                <a:ext uri="{FF2B5EF4-FFF2-40B4-BE49-F238E27FC236}">
                  <a16:creationId xmlns:a16="http://schemas.microsoft.com/office/drawing/2014/main" id="{8C857117-B662-40B7-F686-9111CA39A987}"/>
                </a:ext>
              </a:extLst>
            </p:cNvPr>
            <p:cNvSpPr/>
            <p:nvPr/>
          </p:nvSpPr>
          <p:spPr>
            <a:xfrm>
              <a:off x="4383024" y="2535935"/>
              <a:ext cx="1676400" cy="838200"/>
            </a:xfrm>
            <a:custGeom>
              <a:avLst/>
              <a:gdLst/>
              <a:ahLst/>
              <a:cxnLst/>
              <a:rect l="l" t="t" r="r" b="b"/>
              <a:pathLst>
                <a:path w="1676400" h="838200">
                  <a:moveTo>
                    <a:pt x="1149096" y="0"/>
                  </a:moveTo>
                  <a:lnTo>
                    <a:pt x="890015" y="167640"/>
                  </a:lnTo>
                  <a:lnTo>
                    <a:pt x="755903" y="73152"/>
                  </a:lnTo>
                  <a:lnTo>
                    <a:pt x="664463" y="246888"/>
                  </a:lnTo>
                  <a:lnTo>
                    <a:pt x="350520" y="140208"/>
                  </a:lnTo>
                  <a:lnTo>
                    <a:pt x="417575" y="301752"/>
                  </a:lnTo>
                  <a:lnTo>
                    <a:pt x="91439" y="320040"/>
                  </a:lnTo>
                  <a:lnTo>
                    <a:pt x="304800" y="451104"/>
                  </a:lnTo>
                  <a:lnTo>
                    <a:pt x="0" y="499872"/>
                  </a:lnTo>
                  <a:lnTo>
                    <a:pt x="259079" y="597408"/>
                  </a:lnTo>
                  <a:lnTo>
                    <a:pt x="100584" y="691896"/>
                  </a:lnTo>
                  <a:lnTo>
                    <a:pt x="371855" y="707136"/>
                  </a:lnTo>
                  <a:lnTo>
                    <a:pt x="381000" y="838200"/>
                  </a:lnTo>
                  <a:lnTo>
                    <a:pt x="585215" y="704088"/>
                  </a:lnTo>
                  <a:lnTo>
                    <a:pt x="673608" y="765048"/>
                  </a:lnTo>
                  <a:lnTo>
                    <a:pt x="765048" y="673608"/>
                  </a:lnTo>
                  <a:lnTo>
                    <a:pt x="902208" y="731520"/>
                  </a:lnTo>
                  <a:lnTo>
                    <a:pt x="944879" y="618744"/>
                  </a:lnTo>
                  <a:lnTo>
                    <a:pt x="1158239" y="673608"/>
                  </a:lnTo>
                  <a:lnTo>
                    <a:pt x="1136903" y="557784"/>
                  </a:lnTo>
                  <a:lnTo>
                    <a:pt x="1466088" y="606552"/>
                  </a:lnTo>
                  <a:lnTo>
                    <a:pt x="1271015" y="478536"/>
                  </a:lnTo>
                  <a:lnTo>
                    <a:pt x="1417320" y="438912"/>
                  </a:lnTo>
                  <a:lnTo>
                    <a:pt x="1316736" y="365760"/>
                  </a:lnTo>
                  <a:lnTo>
                    <a:pt x="1676400" y="259080"/>
                  </a:lnTo>
                  <a:lnTo>
                    <a:pt x="1271015" y="252984"/>
                  </a:lnTo>
                  <a:lnTo>
                    <a:pt x="1395984" y="121920"/>
                  </a:lnTo>
                  <a:lnTo>
                    <a:pt x="1127760" y="225552"/>
                  </a:lnTo>
                  <a:lnTo>
                    <a:pt x="1149096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9" name="object 13">
              <a:extLst>
                <a:ext uri="{FF2B5EF4-FFF2-40B4-BE49-F238E27FC236}">
                  <a16:creationId xmlns:a16="http://schemas.microsoft.com/office/drawing/2014/main" id="{1AEFEF19-2EB9-6A7E-4917-A2C7800E7A7D}"/>
                </a:ext>
              </a:extLst>
            </p:cNvPr>
            <p:cNvSpPr/>
            <p:nvPr/>
          </p:nvSpPr>
          <p:spPr>
            <a:xfrm>
              <a:off x="4376928" y="2529839"/>
              <a:ext cx="1689100" cy="850900"/>
            </a:xfrm>
            <a:custGeom>
              <a:avLst/>
              <a:gdLst/>
              <a:ahLst/>
              <a:cxnLst/>
              <a:rect l="l" t="t" r="r" b="b"/>
              <a:pathLst>
                <a:path w="1689100" h="850900">
                  <a:moveTo>
                    <a:pt x="384048" y="713231"/>
                  </a:moveTo>
                  <a:lnTo>
                    <a:pt x="371856" y="713231"/>
                  </a:lnTo>
                  <a:lnTo>
                    <a:pt x="377951" y="719327"/>
                  </a:lnTo>
                  <a:lnTo>
                    <a:pt x="372281" y="719327"/>
                  </a:lnTo>
                  <a:lnTo>
                    <a:pt x="381000" y="844295"/>
                  </a:lnTo>
                  <a:lnTo>
                    <a:pt x="381000" y="847343"/>
                  </a:lnTo>
                  <a:lnTo>
                    <a:pt x="384048" y="850391"/>
                  </a:lnTo>
                  <a:lnTo>
                    <a:pt x="390144" y="850391"/>
                  </a:lnTo>
                  <a:lnTo>
                    <a:pt x="399220" y="844295"/>
                  </a:lnTo>
                  <a:lnTo>
                    <a:pt x="393192" y="844295"/>
                  </a:lnTo>
                  <a:lnTo>
                    <a:pt x="384048" y="838200"/>
                  </a:lnTo>
                  <a:lnTo>
                    <a:pt x="392379" y="832645"/>
                  </a:lnTo>
                  <a:lnTo>
                    <a:pt x="384473" y="719327"/>
                  </a:lnTo>
                  <a:lnTo>
                    <a:pt x="377951" y="719327"/>
                  </a:lnTo>
                  <a:lnTo>
                    <a:pt x="372258" y="719008"/>
                  </a:lnTo>
                  <a:lnTo>
                    <a:pt x="384450" y="719008"/>
                  </a:lnTo>
                  <a:lnTo>
                    <a:pt x="384048" y="713231"/>
                  </a:lnTo>
                  <a:close/>
                </a:path>
                <a:path w="1689100" h="850900">
                  <a:moveTo>
                    <a:pt x="392379" y="832645"/>
                  </a:moveTo>
                  <a:lnTo>
                    <a:pt x="384048" y="838200"/>
                  </a:lnTo>
                  <a:lnTo>
                    <a:pt x="393192" y="844295"/>
                  </a:lnTo>
                  <a:lnTo>
                    <a:pt x="392379" y="832645"/>
                  </a:lnTo>
                  <a:close/>
                </a:path>
                <a:path w="1689100" h="850900">
                  <a:moveTo>
                    <a:pt x="594360" y="704087"/>
                  </a:moveTo>
                  <a:lnTo>
                    <a:pt x="585216" y="704087"/>
                  </a:lnTo>
                  <a:lnTo>
                    <a:pt x="392379" y="832645"/>
                  </a:lnTo>
                  <a:lnTo>
                    <a:pt x="393192" y="844295"/>
                  </a:lnTo>
                  <a:lnTo>
                    <a:pt x="399220" y="844295"/>
                  </a:lnTo>
                  <a:lnTo>
                    <a:pt x="589693" y="716366"/>
                  </a:lnTo>
                  <a:lnTo>
                    <a:pt x="585216" y="713231"/>
                  </a:lnTo>
                  <a:lnTo>
                    <a:pt x="608076" y="713231"/>
                  </a:lnTo>
                  <a:lnTo>
                    <a:pt x="594360" y="704087"/>
                  </a:lnTo>
                  <a:close/>
                </a:path>
                <a:path w="1689100" h="850900">
                  <a:moveTo>
                    <a:pt x="608076" y="713231"/>
                  </a:moveTo>
                  <a:lnTo>
                    <a:pt x="594360" y="713231"/>
                  </a:lnTo>
                  <a:lnTo>
                    <a:pt x="589693" y="716366"/>
                  </a:lnTo>
                  <a:lnTo>
                    <a:pt x="676656" y="777239"/>
                  </a:lnTo>
                  <a:lnTo>
                    <a:pt x="682751" y="777239"/>
                  </a:lnTo>
                  <a:lnTo>
                    <a:pt x="685800" y="774191"/>
                  </a:lnTo>
                  <a:lnTo>
                    <a:pt x="695259" y="765048"/>
                  </a:lnTo>
                  <a:lnTo>
                    <a:pt x="676656" y="765048"/>
                  </a:lnTo>
                  <a:lnTo>
                    <a:pt x="680388" y="761440"/>
                  </a:lnTo>
                  <a:lnTo>
                    <a:pt x="608076" y="713231"/>
                  </a:lnTo>
                  <a:close/>
                </a:path>
                <a:path w="1689100" h="850900">
                  <a:moveTo>
                    <a:pt x="680388" y="761440"/>
                  </a:moveTo>
                  <a:lnTo>
                    <a:pt x="676656" y="765048"/>
                  </a:lnTo>
                  <a:lnTo>
                    <a:pt x="685800" y="765048"/>
                  </a:lnTo>
                  <a:lnTo>
                    <a:pt x="680388" y="761440"/>
                  </a:lnTo>
                  <a:close/>
                </a:path>
                <a:path w="1689100" h="850900">
                  <a:moveTo>
                    <a:pt x="774192" y="673607"/>
                  </a:moveTo>
                  <a:lnTo>
                    <a:pt x="768096" y="673607"/>
                  </a:lnTo>
                  <a:lnTo>
                    <a:pt x="768096" y="676655"/>
                  </a:lnTo>
                  <a:lnTo>
                    <a:pt x="680388" y="761440"/>
                  </a:lnTo>
                  <a:lnTo>
                    <a:pt x="685800" y="765048"/>
                  </a:lnTo>
                  <a:lnTo>
                    <a:pt x="695259" y="765048"/>
                  </a:lnTo>
                  <a:lnTo>
                    <a:pt x="775357" y="687619"/>
                  </a:lnTo>
                  <a:lnTo>
                    <a:pt x="771144" y="685800"/>
                  </a:lnTo>
                  <a:lnTo>
                    <a:pt x="802426" y="685800"/>
                  </a:lnTo>
                  <a:lnTo>
                    <a:pt x="774192" y="673607"/>
                  </a:lnTo>
                  <a:close/>
                </a:path>
                <a:path w="1689100" h="850900">
                  <a:moveTo>
                    <a:pt x="802426" y="685800"/>
                  </a:moveTo>
                  <a:lnTo>
                    <a:pt x="777239" y="685800"/>
                  </a:lnTo>
                  <a:lnTo>
                    <a:pt x="775357" y="687619"/>
                  </a:lnTo>
                  <a:lnTo>
                    <a:pt x="905256" y="743711"/>
                  </a:lnTo>
                  <a:lnTo>
                    <a:pt x="911351" y="743711"/>
                  </a:lnTo>
                  <a:lnTo>
                    <a:pt x="911351" y="740663"/>
                  </a:lnTo>
                  <a:lnTo>
                    <a:pt x="914400" y="740663"/>
                  </a:lnTo>
                  <a:lnTo>
                    <a:pt x="916706" y="734567"/>
                  </a:lnTo>
                  <a:lnTo>
                    <a:pt x="902208" y="734567"/>
                  </a:lnTo>
                  <a:lnTo>
                    <a:pt x="904055" y="729685"/>
                  </a:lnTo>
                  <a:lnTo>
                    <a:pt x="802426" y="685800"/>
                  </a:lnTo>
                  <a:close/>
                </a:path>
                <a:path w="1689100" h="850900">
                  <a:moveTo>
                    <a:pt x="904055" y="729685"/>
                  </a:moveTo>
                  <a:lnTo>
                    <a:pt x="902208" y="734567"/>
                  </a:lnTo>
                  <a:lnTo>
                    <a:pt x="908304" y="731519"/>
                  </a:lnTo>
                  <a:lnTo>
                    <a:pt x="904055" y="729685"/>
                  </a:lnTo>
                  <a:close/>
                </a:path>
                <a:path w="1689100" h="850900">
                  <a:moveTo>
                    <a:pt x="954024" y="618743"/>
                  </a:moveTo>
                  <a:lnTo>
                    <a:pt x="947927" y="618743"/>
                  </a:lnTo>
                  <a:lnTo>
                    <a:pt x="944880" y="621791"/>
                  </a:lnTo>
                  <a:lnTo>
                    <a:pt x="904055" y="729685"/>
                  </a:lnTo>
                  <a:lnTo>
                    <a:pt x="908304" y="731519"/>
                  </a:lnTo>
                  <a:lnTo>
                    <a:pt x="902208" y="734567"/>
                  </a:lnTo>
                  <a:lnTo>
                    <a:pt x="916706" y="734567"/>
                  </a:lnTo>
                  <a:lnTo>
                    <a:pt x="955480" y="632094"/>
                  </a:lnTo>
                  <a:lnTo>
                    <a:pt x="950976" y="630935"/>
                  </a:lnTo>
                  <a:lnTo>
                    <a:pt x="957072" y="627887"/>
                  </a:lnTo>
                  <a:lnTo>
                    <a:pt x="989584" y="627887"/>
                  </a:lnTo>
                  <a:lnTo>
                    <a:pt x="954024" y="618743"/>
                  </a:lnTo>
                  <a:close/>
                </a:path>
                <a:path w="1689100" h="850900">
                  <a:moveTo>
                    <a:pt x="371856" y="713231"/>
                  </a:moveTo>
                  <a:lnTo>
                    <a:pt x="372258" y="719008"/>
                  </a:lnTo>
                  <a:lnTo>
                    <a:pt x="377951" y="719327"/>
                  </a:lnTo>
                  <a:lnTo>
                    <a:pt x="371856" y="713231"/>
                  </a:lnTo>
                  <a:close/>
                </a:path>
                <a:path w="1689100" h="850900">
                  <a:moveTo>
                    <a:pt x="127627" y="693072"/>
                  </a:moveTo>
                  <a:lnTo>
                    <a:pt x="109727" y="704087"/>
                  </a:lnTo>
                  <a:lnTo>
                    <a:pt x="106680" y="704087"/>
                  </a:lnTo>
                  <a:lnTo>
                    <a:pt x="372258" y="719008"/>
                  </a:lnTo>
                  <a:lnTo>
                    <a:pt x="371856" y="713231"/>
                  </a:lnTo>
                  <a:lnTo>
                    <a:pt x="384048" y="713231"/>
                  </a:lnTo>
                  <a:lnTo>
                    <a:pt x="384048" y="710183"/>
                  </a:lnTo>
                  <a:lnTo>
                    <a:pt x="381000" y="707135"/>
                  </a:lnTo>
                  <a:lnTo>
                    <a:pt x="377951" y="707135"/>
                  </a:lnTo>
                  <a:lnTo>
                    <a:pt x="127627" y="693072"/>
                  </a:lnTo>
                  <a:close/>
                </a:path>
                <a:path w="1689100" h="850900">
                  <a:moveTo>
                    <a:pt x="594360" y="713231"/>
                  </a:moveTo>
                  <a:lnTo>
                    <a:pt x="585216" y="713231"/>
                  </a:lnTo>
                  <a:lnTo>
                    <a:pt x="589693" y="716366"/>
                  </a:lnTo>
                  <a:lnTo>
                    <a:pt x="594360" y="713231"/>
                  </a:lnTo>
                  <a:close/>
                </a:path>
                <a:path w="1689100" h="850900">
                  <a:moveTo>
                    <a:pt x="249592" y="604880"/>
                  </a:moveTo>
                  <a:lnTo>
                    <a:pt x="103632" y="691895"/>
                  </a:lnTo>
                  <a:lnTo>
                    <a:pt x="97536" y="697991"/>
                  </a:lnTo>
                  <a:lnTo>
                    <a:pt x="100584" y="697991"/>
                  </a:lnTo>
                  <a:lnTo>
                    <a:pt x="100584" y="701039"/>
                  </a:lnTo>
                  <a:lnTo>
                    <a:pt x="103632" y="704087"/>
                  </a:lnTo>
                  <a:lnTo>
                    <a:pt x="109727" y="704087"/>
                  </a:lnTo>
                  <a:lnTo>
                    <a:pt x="106680" y="691895"/>
                  </a:lnTo>
                  <a:lnTo>
                    <a:pt x="129540" y="691895"/>
                  </a:lnTo>
                  <a:lnTo>
                    <a:pt x="263270" y="609600"/>
                  </a:lnTo>
                  <a:lnTo>
                    <a:pt x="262127" y="609600"/>
                  </a:lnTo>
                  <a:lnTo>
                    <a:pt x="249592" y="604880"/>
                  </a:lnTo>
                  <a:close/>
                </a:path>
                <a:path w="1689100" h="850900">
                  <a:moveTo>
                    <a:pt x="106680" y="691895"/>
                  </a:moveTo>
                  <a:lnTo>
                    <a:pt x="109727" y="704087"/>
                  </a:lnTo>
                  <a:lnTo>
                    <a:pt x="127627" y="693072"/>
                  </a:lnTo>
                  <a:lnTo>
                    <a:pt x="106680" y="691895"/>
                  </a:lnTo>
                  <a:close/>
                </a:path>
                <a:path w="1689100" h="850900">
                  <a:moveTo>
                    <a:pt x="129540" y="691895"/>
                  </a:moveTo>
                  <a:lnTo>
                    <a:pt x="106680" y="691895"/>
                  </a:lnTo>
                  <a:lnTo>
                    <a:pt x="127627" y="693072"/>
                  </a:lnTo>
                  <a:lnTo>
                    <a:pt x="129540" y="691895"/>
                  </a:lnTo>
                  <a:close/>
                </a:path>
                <a:path w="1689100" h="850900">
                  <a:moveTo>
                    <a:pt x="777239" y="685800"/>
                  </a:moveTo>
                  <a:lnTo>
                    <a:pt x="771144" y="685800"/>
                  </a:lnTo>
                  <a:lnTo>
                    <a:pt x="775357" y="687619"/>
                  </a:lnTo>
                  <a:lnTo>
                    <a:pt x="777239" y="685800"/>
                  </a:lnTo>
                  <a:close/>
                </a:path>
                <a:path w="1689100" h="850900">
                  <a:moveTo>
                    <a:pt x="989584" y="627887"/>
                  </a:moveTo>
                  <a:lnTo>
                    <a:pt x="957072" y="627887"/>
                  </a:lnTo>
                  <a:lnTo>
                    <a:pt x="955480" y="632094"/>
                  </a:lnTo>
                  <a:lnTo>
                    <a:pt x="1164336" y="685800"/>
                  </a:lnTo>
                  <a:lnTo>
                    <a:pt x="1170432" y="685800"/>
                  </a:lnTo>
                  <a:lnTo>
                    <a:pt x="1170432" y="682751"/>
                  </a:lnTo>
                  <a:lnTo>
                    <a:pt x="1158239" y="682751"/>
                  </a:lnTo>
                  <a:lnTo>
                    <a:pt x="1156076" y="670700"/>
                  </a:lnTo>
                  <a:lnTo>
                    <a:pt x="989584" y="627887"/>
                  </a:lnTo>
                  <a:close/>
                </a:path>
                <a:path w="1689100" h="850900">
                  <a:moveTo>
                    <a:pt x="1156076" y="670700"/>
                  </a:moveTo>
                  <a:lnTo>
                    <a:pt x="1158239" y="682751"/>
                  </a:lnTo>
                  <a:lnTo>
                    <a:pt x="1167384" y="673607"/>
                  </a:lnTo>
                  <a:lnTo>
                    <a:pt x="1156076" y="670700"/>
                  </a:lnTo>
                  <a:close/>
                </a:path>
                <a:path w="1689100" h="850900">
                  <a:moveTo>
                    <a:pt x="1143000" y="557783"/>
                  </a:moveTo>
                  <a:lnTo>
                    <a:pt x="1136904" y="557783"/>
                  </a:lnTo>
                  <a:lnTo>
                    <a:pt x="1136904" y="563879"/>
                  </a:lnTo>
                  <a:lnTo>
                    <a:pt x="1156076" y="670700"/>
                  </a:lnTo>
                  <a:lnTo>
                    <a:pt x="1167384" y="673607"/>
                  </a:lnTo>
                  <a:lnTo>
                    <a:pt x="1158239" y="682751"/>
                  </a:lnTo>
                  <a:lnTo>
                    <a:pt x="1170432" y="682751"/>
                  </a:lnTo>
                  <a:lnTo>
                    <a:pt x="1173480" y="679703"/>
                  </a:lnTo>
                  <a:lnTo>
                    <a:pt x="1170432" y="679703"/>
                  </a:lnTo>
                  <a:lnTo>
                    <a:pt x="1151031" y="571617"/>
                  </a:lnTo>
                  <a:lnTo>
                    <a:pt x="1139952" y="569976"/>
                  </a:lnTo>
                  <a:lnTo>
                    <a:pt x="1149096" y="560831"/>
                  </a:lnTo>
                  <a:lnTo>
                    <a:pt x="1163574" y="560831"/>
                  </a:lnTo>
                  <a:lnTo>
                    <a:pt x="1143000" y="557783"/>
                  </a:lnTo>
                  <a:close/>
                </a:path>
                <a:path w="1689100" h="850900">
                  <a:moveTo>
                    <a:pt x="957072" y="627887"/>
                  </a:moveTo>
                  <a:lnTo>
                    <a:pt x="950976" y="630935"/>
                  </a:lnTo>
                  <a:lnTo>
                    <a:pt x="955480" y="632094"/>
                  </a:lnTo>
                  <a:lnTo>
                    <a:pt x="957072" y="627887"/>
                  </a:lnTo>
                  <a:close/>
                </a:path>
                <a:path w="1689100" h="850900">
                  <a:moveTo>
                    <a:pt x="1465243" y="618167"/>
                  </a:moveTo>
                  <a:lnTo>
                    <a:pt x="1466088" y="618743"/>
                  </a:lnTo>
                  <a:lnTo>
                    <a:pt x="1466298" y="618323"/>
                  </a:lnTo>
                  <a:lnTo>
                    <a:pt x="1465243" y="618167"/>
                  </a:lnTo>
                  <a:close/>
                </a:path>
                <a:path w="1689100" h="850900">
                  <a:moveTo>
                    <a:pt x="1280160" y="478535"/>
                  </a:moveTo>
                  <a:lnTo>
                    <a:pt x="1274064" y="478535"/>
                  </a:lnTo>
                  <a:lnTo>
                    <a:pt x="1271016" y="481583"/>
                  </a:lnTo>
                  <a:lnTo>
                    <a:pt x="1271016" y="487679"/>
                  </a:lnTo>
                  <a:lnTo>
                    <a:pt x="1274064" y="487679"/>
                  </a:lnTo>
                  <a:lnTo>
                    <a:pt x="1441583" y="602018"/>
                  </a:lnTo>
                  <a:lnTo>
                    <a:pt x="1472184" y="606551"/>
                  </a:lnTo>
                  <a:lnTo>
                    <a:pt x="1466298" y="618323"/>
                  </a:lnTo>
                  <a:lnTo>
                    <a:pt x="1469136" y="618743"/>
                  </a:lnTo>
                  <a:lnTo>
                    <a:pt x="1475232" y="618743"/>
                  </a:lnTo>
                  <a:lnTo>
                    <a:pt x="1478280" y="615695"/>
                  </a:lnTo>
                  <a:lnTo>
                    <a:pt x="1478280" y="609600"/>
                  </a:lnTo>
                  <a:lnTo>
                    <a:pt x="1475232" y="606551"/>
                  </a:lnTo>
                  <a:lnTo>
                    <a:pt x="1298738" y="490727"/>
                  </a:lnTo>
                  <a:lnTo>
                    <a:pt x="1280160" y="490727"/>
                  </a:lnTo>
                  <a:lnTo>
                    <a:pt x="1280160" y="478535"/>
                  </a:lnTo>
                  <a:close/>
                </a:path>
                <a:path w="1689100" h="850900">
                  <a:moveTo>
                    <a:pt x="1441583" y="602018"/>
                  </a:moveTo>
                  <a:lnTo>
                    <a:pt x="1465243" y="618167"/>
                  </a:lnTo>
                  <a:lnTo>
                    <a:pt x="1466298" y="618323"/>
                  </a:lnTo>
                  <a:lnTo>
                    <a:pt x="1472184" y="606551"/>
                  </a:lnTo>
                  <a:lnTo>
                    <a:pt x="1441583" y="602018"/>
                  </a:lnTo>
                  <a:close/>
                </a:path>
                <a:path w="1689100" h="850900">
                  <a:moveTo>
                    <a:pt x="1163574" y="560831"/>
                  </a:moveTo>
                  <a:lnTo>
                    <a:pt x="1149096" y="560831"/>
                  </a:lnTo>
                  <a:lnTo>
                    <a:pt x="1151031" y="571617"/>
                  </a:lnTo>
                  <a:lnTo>
                    <a:pt x="1465243" y="618167"/>
                  </a:lnTo>
                  <a:lnTo>
                    <a:pt x="1441583" y="602018"/>
                  </a:lnTo>
                  <a:lnTo>
                    <a:pt x="1163574" y="560831"/>
                  </a:lnTo>
                  <a:close/>
                </a:path>
                <a:path w="1689100" h="850900">
                  <a:moveTo>
                    <a:pt x="262127" y="597407"/>
                  </a:moveTo>
                  <a:lnTo>
                    <a:pt x="249592" y="604880"/>
                  </a:lnTo>
                  <a:lnTo>
                    <a:pt x="262127" y="609600"/>
                  </a:lnTo>
                  <a:lnTo>
                    <a:pt x="262127" y="597407"/>
                  </a:lnTo>
                  <a:close/>
                </a:path>
                <a:path w="1689100" h="850900">
                  <a:moveTo>
                    <a:pt x="268224" y="597407"/>
                  </a:moveTo>
                  <a:lnTo>
                    <a:pt x="262127" y="597407"/>
                  </a:lnTo>
                  <a:lnTo>
                    <a:pt x="262127" y="609600"/>
                  </a:lnTo>
                  <a:lnTo>
                    <a:pt x="263270" y="609600"/>
                  </a:lnTo>
                  <a:lnTo>
                    <a:pt x="268224" y="606551"/>
                  </a:lnTo>
                  <a:lnTo>
                    <a:pt x="271272" y="606551"/>
                  </a:lnTo>
                  <a:lnTo>
                    <a:pt x="271272" y="600455"/>
                  </a:lnTo>
                  <a:lnTo>
                    <a:pt x="268224" y="597407"/>
                  </a:lnTo>
                  <a:close/>
                </a:path>
                <a:path w="1689100" h="850900">
                  <a:moveTo>
                    <a:pt x="30853" y="508142"/>
                  </a:moveTo>
                  <a:lnTo>
                    <a:pt x="6096" y="512063"/>
                  </a:lnTo>
                  <a:lnTo>
                    <a:pt x="3048" y="512063"/>
                  </a:lnTo>
                  <a:lnTo>
                    <a:pt x="249592" y="604880"/>
                  </a:lnTo>
                  <a:lnTo>
                    <a:pt x="262127" y="597407"/>
                  </a:lnTo>
                  <a:lnTo>
                    <a:pt x="265175" y="597407"/>
                  </a:lnTo>
                  <a:lnTo>
                    <a:pt x="30853" y="508142"/>
                  </a:lnTo>
                  <a:close/>
                </a:path>
                <a:path w="1689100" h="850900">
                  <a:moveTo>
                    <a:pt x="1149096" y="560831"/>
                  </a:moveTo>
                  <a:lnTo>
                    <a:pt x="1139952" y="569976"/>
                  </a:lnTo>
                  <a:lnTo>
                    <a:pt x="1151031" y="571617"/>
                  </a:lnTo>
                  <a:lnTo>
                    <a:pt x="1149096" y="560831"/>
                  </a:lnTo>
                  <a:close/>
                </a:path>
                <a:path w="1689100" h="850900">
                  <a:moveTo>
                    <a:pt x="9144" y="499871"/>
                  </a:moveTo>
                  <a:lnTo>
                    <a:pt x="3048" y="499871"/>
                  </a:lnTo>
                  <a:lnTo>
                    <a:pt x="0" y="502919"/>
                  </a:lnTo>
                  <a:lnTo>
                    <a:pt x="0" y="512063"/>
                  </a:lnTo>
                  <a:lnTo>
                    <a:pt x="6096" y="512063"/>
                  </a:lnTo>
                  <a:lnTo>
                    <a:pt x="9144" y="499871"/>
                  </a:lnTo>
                  <a:close/>
                </a:path>
                <a:path w="1689100" h="850900">
                  <a:moveTo>
                    <a:pt x="9144" y="499871"/>
                  </a:moveTo>
                  <a:lnTo>
                    <a:pt x="6096" y="512063"/>
                  </a:lnTo>
                  <a:lnTo>
                    <a:pt x="30853" y="508142"/>
                  </a:lnTo>
                  <a:lnTo>
                    <a:pt x="9144" y="499871"/>
                  </a:lnTo>
                  <a:close/>
                </a:path>
                <a:path w="1689100" h="850900">
                  <a:moveTo>
                    <a:pt x="292687" y="451151"/>
                  </a:moveTo>
                  <a:lnTo>
                    <a:pt x="6096" y="499871"/>
                  </a:lnTo>
                  <a:lnTo>
                    <a:pt x="9144" y="499871"/>
                  </a:lnTo>
                  <a:lnTo>
                    <a:pt x="30853" y="508142"/>
                  </a:lnTo>
                  <a:lnTo>
                    <a:pt x="313944" y="463295"/>
                  </a:lnTo>
                  <a:lnTo>
                    <a:pt x="313944" y="460248"/>
                  </a:lnTo>
                  <a:lnTo>
                    <a:pt x="307848" y="460248"/>
                  </a:lnTo>
                  <a:lnTo>
                    <a:pt x="292687" y="451151"/>
                  </a:lnTo>
                  <a:close/>
                </a:path>
                <a:path w="1689100" h="850900">
                  <a:moveTo>
                    <a:pt x="1280160" y="478535"/>
                  </a:moveTo>
                  <a:lnTo>
                    <a:pt x="1280160" y="490727"/>
                  </a:lnTo>
                  <a:lnTo>
                    <a:pt x="1293310" y="487166"/>
                  </a:lnTo>
                  <a:lnTo>
                    <a:pt x="1280160" y="478535"/>
                  </a:lnTo>
                  <a:close/>
                </a:path>
                <a:path w="1689100" h="850900">
                  <a:moveTo>
                    <a:pt x="1293310" y="487166"/>
                  </a:moveTo>
                  <a:lnTo>
                    <a:pt x="1280160" y="490727"/>
                  </a:lnTo>
                  <a:lnTo>
                    <a:pt x="1298738" y="490727"/>
                  </a:lnTo>
                  <a:lnTo>
                    <a:pt x="1293310" y="487166"/>
                  </a:lnTo>
                  <a:close/>
                </a:path>
                <a:path w="1689100" h="850900">
                  <a:moveTo>
                    <a:pt x="1412033" y="441994"/>
                  </a:moveTo>
                  <a:lnTo>
                    <a:pt x="1277112" y="478535"/>
                  </a:lnTo>
                  <a:lnTo>
                    <a:pt x="1280160" y="478535"/>
                  </a:lnTo>
                  <a:lnTo>
                    <a:pt x="1293310" y="487166"/>
                  </a:lnTo>
                  <a:lnTo>
                    <a:pt x="1426464" y="451103"/>
                  </a:lnTo>
                  <a:lnTo>
                    <a:pt x="1429512" y="448055"/>
                  </a:lnTo>
                  <a:lnTo>
                    <a:pt x="1420368" y="448055"/>
                  </a:lnTo>
                  <a:lnTo>
                    <a:pt x="1412033" y="441994"/>
                  </a:lnTo>
                  <a:close/>
                </a:path>
                <a:path w="1689100" h="850900">
                  <a:moveTo>
                    <a:pt x="309396" y="448310"/>
                  </a:moveTo>
                  <a:lnTo>
                    <a:pt x="292687" y="451151"/>
                  </a:lnTo>
                  <a:lnTo>
                    <a:pt x="307848" y="460248"/>
                  </a:lnTo>
                  <a:lnTo>
                    <a:pt x="310641" y="449075"/>
                  </a:lnTo>
                  <a:lnTo>
                    <a:pt x="309396" y="448310"/>
                  </a:lnTo>
                  <a:close/>
                </a:path>
                <a:path w="1689100" h="850900">
                  <a:moveTo>
                    <a:pt x="310641" y="449075"/>
                  </a:moveTo>
                  <a:lnTo>
                    <a:pt x="307848" y="460248"/>
                  </a:lnTo>
                  <a:lnTo>
                    <a:pt x="316992" y="460248"/>
                  </a:lnTo>
                  <a:lnTo>
                    <a:pt x="316992" y="451103"/>
                  </a:lnTo>
                  <a:lnTo>
                    <a:pt x="313944" y="451103"/>
                  </a:lnTo>
                  <a:lnTo>
                    <a:pt x="310641" y="449075"/>
                  </a:lnTo>
                  <a:close/>
                </a:path>
                <a:path w="1689100" h="850900">
                  <a:moveTo>
                    <a:pt x="118812" y="331237"/>
                  </a:moveTo>
                  <a:lnTo>
                    <a:pt x="97536" y="332231"/>
                  </a:lnTo>
                  <a:lnTo>
                    <a:pt x="94487" y="332231"/>
                  </a:lnTo>
                  <a:lnTo>
                    <a:pt x="292687" y="451151"/>
                  </a:lnTo>
                  <a:lnTo>
                    <a:pt x="309396" y="448310"/>
                  </a:lnTo>
                  <a:lnTo>
                    <a:pt x="118812" y="331237"/>
                  </a:lnTo>
                  <a:close/>
                </a:path>
                <a:path w="1689100" h="850900">
                  <a:moveTo>
                    <a:pt x="310896" y="448055"/>
                  </a:moveTo>
                  <a:lnTo>
                    <a:pt x="309396" y="448310"/>
                  </a:lnTo>
                  <a:lnTo>
                    <a:pt x="310641" y="449075"/>
                  </a:lnTo>
                  <a:lnTo>
                    <a:pt x="310896" y="448055"/>
                  </a:lnTo>
                  <a:close/>
                </a:path>
                <a:path w="1689100" h="850900">
                  <a:moveTo>
                    <a:pt x="1423416" y="438911"/>
                  </a:moveTo>
                  <a:lnTo>
                    <a:pt x="1412033" y="441994"/>
                  </a:lnTo>
                  <a:lnTo>
                    <a:pt x="1420368" y="448055"/>
                  </a:lnTo>
                  <a:lnTo>
                    <a:pt x="1423416" y="438911"/>
                  </a:lnTo>
                  <a:close/>
                </a:path>
                <a:path w="1689100" h="850900">
                  <a:moveTo>
                    <a:pt x="1426464" y="438911"/>
                  </a:moveTo>
                  <a:lnTo>
                    <a:pt x="1423416" y="438911"/>
                  </a:lnTo>
                  <a:lnTo>
                    <a:pt x="1420368" y="448055"/>
                  </a:lnTo>
                  <a:lnTo>
                    <a:pt x="1429512" y="448055"/>
                  </a:lnTo>
                  <a:lnTo>
                    <a:pt x="1429512" y="441959"/>
                  </a:lnTo>
                  <a:lnTo>
                    <a:pt x="1426464" y="438911"/>
                  </a:lnTo>
                  <a:close/>
                </a:path>
                <a:path w="1689100" h="850900">
                  <a:moveTo>
                    <a:pt x="1328927" y="365759"/>
                  </a:moveTo>
                  <a:lnTo>
                    <a:pt x="1319784" y="365759"/>
                  </a:lnTo>
                  <a:lnTo>
                    <a:pt x="1319784" y="368807"/>
                  </a:lnTo>
                  <a:lnTo>
                    <a:pt x="1316736" y="368807"/>
                  </a:lnTo>
                  <a:lnTo>
                    <a:pt x="1316736" y="371855"/>
                  </a:lnTo>
                  <a:lnTo>
                    <a:pt x="1319784" y="374903"/>
                  </a:lnTo>
                  <a:lnTo>
                    <a:pt x="1412033" y="441994"/>
                  </a:lnTo>
                  <a:lnTo>
                    <a:pt x="1423416" y="438911"/>
                  </a:lnTo>
                  <a:lnTo>
                    <a:pt x="1426464" y="438911"/>
                  </a:lnTo>
                  <a:lnTo>
                    <a:pt x="1345183" y="377951"/>
                  </a:lnTo>
                  <a:lnTo>
                    <a:pt x="1325880" y="377951"/>
                  </a:lnTo>
                  <a:lnTo>
                    <a:pt x="1328927" y="365759"/>
                  </a:lnTo>
                  <a:close/>
                </a:path>
                <a:path w="1689100" h="850900">
                  <a:moveTo>
                    <a:pt x="1328927" y="365759"/>
                  </a:moveTo>
                  <a:lnTo>
                    <a:pt x="1325880" y="377951"/>
                  </a:lnTo>
                  <a:lnTo>
                    <a:pt x="1339713" y="373848"/>
                  </a:lnTo>
                  <a:lnTo>
                    <a:pt x="1328927" y="365759"/>
                  </a:lnTo>
                  <a:close/>
                </a:path>
                <a:path w="1689100" h="850900">
                  <a:moveTo>
                    <a:pt x="1339713" y="373848"/>
                  </a:moveTo>
                  <a:lnTo>
                    <a:pt x="1325880" y="377951"/>
                  </a:lnTo>
                  <a:lnTo>
                    <a:pt x="1345183" y="377951"/>
                  </a:lnTo>
                  <a:lnTo>
                    <a:pt x="1339713" y="373848"/>
                  </a:lnTo>
                  <a:close/>
                </a:path>
                <a:path w="1689100" h="850900">
                  <a:moveTo>
                    <a:pt x="1640788" y="270644"/>
                  </a:moveTo>
                  <a:lnTo>
                    <a:pt x="1322832" y="365759"/>
                  </a:lnTo>
                  <a:lnTo>
                    <a:pt x="1328927" y="365759"/>
                  </a:lnTo>
                  <a:lnTo>
                    <a:pt x="1339713" y="373848"/>
                  </a:lnTo>
                  <a:lnTo>
                    <a:pt x="1685544" y="271271"/>
                  </a:lnTo>
                  <a:lnTo>
                    <a:pt x="1682496" y="271271"/>
                  </a:lnTo>
                  <a:lnTo>
                    <a:pt x="1640788" y="270644"/>
                  </a:lnTo>
                  <a:close/>
                </a:path>
                <a:path w="1689100" h="850900">
                  <a:moveTo>
                    <a:pt x="100584" y="320039"/>
                  </a:moveTo>
                  <a:lnTo>
                    <a:pt x="94487" y="320039"/>
                  </a:lnTo>
                  <a:lnTo>
                    <a:pt x="91439" y="323087"/>
                  </a:lnTo>
                  <a:lnTo>
                    <a:pt x="91439" y="332231"/>
                  </a:lnTo>
                  <a:lnTo>
                    <a:pt x="97536" y="332231"/>
                  </a:lnTo>
                  <a:lnTo>
                    <a:pt x="100584" y="320039"/>
                  </a:lnTo>
                  <a:close/>
                </a:path>
                <a:path w="1689100" h="850900">
                  <a:moveTo>
                    <a:pt x="100584" y="320039"/>
                  </a:moveTo>
                  <a:lnTo>
                    <a:pt x="97536" y="332231"/>
                  </a:lnTo>
                  <a:lnTo>
                    <a:pt x="118812" y="331237"/>
                  </a:lnTo>
                  <a:lnTo>
                    <a:pt x="100584" y="320039"/>
                  </a:lnTo>
                  <a:close/>
                </a:path>
                <a:path w="1689100" h="850900">
                  <a:moveTo>
                    <a:pt x="414005" y="302294"/>
                  </a:moveTo>
                  <a:lnTo>
                    <a:pt x="97536" y="320039"/>
                  </a:lnTo>
                  <a:lnTo>
                    <a:pt x="100584" y="320039"/>
                  </a:lnTo>
                  <a:lnTo>
                    <a:pt x="118812" y="331237"/>
                  </a:lnTo>
                  <a:lnTo>
                    <a:pt x="423672" y="316991"/>
                  </a:lnTo>
                  <a:lnTo>
                    <a:pt x="426720" y="316991"/>
                  </a:lnTo>
                  <a:lnTo>
                    <a:pt x="426720" y="313943"/>
                  </a:lnTo>
                  <a:lnTo>
                    <a:pt x="429768" y="313943"/>
                  </a:lnTo>
                  <a:lnTo>
                    <a:pt x="429768" y="310895"/>
                  </a:lnTo>
                  <a:lnTo>
                    <a:pt x="417575" y="310895"/>
                  </a:lnTo>
                  <a:lnTo>
                    <a:pt x="414005" y="302294"/>
                  </a:lnTo>
                  <a:close/>
                </a:path>
                <a:path w="1689100" h="850900">
                  <a:moveTo>
                    <a:pt x="423672" y="301751"/>
                  </a:moveTo>
                  <a:lnTo>
                    <a:pt x="414005" y="302294"/>
                  </a:lnTo>
                  <a:lnTo>
                    <a:pt x="417575" y="310895"/>
                  </a:lnTo>
                  <a:lnTo>
                    <a:pt x="423672" y="301751"/>
                  </a:lnTo>
                  <a:close/>
                </a:path>
                <a:path w="1689100" h="850900">
                  <a:moveTo>
                    <a:pt x="427284" y="301751"/>
                  </a:moveTo>
                  <a:lnTo>
                    <a:pt x="423672" y="301751"/>
                  </a:lnTo>
                  <a:lnTo>
                    <a:pt x="417575" y="310895"/>
                  </a:lnTo>
                  <a:lnTo>
                    <a:pt x="429768" y="310895"/>
                  </a:lnTo>
                  <a:lnTo>
                    <a:pt x="429768" y="307848"/>
                  </a:lnTo>
                  <a:lnTo>
                    <a:pt x="427284" y="301751"/>
                  </a:lnTo>
                  <a:close/>
                </a:path>
                <a:path w="1689100" h="850900">
                  <a:moveTo>
                    <a:pt x="356616" y="140207"/>
                  </a:moveTo>
                  <a:lnTo>
                    <a:pt x="353568" y="140207"/>
                  </a:lnTo>
                  <a:lnTo>
                    <a:pt x="347472" y="146303"/>
                  </a:lnTo>
                  <a:lnTo>
                    <a:pt x="350520" y="149351"/>
                  </a:lnTo>
                  <a:lnTo>
                    <a:pt x="414005" y="302294"/>
                  </a:lnTo>
                  <a:lnTo>
                    <a:pt x="423672" y="301751"/>
                  </a:lnTo>
                  <a:lnTo>
                    <a:pt x="427284" y="301751"/>
                  </a:lnTo>
                  <a:lnTo>
                    <a:pt x="368505" y="157475"/>
                  </a:lnTo>
                  <a:lnTo>
                    <a:pt x="353568" y="152400"/>
                  </a:lnTo>
                  <a:lnTo>
                    <a:pt x="362712" y="143255"/>
                  </a:lnTo>
                  <a:lnTo>
                    <a:pt x="365585" y="143255"/>
                  </a:lnTo>
                  <a:lnTo>
                    <a:pt x="356616" y="140207"/>
                  </a:lnTo>
                  <a:close/>
                </a:path>
                <a:path w="1689100" h="850900">
                  <a:moveTo>
                    <a:pt x="1679448" y="259079"/>
                  </a:moveTo>
                  <a:lnTo>
                    <a:pt x="1640788" y="270644"/>
                  </a:lnTo>
                  <a:lnTo>
                    <a:pt x="1682496" y="271271"/>
                  </a:lnTo>
                  <a:lnTo>
                    <a:pt x="1679448" y="259079"/>
                  </a:lnTo>
                  <a:close/>
                </a:path>
                <a:path w="1689100" h="850900">
                  <a:moveTo>
                    <a:pt x="1688592" y="259079"/>
                  </a:moveTo>
                  <a:lnTo>
                    <a:pt x="1679448" y="259079"/>
                  </a:lnTo>
                  <a:lnTo>
                    <a:pt x="1682496" y="271271"/>
                  </a:lnTo>
                  <a:lnTo>
                    <a:pt x="1685544" y="271271"/>
                  </a:lnTo>
                  <a:lnTo>
                    <a:pt x="1688592" y="268224"/>
                  </a:lnTo>
                  <a:lnTo>
                    <a:pt x="1688592" y="259079"/>
                  </a:lnTo>
                  <a:close/>
                </a:path>
                <a:path w="1689100" h="850900">
                  <a:moveTo>
                    <a:pt x="1294706" y="253116"/>
                  </a:moveTo>
                  <a:lnTo>
                    <a:pt x="1283208" y="265175"/>
                  </a:lnTo>
                  <a:lnTo>
                    <a:pt x="1277112" y="265175"/>
                  </a:lnTo>
                  <a:lnTo>
                    <a:pt x="1640788" y="270644"/>
                  </a:lnTo>
                  <a:lnTo>
                    <a:pt x="1679448" y="259079"/>
                  </a:lnTo>
                  <a:lnTo>
                    <a:pt x="1688592" y="259079"/>
                  </a:lnTo>
                  <a:lnTo>
                    <a:pt x="1685544" y="256031"/>
                  </a:lnTo>
                  <a:lnTo>
                    <a:pt x="1682496" y="256031"/>
                  </a:lnTo>
                  <a:lnTo>
                    <a:pt x="1294706" y="253116"/>
                  </a:lnTo>
                  <a:close/>
                </a:path>
                <a:path w="1689100" h="850900">
                  <a:moveTo>
                    <a:pt x="1408176" y="124967"/>
                  </a:moveTo>
                  <a:lnTo>
                    <a:pt x="1399032" y="124967"/>
                  </a:lnTo>
                  <a:lnTo>
                    <a:pt x="1405127" y="134111"/>
                  </a:lnTo>
                  <a:lnTo>
                    <a:pt x="1382068" y="142759"/>
                  </a:lnTo>
                  <a:lnTo>
                    <a:pt x="1274064" y="256031"/>
                  </a:lnTo>
                  <a:lnTo>
                    <a:pt x="1271016" y="256031"/>
                  </a:lnTo>
                  <a:lnTo>
                    <a:pt x="1271016" y="265175"/>
                  </a:lnTo>
                  <a:lnTo>
                    <a:pt x="1283208" y="265175"/>
                  </a:lnTo>
                  <a:lnTo>
                    <a:pt x="1277112" y="252983"/>
                  </a:lnTo>
                  <a:lnTo>
                    <a:pt x="1294832" y="252983"/>
                  </a:lnTo>
                  <a:lnTo>
                    <a:pt x="1408176" y="134111"/>
                  </a:lnTo>
                  <a:lnTo>
                    <a:pt x="1411224" y="131063"/>
                  </a:lnTo>
                  <a:lnTo>
                    <a:pt x="1411224" y="128015"/>
                  </a:lnTo>
                  <a:lnTo>
                    <a:pt x="1408176" y="124967"/>
                  </a:lnTo>
                  <a:close/>
                </a:path>
                <a:path w="1689100" h="850900">
                  <a:moveTo>
                    <a:pt x="1277112" y="252983"/>
                  </a:moveTo>
                  <a:lnTo>
                    <a:pt x="1283208" y="265175"/>
                  </a:lnTo>
                  <a:lnTo>
                    <a:pt x="1294706" y="253116"/>
                  </a:lnTo>
                  <a:lnTo>
                    <a:pt x="1277112" y="252983"/>
                  </a:lnTo>
                  <a:close/>
                </a:path>
                <a:path w="1689100" h="850900">
                  <a:moveTo>
                    <a:pt x="365585" y="143255"/>
                  </a:moveTo>
                  <a:lnTo>
                    <a:pt x="362712" y="143255"/>
                  </a:lnTo>
                  <a:lnTo>
                    <a:pt x="368505" y="157475"/>
                  </a:lnTo>
                  <a:lnTo>
                    <a:pt x="667512" y="259079"/>
                  </a:lnTo>
                  <a:lnTo>
                    <a:pt x="670560" y="262127"/>
                  </a:lnTo>
                  <a:lnTo>
                    <a:pt x="676656" y="256031"/>
                  </a:lnTo>
                  <a:lnTo>
                    <a:pt x="679757" y="249935"/>
                  </a:lnTo>
                  <a:lnTo>
                    <a:pt x="664463" y="249935"/>
                  </a:lnTo>
                  <a:lnTo>
                    <a:pt x="666749" y="245593"/>
                  </a:lnTo>
                  <a:lnTo>
                    <a:pt x="365585" y="143255"/>
                  </a:lnTo>
                  <a:close/>
                </a:path>
                <a:path w="1689100" h="850900">
                  <a:moveTo>
                    <a:pt x="1294832" y="252983"/>
                  </a:moveTo>
                  <a:lnTo>
                    <a:pt x="1277112" y="252983"/>
                  </a:lnTo>
                  <a:lnTo>
                    <a:pt x="1294706" y="253116"/>
                  </a:lnTo>
                  <a:lnTo>
                    <a:pt x="1294832" y="252983"/>
                  </a:lnTo>
                  <a:close/>
                </a:path>
                <a:path w="1689100" h="850900">
                  <a:moveTo>
                    <a:pt x="666749" y="245593"/>
                  </a:moveTo>
                  <a:lnTo>
                    <a:pt x="664463" y="249935"/>
                  </a:lnTo>
                  <a:lnTo>
                    <a:pt x="670560" y="246887"/>
                  </a:lnTo>
                  <a:lnTo>
                    <a:pt x="666749" y="245593"/>
                  </a:lnTo>
                  <a:close/>
                </a:path>
                <a:path w="1689100" h="850900">
                  <a:moveTo>
                    <a:pt x="765048" y="73151"/>
                  </a:moveTo>
                  <a:lnTo>
                    <a:pt x="755904" y="73151"/>
                  </a:lnTo>
                  <a:lnTo>
                    <a:pt x="755904" y="76200"/>
                  </a:lnTo>
                  <a:lnTo>
                    <a:pt x="666749" y="245593"/>
                  </a:lnTo>
                  <a:lnTo>
                    <a:pt x="670560" y="246887"/>
                  </a:lnTo>
                  <a:lnTo>
                    <a:pt x="664463" y="249935"/>
                  </a:lnTo>
                  <a:lnTo>
                    <a:pt x="679757" y="249935"/>
                  </a:lnTo>
                  <a:lnTo>
                    <a:pt x="761526" y="89217"/>
                  </a:lnTo>
                  <a:lnTo>
                    <a:pt x="755904" y="85343"/>
                  </a:lnTo>
                  <a:lnTo>
                    <a:pt x="765048" y="82295"/>
                  </a:lnTo>
                  <a:lnTo>
                    <a:pt x="777620" y="82295"/>
                  </a:lnTo>
                  <a:lnTo>
                    <a:pt x="765048" y="73151"/>
                  </a:lnTo>
                  <a:close/>
                </a:path>
                <a:path w="1689100" h="850900">
                  <a:moveTo>
                    <a:pt x="1161288" y="6095"/>
                  </a:moveTo>
                  <a:lnTo>
                    <a:pt x="1146048" y="6095"/>
                  </a:lnTo>
                  <a:lnTo>
                    <a:pt x="1158239" y="12191"/>
                  </a:lnTo>
                  <a:lnTo>
                    <a:pt x="1144833" y="20866"/>
                  </a:lnTo>
                  <a:lnTo>
                    <a:pt x="1127760" y="228600"/>
                  </a:lnTo>
                  <a:lnTo>
                    <a:pt x="1127760" y="234695"/>
                  </a:lnTo>
                  <a:lnTo>
                    <a:pt x="1130808" y="234695"/>
                  </a:lnTo>
                  <a:lnTo>
                    <a:pt x="1130808" y="237743"/>
                  </a:lnTo>
                  <a:lnTo>
                    <a:pt x="1133856" y="237743"/>
                  </a:lnTo>
                  <a:lnTo>
                    <a:pt x="1136904" y="234695"/>
                  </a:lnTo>
                  <a:lnTo>
                    <a:pt x="1145031" y="231648"/>
                  </a:lnTo>
                  <a:lnTo>
                    <a:pt x="1139952" y="231648"/>
                  </a:lnTo>
                  <a:lnTo>
                    <a:pt x="1130808" y="225551"/>
                  </a:lnTo>
                  <a:lnTo>
                    <a:pt x="1140893" y="221699"/>
                  </a:lnTo>
                  <a:lnTo>
                    <a:pt x="1161288" y="6095"/>
                  </a:lnTo>
                  <a:close/>
                </a:path>
                <a:path w="1689100" h="850900">
                  <a:moveTo>
                    <a:pt x="1140893" y="221699"/>
                  </a:moveTo>
                  <a:lnTo>
                    <a:pt x="1130808" y="225551"/>
                  </a:lnTo>
                  <a:lnTo>
                    <a:pt x="1139952" y="231648"/>
                  </a:lnTo>
                  <a:lnTo>
                    <a:pt x="1140893" y="221699"/>
                  </a:lnTo>
                  <a:close/>
                </a:path>
                <a:path w="1689100" h="850900">
                  <a:moveTo>
                    <a:pt x="1408176" y="121919"/>
                  </a:moveTo>
                  <a:lnTo>
                    <a:pt x="1402080" y="121919"/>
                  </a:lnTo>
                  <a:lnTo>
                    <a:pt x="1140893" y="221699"/>
                  </a:lnTo>
                  <a:lnTo>
                    <a:pt x="1139952" y="231648"/>
                  </a:lnTo>
                  <a:lnTo>
                    <a:pt x="1145031" y="231648"/>
                  </a:lnTo>
                  <a:lnTo>
                    <a:pt x="1382068" y="142759"/>
                  </a:lnTo>
                  <a:lnTo>
                    <a:pt x="1399032" y="124967"/>
                  </a:lnTo>
                  <a:lnTo>
                    <a:pt x="1408176" y="124967"/>
                  </a:lnTo>
                  <a:lnTo>
                    <a:pt x="1408176" y="121919"/>
                  </a:lnTo>
                  <a:close/>
                </a:path>
                <a:path w="1689100" h="850900">
                  <a:moveTo>
                    <a:pt x="777620" y="82295"/>
                  </a:moveTo>
                  <a:lnTo>
                    <a:pt x="765048" y="82295"/>
                  </a:lnTo>
                  <a:lnTo>
                    <a:pt x="761526" y="89217"/>
                  </a:lnTo>
                  <a:lnTo>
                    <a:pt x="893063" y="179831"/>
                  </a:lnTo>
                  <a:lnTo>
                    <a:pt x="899160" y="179831"/>
                  </a:lnTo>
                  <a:lnTo>
                    <a:pt x="913291" y="170687"/>
                  </a:lnTo>
                  <a:lnTo>
                    <a:pt x="893063" y="170687"/>
                  </a:lnTo>
                  <a:lnTo>
                    <a:pt x="896244" y="168567"/>
                  </a:lnTo>
                  <a:lnTo>
                    <a:pt x="777620" y="82295"/>
                  </a:lnTo>
                  <a:close/>
                </a:path>
                <a:path w="1689100" h="850900">
                  <a:moveTo>
                    <a:pt x="896244" y="168567"/>
                  </a:moveTo>
                  <a:lnTo>
                    <a:pt x="893063" y="170687"/>
                  </a:lnTo>
                  <a:lnTo>
                    <a:pt x="899160" y="170687"/>
                  </a:lnTo>
                  <a:lnTo>
                    <a:pt x="896244" y="168567"/>
                  </a:lnTo>
                  <a:close/>
                </a:path>
                <a:path w="1689100" h="850900">
                  <a:moveTo>
                    <a:pt x="1158239" y="0"/>
                  </a:moveTo>
                  <a:lnTo>
                    <a:pt x="1149096" y="0"/>
                  </a:lnTo>
                  <a:lnTo>
                    <a:pt x="896244" y="168567"/>
                  </a:lnTo>
                  <a:lnTo>
                    <a:pt x="899160" y="170687"/>
                  </a:lnTo>
                  <a:lnTo>
                    <a:pt x="913291" y="170687"/>
                  </a:lnTo>
                  <a:lnTo>
                    <a:pt x="1144833" y="20866"/>
                  </a:lnTo>
                  <a:lnTo>
                    <a:pt x="1146048" y="6095"/>
                  </a:lnTo>
                  <a:lnTo>
                    <a:pt x="1161288" y="6095"/>
                  </a:lnTo>
                  <a:lnTo>
                    <a:pt x="1161288" y="3048"/>
                  </a:lnTo>
                  <a:lnTo>
                    <a:pt x="1158239" y="3048"/>
                  </a:lnTo>
                  <a:lnTo>
                    <a:pt x="1158239" y="0"/>
                  </a:lnTo>
                  <a:close/>
                </a:path>
                <a:path w="1689100" h="850900">
                  <a:moveTo>
                    <a:pt x="362712" y="143255"/>
                  </a:moveTo>
                  <a:lnTo>
                    <a:pt x="353568" y="152400"/>
                  </a:lnTo>
                  <a:lnTo>
                    <a:pt x="368505" y="157475"/>
                  </a:lnTo>
                  <a:lnTo>
                    <a:pt x="362712" y="143255"/>
                  </a:lnTo>
                  <a:close/>
                </a:path>
                <a:path w="1689100" h="850900">
                  <a:moveTo>
                    <a:pt x="1399032" y="124967"/>
                  </a:moveTo>
                  <a:lnTo>
                    <a:pt x="1382068" y="142759"/>
                  </a:lnTo>
                  <a:lnTo>
                    <a:pt x="1405127" y="134111"/>
                  </a:lnTo>
                  <a:lnTo>
                    <a:pt x="1399032" y="124967"/>
                  </a:lnTo>
                  <a:close/>
                </a:path>
                <a:path w="1689100" h="850900">
                  <a:moveTo>
                    <a:pt x="765048" y="82295"/>
                  </a:moveTo>
                  <a:lnTo>
                    <a:pt x="755904" y="85343"/>
                  </a:lnTo>
                  <a:lnTo>
                    <a:pt x="761526" y="89217"/>
                  </a:lnTo>
                  <a:lnTo>
                    <a:pt x="765048" y="82295"/>
                  </a:lnTo>
                  <a:close/>
                </a:path>
                <a:path w="1689100" h="850900">
                  <a:moveTo>
                    <a:pt x="1146048" y="6095"/>
                  </a:moveTo>
                  <a:lnTo>
                    <a:pt x="1144833" y="20866"/>
                  </a:lnTo>
                  <a:lnTo>
                    <a:pt x="1158239" y="12191"/>
                  </a:lnTo>
                  <a:lnTo>
                    <a:pt x="1146048" y="6095"/>
                  </a:lnTo>
                  <a:close/>
                </a:path>
              </a:pathLst>
            </a:custGeom>
            <a:solidFill>
              <a:srgbClr val="002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2" name="object 14">
            <a:extLst>
              <a:ext uri="{FF2B5EF4-FFF2-40B4-BE49-F238E27FC236}">
                <a16:creationId xmlns:a16="http://schemas.microsoft.com/office/drawing/2014/main" id="{24A0D59C-B7F0-AB21-AC7E-68D64C292CCC}"/>
              </a:ext>
            </a:extLst>
          </p:cNvPr>
          <p:cNvSpPr txBox="1"/>
          <p:nvPr/>
        </p:nvSpPr>
        <p:spPr>
          <a:xfrm>
            <a:off x="4192958" y="3372700"/>
            <a:ext cx="584835" cy="27051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sz="1600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O</a:t>
            </a:r>
            <a:r>
              <a:rPr sz="1600" i="1" spc="10" dirty="0">
                <a:solidFill>
                  <a:srgbClr val="FFFFFF"/>
                </a:solidFill>
                <a:latin typeface="Times New Roman"/>
                <a:cs typeface="Times New Roman"/>
              </a:rPr>
              <a:t>u</a:t>
            </a:r>
            <a:r>
              <a:rPr sz="1600" i="1" spc="5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sz="1600" i="1" spc="10" dirty="0">
                <a:solidFill>
                  <a:srgbClr val="FFFFFF"/>
                </a:solidFill>
                <a:latin typeface="Times New Roman"/>
                <a:cs typeface="Times New Roman"/>
              </a:rPr>
              <a:t>pu</a:t>
            </a:r>
            <a:r>
              <a:rPr sz="1600" i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600" dirty="0">
              <a:latin typeface="Times New Roman"/>
              <a:cs typeface="Times New Roman"/>
            </a:endParaRPr>
          </a:p>
        </p:txBody>
      </p:sp>
      <p:grpSp>
        <p:nvGrpSpPr>
          <p:cNvPr id="103" name="object 15">
            <a:extLst>
              <a:ext uri="{FF2B5EF4-FFF2-40B4-BE49-F238E27FC236}">
                <a16:creationId xmlns:a16="http://schemas.microsoft.com/office/drawing/2014/main" id="{7C06484A-59A4-6D83-0DC6-29795C8CBB46}"/>
              </a:ext>
            </a:extLst>
          </p:cNvPr>
          <p:cNvGrpSpPr/>
          <p:nvPr/>
        </p:nvGrpSpPr>
        <p:grpSpPr>
          <a:xfrm>
            <a:off x="2745158" y="3147655"/>
            <a:ext cx="664845" cy="521334"/>
            <a:chOff x="3422903" y="2599944"/>
            <a:chExt cx="664845" cy="521334"/>
          </a:xfrm>
        </p:grpSpPr>
        <p:sp>
          <p:nvSpPr>
            <p:cNvPr id="104" name="object 16">
              <a:extLst>
                <a:ext uri="{FF2B5EF4-FFF2-40B4-BE49-F238E27FC236}">
                  <a16:creationId xmlns:a16="http://schemas.microsoft.com/office/drawing/2014/main" id="{FC12CB45-672F-3581-2823-680E2743BF03}"/>
                </a:ext>
              </a:extLst>
            </p:cNvPr>
            <p:cNvSpPr/>
            <p:nvPr/>
          </p:nvSpPr>
          <p:spPr>
            <a:xfrm>
              <a:off x="3428999" y="2993136"/>
              <a:ext cx="649605" cy="113030"/>
            </a:xfrm>
            <a:custGeom>
              <a:avLst/>
              <a:gdLst/>
              <a:ahLst/>
              <a:cxnLst/>
              <a:rect l="l" t="t" r="r" b="b"/>
              <a:pathLst>
                <a:path w="649604" h="113030">
                  <a:moveTo>
                    <a:pt x="591312" y="0"/>
                  </a:moveTo>
                  <a:lnTo>
                    <a:pt x="591312" y="27432"/>
                  </a:lnTo>
                  <a:lnTo>
                    <a:pt x="0" y="27432"/>
                  </a:lnTo>
                  <a:lnTo>
                    <a:pt x="0" y="85344"/>
                  </a:lnTo>
                  <a:lnTo>
                    <a:pt x="591312" y="85344"/>
                  </a:lnTo>
                  <a:lnTo>
                    <a:pt x="591312" y="112775"/>
                  </a:lnTo>
                  <a:lnTo>
                    <a:pt x="649224" y="57912"/>
                  </a:lnTo>
                  <a:lnTo>
                    <a:pt x="591312" y="0"/>
                  </a:lnTo>
                  <a:close/>
                </a:path>
              </a:pathLst>
            </a:custGeom>
            <a:solidFill>
              <a:srgbClr val="0033CC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" name="object 17">
              <a:extLst>
                <a:ext uri="{FF2B5EF4-FFF2-40B4-BE49-F238E27FC236}">
                  <a16:creationId xmlns:a16="http://schemas.microsoft.com/office/drawing/2014/main" id="{B19DFBC9-453B-F226-98C6-E88815ABA27E}"/>
                </a:ext>
              </a:extLst>
            </p:cNvPr>
            <p:cNvSpPr/>
            <p:nvPr/>
          </p:nvSpPr>
          <p:spPr>
            <a:xfrm>
              <a:off x="3422903" y="2977896"/>
              <a:ext cx="664845" cy="143510"/>
            </a:xfrm>
            <a:custGeom>
              <a:avLst/>
              <a:gdLst/>
              <a:ahLst/>
              <a:cxnLst/>
              <a:rect l="l" t="t" r="r" b="b"/>
              <a:pathLst>
                <a:path w="664845" h="143510">
                  <a:moveTo>
                    <a:pt x="591312" y="100583"/>
                  </a:moveTo>
                  <a:lnTo>
                    <a:pt x="591312" y="143255"/>
                  </a:lnTo>
                  <a:lnTo>
                    <a:pt x="607214" y="128015"/>
                  </a:lnTo>
                  <a:lnTo>
                    <a:pt x="603504" y="128015"/>
                  </a:lnTo>
                  <a:lnTo>
                    <a:pt x="594360" y="124968"/>
                  </a:lnTo>
                  <a:lnTo>
                    <a:pt x="603504" y="115316"/>
                  </a:lnTo>
                  <a:lnTo>
                    <a:pt x="603504" y="106679"/>
                  </a:lnTo>
                  <a:lnTo>
                    <a:pt x="597408" y="106679"/>
                  </a:lnTo>
                  <a:lnTo>
                    <a:pt x="591312" y="100583"/>
                  </a:lnTo>
                  <a:close/>
                </a:path>
                <a:path w="664845" h="143510">
                  <a:moveTo>
                    <a:pt x="603504" y="115316"/>
                  </a:moveTo>
                  <a:lnTo>
                    <a:pt x="594360" y="124968"/>
                  </a:lnTo>
                  <a:lnTo>
                    <a:pt x="603504" y="128015"/>
                  </a:lnTo>
                  <a:lnTo>
                    <a:pt x="603504" y="115316"/>
                  </a:lnTo>
                  <a:close/>
                </a:path>
                <a:path w="664845" h="143510">
                  <a:moveTo>
                    <a:pt x="644892" y="71627"/>
                  </a:moveTo>
                  <a:lnTo>
                    <a:pt x="603504" y="115316"/>
                  </a:lnTo>
                  <a:lnTo>
                    <a:pt x="603504" y="128015"/>
                  </a:lnTo>
                  <a:lnTo>
                    <a:pt x="607214" y="128015"/>
                  </a:lnTo>
                  <a:lnTo>
                    <a:pt x="661283" y="76200"/>
                  </a:lnTo>
                  <a:lnTo>
                    <a:pt x="649224" y="76200"/>
                  </a:lnTo>
                  <a:lnTo>
                    <a:pt x="644892" y="71627"/>
                  </a:lnTo>
                  <a:close/>
                </a:path>
                <a:path w="664845" h="143510">
                  <a:moveTo>
                    <a:pt x="591312" y="36575"/>
                  </a:moveTo>
                  <a:lnTo>
                    <a:pt x="0" y="36575"/>
                  </a:lnTo>
                  <a:lnTo>
                    <a:pt x="0" y="106679"/>
                  </a:lnTo>
                  <a:lnTo>
                    <a:pt x="591312" y="106679"/>
                  </a:lnTo>
                  <a:lnTo>
                    <a:pt x="591312" y="100583"/>
                  </a:lnTo>
                  <a:lnTo>
                    <a:pt x="15240" y="100583"/>
                  </a:lnTo>
                  <a:lnTo>
                    <a:pt x="6096" y="94487"/>
                  </a:lnTo>
                  <a:lnTo>
                    <a:pt x="15240" y="94487"/>
                  </a:lnTo>
                  <a:lnTo>
                    <a:pt x="15240" y="48768"/>
                  </a:lnTo>
                  <a:lnTo>
                    <a:pt x="6096" y="48768"/>
                  </a:lnTo>
                  <a:lnTo>
                    <a:pt x="15240" y="42672"/>
                  </a:lnTo>
                  <a:lnTo>
                    <a:pt x="591312" y="42672"/>
                  </a:lnTo>
                  <a:lnTo>
                    <a:pt x="591312" y="36575"/>
                  </a:lnTo>
                  <a:close/>
                </a:path>
                <a:path w="664845" h="143510">
                  <a:moveTo>
                    <a:pt x="603504" y="94487"/>
                  </a:moveTo>
                  <a:lnTo>
                    <a:pt x="15240" y="94487"/>
                  </a:lnTo>
                  <a:lnTo>
                    <a:pt x="15240" y="100583"/>
                  </a:lnTo>
                  <a:lnTo>
                    <a:pt x="591312" y="100583"/>
                  </a:lnTo>
                  <a:lnTo>
                    <a:pt x="597408" y="106679"/>
                  </a:lnTo>
                  <a:lnTo>
                    <a:pt x="603504" y="106679"/>
                  </a:lnTo>
                  <a:lnTo>
                    <a:pt x="603504" y="94487"/>
                  </a:lnTo>
                  <a:close/>
                </a:path>
                <a:path w="664845" h="143510">
                  <a:moveTo>
                    <a:pt x="15240" y="94487"/>
                  </a:moveTo>
                  <a:lnTo>
                    <a:pt x="6096" y="94487"/>
                  </a:lnTo>
                  <a:lnTo>
                    <a:pt x="15240" y="100583"/>
                  </a:lnTo>
                  <a:lnTo>
                    <a:pt x="15240" y="94487"/>
                  </a:lnTo>
                  <a:close/>
                </a:path>
                <a:path w="664845" h="143510">
                  <a:moveTo>
                    <a:pt x="649224" y="67055"/>
                  </a:moveTo>
                  <a:lnTo>
                    <a:pt x="644892" y="71627"/>
                  </a:lnTo>
                  <a:lnTo>
                    <a:pt x="649224" y="76200"/>
                  </a:lnTo>
                  <a:lnTo>
                    <a:pt x="649224" y="67055"/>
                  </a:lnTo>
                  <a:close/>
                </a:path>
                <a:path w="664845" h="143510">
                  <a:moveTo>
                    <a:pt x="658367" y="67055"/>
                  </a:moveTo>
                  <a:lnTo>
                    <a:pt x="649224" y="67055"/>
                  </a:lnTo>
                  <a:lnTo>
                    <a:pt x="649224" y="76200"/>
                  </a:lnTo>
                  <a:lnTo>
                    <a:pt x="661283" y="76200"/>
                  </a:lnTo>
                  <a:lnTo>
                    <a:pt x="664463" y="73151"/>
                  </a:lnTo>
                  <a:lnTo>
                    <a:pt x="658367" y="67055"/>
                  </a:lnTo>
                  <a:close/>
                </a:path>
                <a:path w="664845" h="143510">
                  <a:moveTo>
                    <a:pt x="606551" y="15239"/>
                  </a:moveTo>
                  <a:lnTo>
                    <a:pt x="603504" y="15239"/>
                  </a:lnTo>
                  <a:lnTo>
                    <a:pt x="603504" y="27939"/>
                  </a:lnTo>
                  <a:lnTo>
                    <a:pt x="644892" y="71627"/>
                  </a:lnTo>
                  <a:lnTo>
                    <a:pt x="649224" y="67055"/>
                  </a:lnTo>
                  <a:lnTo>
                    <a:pt x="658367" y="67055"/>
                  </a:lnTo>
                  <a:lnTo>
                    <a:pt x="606551" y="15239"/>
                  </a:lnTo>
                  <a:close/>
                </a:path>
                <a:path w="664845" h="143510">
                  <a:moveTo>
                    <a:pt x="15240" y="42672"/>
                  </a:moveTo>
                  <a:lnTo>
                    <a:pt x="6096" y="48768"/>
                  </a:lnTo>
                  <a:lnTo>
                    <a:pt x="15240" y="48768"/>
                  </a:lnTo>
                  <a:lnTo>
                    <a:pt x="15240" y="42672"/>
                  </a:lnTo>
                  <a:close/>
                </a:path>
                <a:path w="664845" h="143510">
                  <a:moveTo>
                    <a:pt x="603504" y="36575"/>
                  </a:moveTo>
                  <a:lnTo>
                    <a:pt x="597408" y="36575"/>
                  </a:lnTo>
                  <a:lnTo>
                    <a:pt x="591312" y="42672"/>
                  </a:lnTo>
                  <a:lnTo>
                    <a:pt x="15240" y="42672"/>
                  </a:lnTo>
                  <a:lnTo>
                    <a:pt x="15240" y="48768"/>
                  </a:lnTo>
                  <a:lnTo>
                    <a:pt x="603504" y="48768"/>
                  </a:lnTo>
                  <a:lnTo>
                    <a:pt x="603504" y="36575"/>
                  </a:lnTo>
                  <a:close/>
                </a:path>
                <a:path w="664845" h="143510">
                  <a:moveTo>
                    <a:pt x="591312" y="0"/>
                  </a:moveTo>
                  <a:lnTo>
                    <a:pt x="591312" y="42672"/>
                  </a:lnTo>
                  <a:lnTo>
                    <a:pt x="597408" y="36575"/>
                  </a:lnTo>
                  <a:lnTo>
                    <a:pt x="603504" y="36575"/>
                  </a:lnTo>
                  <a:lnTo>
                    <a:pt x="603504" y="27939"/>
                  </a:lnTo>
                  <a:lnTo>
                    <a:pt x="594360" y="18287"/>
                  </a:lnTo>
                  <a:lnTo>
                    <a:pt x="603504" y="15239"/>
                  </a:lnTo>
                  <a:lnTo>
                    <a:pt x="606551" y="15239"/>
                  </a:lnTo>
                  <a:lnTo>
                    <a:pt x="591312" y="0"/>
                  </a:lnTo>
                  <a:close/>
                </a:path>
                <a:path w="664845" h="143510">
                  <a:moveTo>
                    <a:pt x="603504" y="15239"/>
                  </a:moveTo>
                  <a:lnTo>
                    <a:pt x="594360" y="18287"/>
                  </a:lnTo>
                  <a:lnTo>
                    <a:pt x="603504" y="27939"/>
                  </a:lnTo>
                  <a:lnTo>
                    <a:pt x="603504" y="15239"/>
                  </a:lnTo>
                  <a:close/>
                </a:path>
              </a:pathLst>
            </a:custGeom>
            <a:solidFill>
              <a:srgbClr val="002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06" name="object 18">
              <a:extLst>
                <a:ext uri="{FF2B5EF4-FFF2-40B4-BE49-F238E27FC236}">
                  <a16:creationId xmlns:a16="http://schemas.microsoft.com/office/drawing/2014/main" id="{2ADB0FE8-E757-CFBB-9DAC-C907617C3C19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669791" y="2859024"/>
              <a:ext cx="158496" cy="182879"/>
            </a:xfrm>
            <a:prstGeom prst="rect">
              <a:avLst/>
            </a:prstGeom>
          </p:spPr>
        </p:pic>
        <p:pic>
          <p:nvPicPr>
            <p:cNvPr id="107" name="object 19">
              <a:extLst>
                <a:ext uri="{FF2B5EF4-FFF2-40B4-BE49-F238E27FC236}">
                  <a16:creationId xmlns:a16="http://schemas.microsoft.com/office/drawing/2014/main" id="{658F2364-F6A0-1315-DBC9-EBE48F2070FB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660647" y="2599944"/>
              <a:ext cx="173736" cy="252983"/>
            </a:xfrm>
            <a:prstGeom prst="rect">
              <a:avLst/>
            </a:prstGeom>
          </p:spPr>
        </p:pic>
      </p:grpSp>
      <p:sp>
        <p:nvSpPr>
          <p:cNvPr id="108" name="object 20">
            <a:extLst>
              <a:ext uri="{FF2B5EF4-FFF2-40B4-BE49-F238E27FC236}">
                <a16:creationId xmlns:a16="http://schemas.microsoft.com/office/drawing/2014/main" id="{BD5BA6F2-BF09-045E-8F98-D636457681AC}"/>
              </a:ext>
            </a:extLst>
          </p:cNvPr>
          <p:cNvSpPr txBox="1"/>
          <p:nvPr/>
        </p:nvSpPr>
        <p:spPr>
          <a:xfrm>
            <a:off x="1317197" y="1824247"/>
            <a:ext cx="6921192" cy="75148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00000"/>
              </a:lnSpc>
              <a:spcBef>
                <a:spcPts val="5"/>
              </a:spcBef>
            </a:pPr>
            <a:r>
              <a:rPr sz="2400" i="1" spc="-5" dirty="0">
                <a:latin typeface="Times New Roman"/>
                <a:cs typeface="Times New Roman"/>
              </a:rPr>
              <a:t>An</a:t>
            </a:r>
            <a:r>
              <a:rPr sz="2400" i="1" spc="-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algorithm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is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a</a:t>
            </a:r>
            <a:r>
              <a:rPr sz="2400" i="1" spc="-10" dirty="0">
                <a:latin typeface="Times New Roman"/>
                <a:cs typeface="Times New Roman"/>
              </a:rPr>
              <a:t> sequence</a:t>
            </a:r>
            <a:r>
              <a:rPr sz="2400" i="1" spc="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of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instructions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that</a:t>
            </a:r>
            <a:r>
              <a:rPr sz="2400" i="1" spc="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one</a:t>
            </a:r>
            <a:r>
              <a:rPr sz="2400" i="1" spc="1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must </a:t>
            </a:r>
            <a:r>
              <a:rPr sz="2400" i="1" spc="-3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perform</a:t>
            </a:r>
            <a:r>
              <a:rPr sz="2400" i="1" spc="-2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in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spc="-15" dirty="0">
                <a:latin typeface="Times New Roman"/>
                <a:cs typeface="Times New Roman"/>
              </a:rPr>
              <a:t>order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to</a:t>
            </a:r>
            <a:r>
              <a:rPr sz="2400" i="1" spc="-1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solve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a</a:t>
            </a:r>
            <a:r>
              <a:rPr sz="2400" i="1" spc="10" dirty="0">
                <a:latin typeface="Times New Roman"/>
                <a:cs typeface="Times New Roman"/>
              </a:rPr>
              <a:t> </a:t>
            </a:r>
            <a:r>
              <a:rPr sz="2400" i="1" spc="-5" dirty="0">
                <a:latin typeface="Times New Roman"/>
                <a:cs typeface="Times New Roman"/>
              </a:rPr>
              <a:t>well-formulated</a:t>
            </a:r>
            <a:r>
              <a:rPr sz="2400" i="1" spc="55" dirty="0">
                <a:latin typeface="Times New Roman"/>
                <a:cs typeface="Times New Roman"/>
              </a:rPr>
              <a:t> </a:t>
            </a:r>
            <a:r>
              <a:rPr sz="2400" i="1" spc="-10" dirty="0">
                <a:latin typeface="Times New Roman"/>
                <a:cs typeface="Times New Roman"/>
              </a:rPr>
              <a:t>problem.</a:t>
            </a:r>
            <a:endParaRPr sz="2400" dirty="0">
              <a:latin typeface="Times New Roman"/>
              <a:cs typeface="Times New Roman"/>
            </a:endParaRPr>
          </a:p>
        </p:txBody>
      </p:sp>
      <p:grpSp>
        <p:nvGrpSpPr>
          <p:cNvPr id="109" name="object 21">
            <a:extLst>
              <a:ext uri="{FF2B5EF4-FFF2-40B4-BE49-F238E27FC236}">
                <a16:creationId xmlns:a16="http://schemas.microsoft.com/office/drawing/2014/main" id="{034D749B-7BCD-71DA-8437-1F9433613B49}"/>
              </a:ext>
            </a:extLst>
          </p:cNvPr>
          <p:cNvGrpSpPr/>
          <p:nvPr/>
        </p:nvGrpSpPr>
        <p:grpSpPr>
          <a:xfrm>
            <a:off x="1113536" y="4451093"/>
            <a:ext cx="8600607" cy="977929"/>
            <a:chOff x="2051304" y="3557015"/>
            <a:chExt cx="3709670" cy="701040"/>
          </a:xfrm>
        </p:grpSpPr>
        <p:sp>
          <p:nvSpPr>
            <p:cNvPr id="110" name="object 22">
              <a:extLst>
                <a:ext uri="{FF2B5EF4-FFF2-40B4-BE49-F238E27FC236}">
                  <a16:creationId xmlns:a16="http://schemas.microsoft.com/office/drawing/2014/main" id="{538BB51F-D4F7-4B49-CCA9-32672662BEF1}"/>
                </a:ext>
              </a:extLst>
            </p:cNvPr>
            <p:cNvSpPr/>
            <p:nvPr/>
          </p:nvSpPr>
          <p:spPr>
            <a:xfrm>
              <a:off x="2057400" y="3563111"/>
              <a:ext cx="3697604" cy="685800"/>
            </a:xfrm>
            <a:custGeom>
              <a:avLst/>
              <a:gdLst/>
              <a:ahLst/>
              <a:cxnLst/>
              <a:rect l="l" t="t" r="r" b="b"/>
              <a:pathLst>
                <a:path w="3697604" h="685800">
                  <a:moveTo>
                    <a:pt x="3581400" y="0"/>
                  </a:moveTo>
                  <a:lnTo>
                    <a:pt x="115824" y="0"/>
                  </a:lnTo>
                  <a:lnTo>
                    <a:pt x="70723" y="9096"/>
                  </a:lnTo>
                  <a:lnTo>
                    <a:pt x="33909" y="33909"/>
                  </a:lnTo>
                  <a:lnTo>
                    <a:pt x="9096" y="70723"/>
                  </a:lnTo>
                  <a:lnTo>
                    <a:pt x="0" y="115824"/>
                  </a:lnTo>
                  <a:lnTo>
                    <a:pt x="0" y="573024"/>
                  </a:lnTo>
                  <a:lnTo>
                    <a:pt x="9096" y="617648"/>
                  </a:lnTo>
                  <a:lnTo>
                    <a:pt x="33908" y="653415"/>
                  </a:lnTo>
                  <a:lnTo>
                    <a:pt x="70723" y="677179"/>
                  </a:lnTo>
                  <a:lnTo>
                    <a:pt x="115824" y="685800"/>
                  </a:lnTo>
                  <a:lnTo>
                    <a:pt x="3581400" y="685800"/>
                  </a:lnTo>
                  <a:lnTo>
                    <a:pt x="3626500" y="677179"/>
                  </a:lnTo>
                  <a:lnTo>
                    <a:pt x="3663315" y="653415"/>
                  </a:lnTo>
                  <a:lnTo>
                    <a:pt x="3688127" y="617648"/>
                  </a:lnTo>
                  <a:lnTo>
                    <a:pt x="3697224" y="573024"/>
                  </a:lnTo>
                  <a:lnTo>
                    <a:pt x="3697224" y="115824"/>
                  </a:lnTo>
                  <a:lnTo>
                    <a:pt x="3688127" y="70723"/>
                  </a:lnTo>
                  <a:lnTo>
                    <a:pt x="3663315" y="33909"/>
                  </a:lnTo>
                  <a:lnTo>
                    <a:pt x="3626500" y="9096"/>
                  </a:lnTo>
                  <a:lnTo>
                    <a:pt x="3581400" y="0"/>
                  </a:lnTo>
                  <a:close/>
                </a:path>
              </a:pathLst>
            </a:custGeom>
            <a:solidFill>
              <a:srgbClr val="66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1" name="object 23">
              <a:extLst>
                <a:ext uri="{FF2B5EF4-FFF2-40B4-BE49-F238E27FC236}">
                  <a16:creationId xmlns:a16="http://schemas.microsoft.com/office/drawing/2014/main" id="{0CF603C2-F3D3-705E-4FEF-E53E01D4EB92}"/>
                </a:ext>
              </a:extLst>
            </p:cNvPr>
            <p:cNvSpPr/>
            <p:nvPr/>
          </p:nvSpPr>
          <p:spPr>
            <a:xfrm>
              <a:off x="2051304" y="3557015"/>
              <a:ext cx="3709670" cy="701040"/>
            </a:xfrm>
            <a:custGeom>
              <a:avLst/>
              <a:gdLst/>
              <a:ahLst/>
              <a:cxnLst/>
              <a:rect l="l" t="t" r="r" b="b"/>
              <a:pathLst>
                <a:path w="3709670" h="701039">
                  <a:moveTo>
                    <a:pt x="3602735" y="697992"/>
                  </a:moveTo>
                  <a:lnTo>
                    <a:pt x="109727" y="697992"/>
                  </a:lnTo>
                  <a:lnTo>
                    <a:pt x="121919" y="701039"/>
                  </a:lnTo>
                  <a:lnTo>
                    <a:pt x="3590544" y="701039"/>
                  </a:lnTo>
                  <a:lnTo>
                    <a:pt x="3602735" y="697992"/>
                  </a:lnTo>
                  <a:close/>
                </a:path>
                <a:path w="3709670" h="701039">
                  <a:moveTo>
                    <a:pt x="3614928" y="3048"/>
                  </a:moveTo>
                  <a:lnTo>
                    <a:pt x="97535" y="3048"/>
                  </a:lnTo>
                  <a:lnTo>
                    <a:pt x="76200" y="9144"/>
                  </a:lnTo>
                  <a:lnTo>
                    <a:pt x="76200" y="12192"/>
                  </a:lnTo>
                  <a:lnTo>
                    <a:pt x="73151" y="12192"/>
                  </a:lnTo>
                  <a:lnTo>
                    <a:pt x="54863" y="21336"/>
                  </a:lnTo>
                  <a:lnTo>
                    <a:pt x="36575" y="36575"/>
                  </a:lnTo>
                  <a:lnTo>
                    <a:pt x="21335" y="54863"/>
                  </a:lnTo>
                  <a:lnTo>
                    <a:pt x="12191" y="73151"/>
                  </a:lnTo>
                  <a:lnTo>
                    <a:pt x="12191" y="76200"/>
                  </a:lnTo>
                  <a:lnTo>
                    <a:pt x="9143" y="76200"/>
                  </a:lnTo>
                  <a:lnTo>
                    <a:pt x="3047" y="97536"/>
                  </a:lnTo>
                  <a:lnTo>
                    <a:pt x="3047" y="109728"/>
                  </a:lnTo>
                  <a:lnTo>
                    <a:pt x="0" y="121920"/>
                  </a:lnTo>
                  <a:lnTo>
                    <a:pt x="0" y="579120"/>
                  </a:lnTo>
                  <a:lnTo>
                    <a:pt x="3047" y="591312"/>
                  </a:lnTo>
                  <a:lnTo>
                    <a:pt x="3047" y="603504"/>
                  </a:lnTo>
                  <a:lnTo>
                    <a:pt x="9143" y="624839"/>
                  </a:lnTo>
                  <a:lnTo>
                    <a:pt x="12191" y="624839"/>
                  </a:lnTo>
                  <a:lnTo>
                    <a:pt x="12191" y="627888"/>
                  </a:lnTo>
                  <a:lnTo>
                    <a:pt x="21335" y="646176"/>
                  </a:lnTo>
                  <a:lnTo>
                    <a:pt x="36575" y="664463"/>
                  </a:lnTo>
                  <a:lnTo>
                    <a:pt x="54863" y="679704"/>
                  </a:lnTo>
                  <a:lnTo>
                    <a:pt x="73151" y="688848"/>
                  </a:lnTo>
                  <a:lnTo>
                    <a:pt x="76200" y="688848"/>
                  </a:lnTo>
                  <a:lnTo>
                    <a:pt x="76200" y="691896"/>
                  </a:lnTo>
                  <a:lnTo>
                    <a:pt x="97535" y="697992"/>
                  </a:lnTo>
                  <a:lnTo>
                    <a:pt x="3614928" y="697992"/>
                  </a:lnTo>
                  <a:lnTo>
                    <a:pt x="3636263" y="691896"/>
                  </a:lnTo>
                  <a:lnTo>
                    <a:pt x="3636263" y="688848"/>
                  </a:lnTo>
                  <a:lnTo>
                    <a:pt x="3642359" y="685800"/>
                  </a:lnTo>
                  <a:lnTo>
                    <a:pt x="100583" y="685800"/>
                  </a:lnTo>
                  <a:lnTo>
                    <a:pt x="79247" y="679704"/>
                  </a:lnTo>
                  <a:lnTo>
                    <a:pt x="45719" y="655320"/>
                  </a:lnTo>
                  <a:lnTo>
                    <a:pt x="21335" y="621792"/>
                  </a:lnTo>
                  <a:lnTo>
                    <a:pt x="15239" y="600456"/>
                  </a:lnTo>
                  <a:lnTo>
                    <a:pt x="15239" y="100584"/>
                  </a:lnTo>
                  <a:lnTo>
                    <a:pt x="33527" y="60960"/>
                  </a:lnTo>
                  <a:lnTo>
                    <a:pt x="60959" y="33528"/>
                  </a:lnTo>
                  <a:lnTo>
                    <a:pt x="100583" y="15239"/>
                  </a:lnTo>
                  <a:lnTo>
                    <a:pt x="3642359" y="15239"/>
                  </a:lnTo>
                  <a:lnTo>
                    <a:pt x="3636263" y="12192"/>
                  </a:lnTo>
                  <a:lnTo>
                    <a:pt x="3636263" y="9144"/>
                  </a:lnTo>
                  <a:lnTo>
                    <a:pt x="3614928" y="3048"/>
                  </a:lnTo>
                  <a:close/>
                </a:path>
                <a:path w="3709670" h="701039">
                  <a:moveTo>
                    <a:pt x="3642359" y="15239"/>
                  </a:moveTo>
                  <a:lnTo>
                    <a:pt x="3608831" y="15239"/>
                  </a:lnTo>
                  <a:lnTo>
                    <a:pt x="3630168" y="21336"/>
                  </a:lnTo>
                  <a:lnTo>
                    <a:pt x="3666744" y="45720"/>
                  </a:lnTo>
                  <a:lnTo>
                    <a:pt x="3663696" y="45720"/>
                  </a:lnTo>
                  <a:lnTo>
                    <a:pt x="3678935" y="60960"/>
                  </a:lnTo>
                  <a:lnTo>
                    <a:pt x="3688079" y="79248"/>
                  </a:lnTo>
                  <a:lnTo>
                    <a:pt x="3694176" y="100584"/>
                  </a:lnTo>
                  <a:lnTo>
                    <a:pt x="3697224" y="109728"/>
                  </a:lnTo>
                  <a:lnTo>
                    <a:pt x="3697224" y="591312"/>
                  </a:lnTo>
                  <a:lnTo>
                    <a:pt x="3694176" y="600456"/>
                  </a:lnTo>
                  <a:lnTo>
                    <a:pt x="3688079" y="621792"/>
                  </a:lnTo>
                  <a:lnTo>
                    <a:pt x="3678935" y="640080"/>
                  </a:lnTo>
                  <a:lnTo>
                    <a:pt x="3663696" y="655320"/>
                  </a:lnTo>
                  <a:lnTo>
                    <a:pt x="3666744" y="655320"/>
                  </a:lnTo>
                  <a:lnTo>
                    <a:pt x="3630168" y="679704"/>
                  </a:lnTo>
                  <a:lnTo>
                    <a:pt x="3608831" y="685800"/>
                  </a:lnTo>
                  <a:lnTo>
                    <a:pt x="3642359" y="685800"/>
                  </a:lnTo>
                  <a:lnTo>
                    <a:pt x="3654552" y="679704"/>
                  </a:lnTo>
                  <a:lnTo>
                    <a:pt x="3657600" y="679704"/>
                  </a:lnTo>
                  <a:lnTo>
                    <a:pt x="3672840" y="664463"/>
                  </a:lnTo>
                  <a:lnTo>
                    <a:pt x="3675887" y="664463"/>
                  </a:lnTo>
                  <a:lnTo>
                    <a:pt x="3700272" y="627888"/>
                  </a:lnTo>
                  <a:lnTo>
                    <a:pt x="3700272" y="624839"/>
                  </a:lnTo>
                  <a:lnTo>
                    <a:pt x="3706368" y="603504"/>
                  </a:lnTo>
                  <a:lnTo>
                    <a:pt x="3709416" y="591312"/>
                  </a:lnTo>
                  <a:lnTo>
                    <a:pt x="3709416" y="109728"/>
                  </a:lnTo>
                  <a:lnTo>
                    <a:pt x="3706368" y="97536"/>
                  </a:lnTo>
                  <a:lnTo>
                    <a:pt x="3700272" y="76200"/>
                  </a:lnTo>
                  <a:lnTo>
                    <a:pt x="3700272" y="73151"/>
                  </a:lnTo>
                  <a:lnTo>
                    <a:pt x="3675887" y="36575"/>
                  </a:lnTo>
                  <a:lnTo>
                    <a:pt x="3672840" y="36575"/>
                  </a:lnTo>
                  <a:lnTo>
                    <a:pt x="3657600" y="21336"/>
                  </a:lnTo>
                  <a:lnTo>
                    <a:pt x="3654552" y="21336"/>
                  </a:lnTo>
                  <a:lnTo>
                    <a:pt x="3642359" y="15239"/>
                  </a:lnTo>
                  <a:close/>
                </a:path>
                <a:path w="3709670" h="701039">
                  <a:moveTo>
                    <a:pt x="3587496" y="0"/>
                  </a:moveTo>
                  <a:lnTo>
                    <a:pt x="121919" y="0"/>
                  </a:lnTo>
                  <a:lnTo>
                    <a:pt x="109727" y="3048"/>
                  </a:lnTo>
                  <a:lnTo>
                    <a:pt x="3599687" y="3048"/>
                  </a:lnTo>
                  <a:lnTo>
                    <a:pt x="3587496" y="0"/>
                  </a:lnTo>
                  <a:close/>
                </a:path>
              </a:pathLst>
            </a:custGeom>
            <a:solidFill>
              <a:srgbClr val="00229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2" name="object 24">
            <a:extLst>
              <a:ext uri="{FF2B5EF4-FFF2-40B4-BE49-F238E27FC236}">
                <a16:creationId xmlns:a16="http://schemas.microsoft.com/office/drawing/2014/main" id="{3A6B320E-FE30-5C8D-2058-9298891F1D87}"/>
              </a:ext>
            </a:extLst>
          </p:cNvPr>
          <p:cNvSpPr txBox="1"/>
          <p:nvPr/>
        </p:nvSpPr>
        <p:spPr>
          <a:xfrm>
            <a:off x="1113537" y="4554524"/>
            <a:ext cx="8313603" cy="750847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29259" marR="5080">
              <a:lnSpc>
                <a:spcPct val="100000"/>
              </a:lnSpc>
              <a:spcBef>
                <a:spcPts val="95"/>
              </a:spcBef>
            </a:pP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Algorithms</a:t>
            </a:r>
            <a:r>
              <a:rPr sz="240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did</a:t>
            </a:r>
            <a:r>
              <a:rPr sz="24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not</a:t>
            </a:r>
            <a:r>
              <a:rPr sz="24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start</a:t>
            </a:r>
            <a:r>
              <a:rPr sz="24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with</a:t>
            </a:r>
            <a:r>
              <a:rPr sz="2400" i="1" spc="6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computers;</a:t>
            </a:r>
            <a:r>
              <a:rPr sz="24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they</a:t>
            </a:r>
            <a:r>
              <a:rPr sz="24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have </a:t>
            </a:r>
            <a:r>
              <a:rPr sz="2400" i="1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been</a:t>
            </a:r>
            <a:r>
              <a:rPr sz="240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 with</a:t>
            </a:r>
            <a:r>
              <a:rPr sz="2400" i="1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us</a:t>
            </a:r>
            <a:r>
              <a:rPr sz="24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15" dirty="0">
                <a:solidFill>
                  <a:srgbClr val="0000CC"/>
                </a:solidFill>
                <a:latin typeface="Times New Roman"/>
                <a:cs typeface="Times New Roman"/>
              </a:rPr>
              <a:t>from</a:t>
            </a:r>
            <a:r>
              <a:rPr sz="24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ancient</a:t>
            </a:r>
            <a:r>
              <a:rPr sz="2400" i="1" spc="1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times;</a:t>
            </a:r>
            <a:r>
              <a:rPr sz="24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nor</a:t>
            </a:r>
            <a:r>
              <a:rPr sz="24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they</a:t>
            </a:r>
            <a:r>
              <a:rPr sz="24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are</a:t>
            </a:r>
            <a:r>
              <a:rPr sz="24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limited </a:t>
            </a:r>
            <a:r>
              <a:rPr sz="2400" i="1" spc="-3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to</a:t>
            </a:r>
            <a:r>
              <a:rPr sz="2400" i="1" spc="-2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5" dirty="0">
                <a:solidFill>
                  <a:srgbClr val="0000CC"/>
                </a:solidFill>
                <a:latin typeface="Times New Roman"/>
                <a:cs typeface="Times New Roman"/>
              </a:rPr>
              <a:t>computer</a:t>
            </a:r>
            <a:r>
              <a:rPr sz="2400" i="1" spc="1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sz="2400" i="1" spc="-10" dirty="0">
                <a:solidFill>
                  <a:srgbClr val="0000CC"/>
                </a:solidFill>
                <a:latin typeface="Times New Roman"/>
                <a:cs typeface="Times New Roman"/>
              </a:rPr>
              <a:t>science.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115" name="object 14">
            <a:extLst>
              <a:ext uri="{FF2B5EF4-FFF2-40B4-BE49-F238E27FC236}">
                <a16:creationId xmlns:a16="http://schemas.microsoft.com/office/drawing/2014/main" id="{DCEFE542-4776-077C-84AB-6652DEA74D1D}"/>
              </a:ext>
            </a:extLst>
          </p:cNvPr>
          <p:cNvSpPr txBox="1"/>
          <p:nvPr/>
        </p:nvSpPr>
        <p:spPr>
          <a:xfrm>
            <a:off x="1530910" y="3450037"/>
            <a:ext cx="584835" cy="259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5"/>
              </a:spcBef>
            </a:pPr>
            <a:r>
              <a:rPr lang="en-US" sz="1600" i="1" spc="-5" dirty="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sz="1600" i="1" spc="10" dirty="0">
                <a:solidFill>
                  <a:srgbClr val="FFFFFF"/>
                </a:solidFill>
                <a:latin typeface="Times New Roman"/>
                <a:cs typeface="Times New Roman"/>
              </a:rPr>
              <a:t>pu</a:t>
            </a:r>
            <a:r>
              <a:rPr sz="1600" i="1" dirty="0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1600" dirty="0">
              <a:latin typeface="Times New Roman"/>
              <a:cs typeface="Times New Roman"/>
            </a:endParaRPr>
          </a:p>
        </p:txBody>
      </p:sp>
      <p:sp>
        <p:nvSpPr>
          <p:cNvPr id="116" name="Date Placeholder 115">
            <a:extLst>
              <a:ext uri="{FF2B5EF4-FFF2-40B4-BE49-F238E27FC236}">
                <a16:creationId xmlns:a16="http://schemas.microsoft.com/office/drawing/2014/main" id="{FC330209-D5BD-79CA-9A89-1D2F95B00A8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CDB95F70-3685-42BA-81FB-5BD731DC416D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117" name="Footer Placeholder 116">
            <a:extLst>
              <a:ext uri="{FF2B5EF4-FFF2-40B4-BE49-F238E27FC236}">
                <a16:creationId xmlns:a16="http://schemas.microsoft.com/office/drawing/2014/main" id="{A053E2EE-69A0-3D6C-3936-06BE4ED688B4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28215913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C3642875-9984-99EC-7457-068EEB2AC8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D09708C9-70BF-B5E0-6EE8-FE31FBAB4C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Algorithm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737ADEC0-53FA-9B65-43B8-E6F4A738361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867083A-F815-0F37-0B7E-8A4B9CB8CA87}"/>
              </a:ext>
            </a:extLst>
          </p:cNvPr>
          <p:cNvSpPr txBox="1"/>
          <p:nvPr/>
        </p:nvSpPr>
        <p:spPr>
          <a:xfrm>
            <a:off x="838200" y="1661064"/>
            <a:ext cx="10971508" cy="32008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80" marR="28575" indent="-170815">
              <a:lnSpc>
                <a:spcPct val="100000"/>
              </a:lnSpc>
              <a:spcBef>
                <a:spcPts val="1315"/>
              </a:spcBef>
              <a:buClr>
                <a:srgbClr val="0033CC"/>
              </a:buClr>
              <a:buSzPct val="85714"/>
              <a:buChar char="●"/>
              <a:tabLst>
                <a:tab pos="170815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An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algorithm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is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sequence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of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computational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steps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that </a:t>
            </a:r>
            <a:r>
              <a:rPr lang="en-US" sz="2400" spc="-3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transform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the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input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into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the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output.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335"/>
              </a:spcBef>
              <a:buClr>
                <a:srgbClr val="0033CC"/>
              </a:buClr>
              <a:buSzPct val="85714"/>
              <a:buChar char="●"/>
              <a:tabLst>
                <a:tab pos="170815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Algorithms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are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the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ideas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behind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computer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programs.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marR="381635" indent="-170815">
              <a:lnSpc>
                <a:spcPct val="100000"/>
              </a:lnSpc>
              <a:spcBef>
                <a:spcPts val="335"/>
              </a:spcBef>
              <a:buClr>
                <a:srgbClr val="0033CC"/>
              </a:buClr>
              <a:buSzPct val="85714"/>
              <a:buChar char="●"/>
              <a:tabLst>
                <a:tab pos="170815" algn="l"/>
              </a:tabLst>
            </a:pPr>
            <a:r>
              <a:rPr lang="en-US" sz="2400" spc="-20" dirty="0">
                <a:latin typeface="Times New Roman"/>
                <a:cs typeface="Times New Roman"/>
              </a:rPr>
              <a:t>An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algorithm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is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tool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for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solving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well-specified </a:t>
            </a:r>
            <a:r>
              <a:rPr lang="en-US" sz="2400" spc="-3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computational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problem.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marR="5080" lvl="1" indent="-143510">
              <a:lnSpc>
                <a:spcPct val="100000"/>
              </a:lnSpc>
              <a:spcBef>
                <a:spcPts val="300"/>
              </a:spcBef>
              <a:buClr>
                <a:srgbClr val="CC0000"/>
              </a:buClr>
              <a:buSzPct val="83333"/>
              <a:buChar char="■"/>
              <a:tabLst>
                <a:tab pos="372110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An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algorithm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is</a:t>
            </a:r>
            <a:r>
              <a:rPr lang="en-US" sz="2400" spc="4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said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be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CC0000"/>
                </a:solidFill>
                <a:latin typeface="Times New Roman"/>
                <a:cs typeface="Times New Roman"/>
              </a:rPr>
              <a:t>correct</a:t>
            </a:r>
            <a:r>
              <a:rPr lang="en-US" sz="2400" spc="-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2400" spc="-30" dirty="0">
                <a:latin typeface="Times New Roman"/>
                <a:cs typeface="Times New Roman"/>
              </a:rPr>
              <a:t>if,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for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every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input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instance, </a:t>
            </a:r>
            <a:r>
              <a:rPr lang="en-US" sz="2400" spc="-28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it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halts</a:t>
            </a:r>
            <a:r>
              <a:rPr lang="en-US" sz="2400" spc="4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with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correct</a:t>
            </a:r>
            <a:r>
              <a:rPr lang="en-US" sz="2400" spc="-40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400" spc="10" dirty="0">
                <a:solidFill>
                  <a:srgbClr val="0000FF"/>
                </a:solidFill>
                <a:latin typeface="Times New Roman"/>
                <a:cs typeface="Times New Roman"/>
              </a:rPr>
              <a:t>output.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marR="38100" lvl="1" indent="-143510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SzPct val="83333"/>
              <a:buChar char="■"/>
              <a:tabLst>
                <a:tab pos="372110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An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CC0000"/>
                </a:solidFill>
                <a:latin typeface="Times New Roman"/>
                <a:cs typeface="Times New Roman"/>
              </a:rPr>
              <a:t>incorrect</a:t>
            </a:r>
            <a:r>
              <a:rPr lang="en-US" sz="2400" spc="35" dirty="0">
                <a:solidFill>
                  <a:srgbClr val="CC0000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algorithm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might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not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halt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at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all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on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some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input 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instances,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or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it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might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halt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with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other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than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desired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output.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BA31F4-1418-26DA-854D-FC13C4F244F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79B6F36-F178-4A8F-A683-12304DE576B6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24F0C60-A5EA-3284-9C12-D92EB9581B3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2602651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C6E03CC-6851-4B4D-4FC5-A6EFAA5D3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37F699E3-F3DE-CEC8-1643-0722A3ABB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Program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AEE7E21B-AB50-0F57-BE1F-F1B8C2A0713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3F66A1-341D-2E93-F9FE-5796668B48A4}"/>
              </a:ext>
            </a:extLst>
          </p:cNvPr>
          <p:cNvSpPr txBox="1"/>
          <p:nvPr/>
        </p:nvSpPr>
        <p:spPr>
          <a:xfrm>
            <a:off x="838200" y="1661064"/>
            <a:ext cx="10971508" cy="8694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80" marR="457200" indent="-170815">
              <a:lnSpc>
                <a:spcPct val="100000"/>
              </a:lnSpc>
              <a:buClr>
                <a:srgbClr val="0033CC"/>
              </a:buClr>
              <a:buSzPct val="85714"/>
              <a:buChar char="●"/>
              <a:tabLst>
                <a:tab pos="170815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program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is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the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expression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of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an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algorithm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in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 </a:t>
            </a:r>
            <a:r>
              <a:rPr lang="en-US" sz="2400" spc="-3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programming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language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marR="5080" indent="-170815">
              <a:lnSpc>
                <a:spcPct val="100000"/>
              </a:lnSpc>
              <a:spcBef>
                <a:spcPts val="335"/>
              </a:spcBef>
              <a:buClr>
                <a:srgbClr val="0033CC"/>
              </a:buClr>
              <a:buSzPct val="85714"/>
              <a:buChar char="●"/>
              <a:tabLst>
                <a:tab pos="170815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A</a:t>
            </a:r>
            <a:r>
              <a:rPr lang="en-US" sz="2400" spc="-1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set</a:t>
            </a:r>
            <a:r>
              <a:rPr lang="en-US" sz="2400" spc="-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of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instructions</a:t>
            </a:r>
            <a:r>
              <a:rPr lang="en-US" sz="2400" spc="114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which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the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computer</a:t>
            </a:r>
            <a:r>
              <a:rPr lang="en-US" sz="2400" spc="9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will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follow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to </a:t>
            </a:r>
            <a:r>
              <a:rPr lang="en-US" sz="2400" spc="-3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solve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problem</a:t>
            </a:r>
            <a:endParaRPr lang="en-US" sz="2400" dirty="0">
              <a:latin typeface="Times New Roman"/>
              <a:cs typeface="Times New Roman"/>
            </a:endParaRPr>
          </a:p>
        </p:txBody>
      </p:sp>
      <p:pic>
        <p:nvPicPr>
          <p:cNvPr id="2" name="object 9">
            <a:extLst>
              <a:ext uri="{FF2B5EF4-FFF2-40B4-BE49-F238E27FC236}">
                <a16:creationId xmlns:a16="http://schemas.microsoft.com/office/drawing/2014/main" id="{64EC68E3-7BDD-C984-010B-03A29B694C96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076974" y="2736354"/>
            <a:ext cx="3208245" cy="343554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4136F2A-2DE2-0F6D-3D9C-C0C635A2D8FF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C4FF440-9FE8-419B-8653-245F3989DA4A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A10243-AEA6-C087-2006-EEF5D873DDAB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35771663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49F0E7F-E768-53E2-87DA-8A7C08652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803EA04F-8C5D-D097-A768-9C871D6DB3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Define a Problem and Solve It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F848AAB7-8B33-5DF0-131C-18BA11AF43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3EB085-0250-CD63-5616-9C31B4E6806C}"/>
              </a:ext>
            </a:extLst>
          </p:cNvPr>
          <p:cNvSpPr txBox="1"/>
          <p:nvPr/>
        </p:nvSpPr>
        <p:spPr>
          <a:xfrm>
            <a:off x="838200" y="1661064"/>
            <a:ext cx="10971508" cy="3724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80" indent="-170815">
              <a:lnSpc>
                <a:spcPct val="100000"/>
              </a:lnSpc>
              <a:spcBef>
                <a:spcPts val="385"/>
              </a:spcBef>
              <a:buClr>
                <a:srgbClr val="0033CC"/>
              </a:buClr>
              <a:buSzPct val="83333"/>
              <a:buFont typeface="Times New Roman"/>
              <a:buChar char="●"/>
              <a:tabLst>
                <a:tab pos="170815" algn="l"/>
              </a:tabLst>
            </a:pPr>
            <a:r>
              <a:rPr lang="en-US" sz="2400" b="1" spc="-15" dirty="0">
                <a:latin typeface="Times New Roman"/>
                <a:cs typeface="Times New Roman"/>
              </a:rPr>
              <a:t>Problem</a:t>
            </a:r>
            <a:r>
              <a:rPr lang="en-US" sz="2400" spc="-15" dirty="0">
                <a:latin typeface="Times New Roman"/>
                <a:cs typeface="Times New Roman"/>
              </a:rPr>
              <a:t>: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7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Description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Input-Output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relationship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280"/>
              </a:spcBef>
              <a:buClr>
                <a:srgbClr val="0033CC"/>
              </a:buClr>
              <a:buSzPct val="83333"/>
              <a:buFont typeface="Times New Roman"/>
              <a:buChar char="●"/>
              <a:tabLst>
                <a:tab pos="17081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Algorithm</a:t>
            </a:r>
            <a:r>
              <a:rPr lang="en-US" sz="2400" spc="-10" dirty="0">
                <a:latin typeface="Times New Roman"/>
                <a:cs typeface="Times New Roman"/>
              </a:rPr>
              <a:t>: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marR="5080" lvl="1" indent="-143510">
              <a:lnSpc>
                <a:spcPct val="100000"/>
              </a:lnSpc>
              <a:spcBef>
                <a:spcPts val="27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sequence of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computational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steps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transform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input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into </a:t>
            </a:r>
            <a:r>
              <a:rPr lang="en-US" sz="2400" spc="-26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the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output.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285"/>
              </a:spcBef>
              <a:buClr>
                <a:srgbClr val="0033CC"/>
              </a:buClr>
              <a:buSzPct val="83333"/>
              <a:buFont typeface="Times New Roman"/>
              <a:buChar char="●"/>
              <a:tabLst>
                <a:tab pos="170815" algn="l"/>
              </a:tabLst>
            </a:pPr>
            <a:r>
              <a:rPr lang="en-US" sz="2400" b="1" dirty="0">
                <a:latin typeface="Times New Roman"/>
                <a:cs typeface="Times New Roman"/>
              </a:rPr>
              <a:t>Data</a:t>
            </a:r>
            <a:r>
              <a:rPr lang="en-US" sz="2400" b="1" spc="-65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Structure: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15" dirty="0">
                <a:latin typeface="Times New Roman"/>
                <a:cs typeface="Times New Roman"/>
              </a:rPr>
              <a:t>An </a:t>
            </a:r>
            <a:r>
              <a:rPr lang="en-US" sz="2400" spc="-10" dirty="0">
                <a:latin typeface="Times New Roman"/>
                <a:cs typeface="Times New Roman"/>
              </a:rPr>
              <a:t>organized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method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of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storing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and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retrieving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data.</a:t>
            </a:r>
          </a:p>
          <a:p>
            <a:pPr marL="170180" indent="-170815">
              <a:lnSpc>
                <a:spcPct val="100000"/>
              </a:lnSpc>
              <a:spcBef>
                <a:spcPts val="285"/>
              </a:spcBef>
              <a:buClr>
                <a:srgbClr val="0033CC"/>
              </a:buClr>
              <a:buSzPct val="83333"/>
              <a:buFont typeface="Times New Roman"/>
              <a:buChar char="●"/>
              <a:tabLst>
                <a:tab pos="170815" algn="l"/>
              </a:tabLst>
            </a:pPr>
            <a:r>
              <a:rPr lang="en-US" sz="2400" b="1" dirty="0">
                <a:latin typeface="Times New Roman"/>
                <a:cs typeface="Times New Roman"/>
              </a:rPr>
              <a:t>Our</a:t>
            </a:r>
            <a:r>
              <a:rPr lang="en-US" sz="2400" b="1" spc="-40" dirty="0">
                <a:latin typeface="Times New Roman"/>
                <a:cs typeface="Times New Roman"/>
              </a:rPr>
              <a:t> </a:t>
            </a:r>
            <a:r>
              <a:rPr lang="en-US" sz="2400" b="1" spc="-10" dirty="0">
                <a:latin typeface="Times New Roman"/>
                <a:cs typeface="Times New Roman"/>
              </a:rPr>
              <a:t>T</a:t>
            </a:r>
            <a:r>
              <a:rPr lang="en-US" sz="2400" b="1" dirty="0">
                <a:latin typeface="Times New Roman"/>
                <a:cs typeface="Times New Roman"/>
              </a:rPr>
              <a:t>a</a:t>
            </a:r>
            <a:r>
              <a:rPr lang="en-US" sz="2400" b="1" spc="-10" dirty="0">
                <a:latin typeface="Times New Roman"/>
                <a:cs typeface="Times New Roman"/>
              </a:rPr>
              <a:t>s</a:t>
            </a:r>
            <a:r>
              <a:rPr lang="en-US" sz="2400" b="1" spc="-25" dirty="0">
                <a:latin typeface="Times New Roman"/>
                <a:cs typeface="Times New Roman"/>
              </a:rPr>
              <a:t>k</a:t>
            </a:r>
            <a:r>
              <a:rPr lang="en-US" sz="2400" b="1" dirty="0">
                <a:latin typeface="Times New Roman"/>
                <a:cs typeface="Times New Roman"/>
              </a:rPr>
              <a:t>: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marR="8255" lvl="1" indent="-143510">
              <a:lnSpc>
                <a:spcPct val="100000"/>
              </a:lnSpc>
              <a:spcBef>
                <a:spcPts val="270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Given</a:t>
            </a:r>
            <a:r>
              <a:rPr lang="en-US" sz="2400" spc="24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problem,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design</a:t>
            </a:r>
            <a:r>
              <a:rPr lang="en-US" sz="2400" spc="2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</a:t>
            </a:r>
            <a:r>
              <a:rPr lang="en-US" sz="2400" spc="265" dirty="0">
                <a:latin typeface="Times New Roman"/>
                <a:cs typeface="Times New Roman"/>
              </a:rPr>
              <a:t> </a:t>
            </a:r>
            <a:r>
              <a:rPr lang="en-US" sz="2400" b="1" i="1" spc="-5" dirty="0">
                <a:solidFill>
                  <a:srgbClr val="FF3300"/>
                </a:solidFill>
                <a:latin typeface="Times New Roman"/>
                <a:cs typeface="Times New Roman"/>
              </a:rPr>
              <a:t>correct</a:t>
            </a:r>
            <a:r>
              <a:rPr lang="en-US" sz="2400" b="1" i="1" spc="254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and</a:t>
            </a:r>
            <a:r>
              <a:rPr lang="en-US" sz="2400" spc="245" dirty="0">
                <a:latin typeface="Times New Roman"/>
                <a:cs typeface="Times New Roman"/>
              </a:rPr>
              <a:t> </a:t>
            </a:r>
            <a:r>
              <a:rPr lang="en-US" sz="2400" b="1" i="1" dirty="0">
                <a:solidFill>
                  <a:srgbClr val="FF3300"/>
                </a:solidFill>
                <a:latin typeface="Times New Roman"/>
                <a:cs typeface="Times New Roman"/>
              </a:rPr>
              <a:t>good</a:t>
            </a:r>
            <a:r>
              <a:rPr lang="en-US" sz="2400" b="1" i="1" spc="250" dirty="0">
                <a:solidFill>
                  <a:srgbClr val="FF3300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121253"/>
                </a:solidFill>
                <a:latin typeface="Times New Roman"/>
                <a:cs typeface="Times New Roman"/>
              </a:rPr>
              <a:t>a</a:t>
            </a:r>
            <a:r>
              <a:rPr lang="en-US" sz="2400" spc="-5" dirty="0">
                <a:latin typeface="Times New Roman"/>
                <a:cs typeface="Times New Roman"/>
              </a:rPr>
              <a:t>lgorithm</a:t>
            </a:r>
            <a:r>
              <a:rPr lang="en-US" sz="2400" spc="229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that </a:t>
            </a:r>
            <a:r>
              <a:rPr lang="en-US" sz="2400" spc="-26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solves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it.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65"/>
              </a:spcBef>
              <a:buClr>
                <a:srgbClr val="CC0000"/>
              </a:buClr>
              <a:buSzPct val="81818"/>
              <a:buChar char="■"/>
              <a:tabLst>
                <a:tab pos="372110" algn="l"/>
              </a:tabLst>
            </a:pP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6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design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a </a:t>
            </a:r>
            <a:r>
              <a:rPr lang="en-US" sz="2400" spc="-20" dirty="0">
                <a:latin typeface="Times New Roman"/>
                <a:cs typeface="Times New Roman"/>
              </a:rPr>
              <a:t>good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algorithm,</a:t>
            </a:r>
            <a:r>
              <a:rPr lang="en-US" sz="2400" spc="9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solidFill>
                  <a:srgbClr val="0000FF"/>
                </a:solidFill>
                <a:latin typeface="Times New Roman"/>
                <a:cs typeface="Times New Roman"/>
              </a:rPr>
              <a:t>find</a:t>
            </a:r>
            <a:r>
              <a:rPr lang="en-US" sz="2400" spc="35" dirty="0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a </a:t>
            </a:r>
            <a:r>
              <a:rPr lang="en-US" sz="2400" spc="-5" dirty="0">
                <a:solidFill>
                  <a:srgbClr val="0000FF"/>
                </a:solidFill>
                <a:latin typeface="Times New Roman"/>
                <a:cs typeface="Times New Roman"/>
              </a:rPr>
              <a:t>suitable data</a:t>
            </a:r>
            <a:r>
              <a:rPr lang="en-US" sz="2400" dirty="0">
                <a:solidFill>
                  <a:srgbClr val="0000FF"/>
                </a:solidFill>
                <a:latin typeface="Times New Roman"/>
                <a:cs typeface="Times New Roman"/>
              </a:rPr>
              <a:t> structure</a:t>
            </a:r>
            <a:r>
              <a:rPr lang="en-US" sz="2400" dirty="0">
                <a:latin typeface="Times New Roman"/>
                <a:cs typeface="Times New Roman"/>
              </a:rPr>
              <a:t>.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E76D38-E508-4C04-8F73-E8F2BE3401D2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93AA088-89F8-4FFA-BA56-0D08DD604ECF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30CF8F-9B33-1EC9-DADB-E415D5FCB13F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2798096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126D1D78-3AC6-C373-F45E-0F160ACF1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C1662881-F528-D63D-03F3-0A2AFD4AF7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000" spc="-5" dirty="0">
                <a:solidFill>
                  <a:srgbClr val="CC0000"/>
                </a:solidFill>
                <a:latin typeface="Times New Roman"/>
                <a:cs typeface="Times New Roman"/>
              </a:rPr>
              <a:t>Why Study Algorithms and Data Structures</a:t>
            </a:r>
            <a:endParaRPr sz="4000"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41087A25-E9D1-DC66-B16D-F1D5B11F7DF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21A6DA8-4852-74B4-1070-CF49A572362E}"/>
              </a:ext>
            </a:extLst>
          </p:cNvPr>
          <p:cNvSpPr txBox="1"/>
          <p:nvPr/>
        </p:nvSpPr>
        <p:spPr>
          <a:xfrm>
            <a:off x="838200" y="1661064"/>
            <a:ext cx="10971508" cy="28854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80" indent="-170815">
              <a:lnSpc>
                <a:spcPct val="100000"/>
              </a:lnSpc>
              <a:spcBef>
                <a:spcPts val="10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5" dirty="0">
                <a:latin typeface="Times New Roman"/>
                <a:cs typeface="Times New Roman"/>
              </a:rPr>
              <a:t>You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will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be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able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write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better,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faster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and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more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elegant</a:t>
            </a:r>
            <a:r>
              <a:rPr lang="en-US" sz="2400" spc="8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code.</a:t>
            </a:r>
          </a:p>
          <a:p>
            <a:pPr marL="170180" marR="180340" indent="-170815">
              <a:lnSpc>
                <a:spcPct val="100000"/>
              </a:lnSpc>
              <a:spcBef>
                <a:spcPts val="91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5" dirty="0">
                <a:latin typeface="Times New Roman"/>
                <a:cs typeface="Times New Roman"/>
              </a:rPr>
              <a:t>You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will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be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able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think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more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clearly,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more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abstractly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and </a:t>
            </a:r>
            <a:r>
              <a:rPr lang="en-US" sz="2400" spc="-28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more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mathematically.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89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5" dirty="0">
                <a:latin typeface="Times New Roman"/>
                <a:cs typeface="Times New Roman"/>
              </a:rPr>
              <a:t>You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will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be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able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solve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new</a:t>
            </a:r>
            <a:r>
              <a:rPr lang="en-US" sz="2400" spc="2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problems.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marR="564515" indent="-170815">
              <a:lnSpc>
                <a:spcPct val="100000"/>
              </a:lnSpc>
              <a:spcBef>
                <a:spcPts val="91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5" dirty="0">
                <a:latin typeface="Times New Roman"/>
                <a:cs typeface="Times New Roman"/>
              </a:rPr>
              <a:t>You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will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be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able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give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non-trivial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methods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spc="-4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solve </a:t>
            </a:r>
            <a:r>
              <a:rPr lang="en-US" sz="2400" spc="-28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problems.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89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5" dirty="0">
                <a:latin typeface="Times New Roman"/>
                <a:cs typeface="Times New Roman"/>
              </a:rPr>
              <a:t>You</a:t>
            </a:r>
            <a:r>
              <a:rPr lang="en-US" sz="2400" spc="-4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will</a:t>
            </a:r>
            <a:r>
              <a:rPr lang="en-US" sz="2400" spc="6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improve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your</a:t>
            </a:r>
            <a:r>
              <a:rPr lang="en-US" sz="2400" spc="1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research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skills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in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latin typeface="Times New Roman"/>
                <a:cs typeface="Times New Roman"/>
              </a:rPr>
              <a:t>almost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any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areas.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marR="443865" indent="-170815">
              <a:lnSpc>
                <a:spcPct val="100000"/>
              </a:lnSpc>
              <a:spcBef>
                <a:spcPts val="91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It’s</a:t>
            </a:r>
            <a:r>
              <a:rPr lang="en-US" sz="2400" spc="-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one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of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most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challenging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and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interesting</a:t>
            </a:r>
            <a:r>
              <a:rPr lang="en-US" sz="2400" spc="8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area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10" dirty="0">
                <a:latin typeface="Times New Roman"/>
                <a:cs typeface="Times New Roman"/>
              </a:rPr>
              <a:t>of </a:t>
            </a:r>
            <a:r>
              <a:rPr lang="en-US" sz="2400" spc="-28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Computer</a:t>
            </a:r>
            <a:r>
              <a:rPr lang="en-US" sz="2400" spc="-3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Science.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713D4E-A85C-AE66-6720-F4F23C76AF08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0B8F5DF2-E5FC-4D90-8E96-D80DBDC32572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408939-3FC0-7FC0-9486-FF4D0D145343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1717654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48DF5CF5-4073-0AB9-92E7-E7AD7C935A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1C5CA584-D253-DE5D-25A7-DEA366B099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What Do We Analyze an Algorithm?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EB804FD0-57EB-7CBB-A880-932F9EED20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B6321A-FA02-DB16-C0AD-750235A8007B}"/>
              </a:ext>
            </a:extLst>
          </p:cNvPr>
          <p:cNvSpPr txBox="1"/>
          <p:nvPr/>
        </p:nvSpPr>
        <p:spPr>
          <a:xfrm>
            <a:off x="838200" y="1661064"/>
            <a:ext cx="10971508" cy="41319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0180" indent="-170815">
              <a:lnSpc>
                <a:spcPct val="100000"/>
              </a:lnSpc>
              <a:spcBef>
                <a:spcPts val="385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Correctness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83333"/>
              <a:buChar char="■"/>
              <a:tabLst>
                <a:tab pos="37211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Does</a:t>
            </a:r>
            <a:r>
              <a:rPr lang="en-US" sz="2400" spc="-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the</a:t>
            </a:r>
            <a:r>
              <a:rPr lang="en-US" sz="2400" spc="1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input/output</a:t>
            </a:r>
            <a:r>
              <a:rPr lang="en-US" sz="2400" spc="-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relation</a:t>
            </a:r>
            <a:r>
              <a:rPr lang="en-US" sz="2400" spc="3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match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algorithm</a:t>
            </a:r>
            <a:r>
              <a:rPr lang="en-US" sz="2400" spc="4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requirement?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285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Amount</a:t>
            </a:r>
            <a:r>
              <a:rPr lang="en-US" sz="2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10" dirty="0">
                <a:solidFill>
                  <a:srgbClr val="0000CC"/>
                </a:solidFill>
                <a:latin typeface="Times New Roman"/>
                <a:cs typeface="Times New Roman"/>
              </a:rPr>
              <a:t>of</a:t>
            </a:r>
            <a:r>
              <a:rPr lang="en-US" sz="2400" spc="-4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5" dirty="0">
                <a:solidFill>
                  <a:srgbClr val="0000CC"/>
                </a:solidFill>
                <a:latin typeface="Times New Roman"/>
                <a:cs typeface="Times New Roman"/>
              </a:rPr>
              <a:t>work</a:t>
            </a:r>
            <a:r>
              <a:rPr lang="en-US" sz="2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done</a:t>
            </a:r>
            <a:r>
              <a:rPr lang="en-US" sz="2400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0" dirty="0">
                <a:solidFill>
                  <a:srgbClr val="0000CC"/>
                </a:solidFill>
                <a:latin typeface="Times New Roman"/>
                <a:cs typeface="Times New Roman"/>
              </a:rPr>
              <a:t>(complexity)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83333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Basic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operations </a:t>
            </a:r>
            <a:r>
              <a:rPr lang="en-US" sz="2400" dirty="0">
                <a:latin typeface="Times New Roman"/>
                <a:cs typeface="Times New Roman"/>
              </a:rPr>
              <a:t>to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do</a:t>
            </a:r>
            <a:r>
              <a:rPr lang="en-US" sz="2400" spc="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Times New Roman"/>
                <a:cs typeface="Times New Roman"/>
              </a:rPr>
              <a:t>task</a:t>
            </a:r>
          </a:p>
          <a:p>
            <a:pPr marL="170180" indent="-170815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Amount</a:t>
            </a:r>
            <a:r>
              <a:rPr lang="en-US" sz="2400" spc="10" dirty="0">
                <a:solidFill>
                  <a:srgbClr val="0000CC"/>
                </a:solidFill>
                <a:latin typeface="Times New Roman"/>
                <a:cs typeface="Times New Roman"/>
              </a:rPr>
              <a:t> of</a:t>
            </a:r>
            <a:r>
              <a:rPr lang="en-US" sz="2400" spc="-4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space</a:t>
            </a:r>
            <a:r>
              <a:rPr lang="en-US" sz="2400" spc="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5" dirty="0">
                <a:solidFill>
                  <a:srgbClr val="0000CC"/>
                </a:solidFill>
                <a:latin typeface="Times New Roman"/>
                <a:cs typeface="Times New Roman"/>
              </a:rPr>
              <a:t>used</a:t>
            </a:r>
            <a:endParaRPr lang="en-US" sz="2400" dirty="0">
              <a:solidFill>
                <a:srgbClr val="0000CC"/>
              </a:solidFill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83333"/>
              <a:buChar char="■"/>
              <a:tabLst>
                <a:tab pos="372110" algn="l"/>
              </a:tabLst>
            </a:pPr>
            <a:r>
              <a:rPr lang="en-US" sz="2400" spc="-10" dirty="0">
                <a:latin typeface="Times New Roman"/>
                <a:cs typeface="Times New Roman"/>
              </a:rPr>
              <a:t>Memory used</a:t>
            </a:r>
            <a:endParaRPr lang="en-US" sz="2400" dirty="0">
              <a:latin typeface="Times New Roman"/>
              <a:cs typeface="Times New Roman"/>
            </a:endParaRPr>
          </a:p>
          <a:p>
            <a:pPr marL="170180" indent="-170815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Simplicity,</a:t>
            </a:r>
            <a:r>
              <a:rPr lang="en-US" sz="2400" spc="55" dirty="0">
                <a:solidFill>
                  <a:srgbClr val="0000CC"/>
                </a:solidFill>
                <a:latin typeface="Times New Roman"/>
                <a:cs typeface="Times New Roman"/>
              </a:rPr>
              <a:t> </a:t>
            </a:r>
            <a:r>
              <a:rPr lang="en-US"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clarity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85"/>
              </a:spcBef>
              <a:buClr>
                <a:srgbClr val="CC0000"/>
              </a:buClr>
              <a:buSzPct val="83333"/>
              <a:buChar char="■"/>
              <a:tabLst>
                <a:tab pos="372110" algn="l"/>
              </a:tabLst>
            </a:pPr>
            <a:r>
              <a:rPr lang="en-US" sz="2400" spc="-5" dirty="0">
                <a:latin typeface="Times New Roman"/>
                <a:cs typeface="Times New Roman"/>
              </a:rPr>
              <a:t>Verification</a:t>
            </a:r>
            <a:r>
              <a:rPr lang="en-US" sz="2400" spc="-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and</a:t>
            </a:r>
            <a:r>
              <a:rPr lang="en-US" sz="2400" spc="3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implementation</a:t>
            </a:r>
            <a:r>
              <a:rPr lang="en-US" sz="2400" spc="-10" dirty="0">
                <a:latin typeface="Arial MT"/>
                <a:cs typeface="Arial MT"/>
              </a:rPr>
              <a:t>.</a:t>
            </a:r>
            <a:endParaRPr lang="en-US" sz="2400" dirty="0">
              <a:latin typeface="Arial MT"/>
              <a:cs typeface="Arial MT"/>
            </a:endParaRPr>
          </a:p>
          <a:p>
            <a:pPr marL="170180" indent="-170815">
              <a:lnSpc>
                <a:spcPct val="100000"/>
              </a:lnSpc>
              <a:spcBef>
                <a:spcPts val="290"/>
              </a:spcBef>
              <a:buClr>
                <a:srgbClr val="0033CC"/>
              </a:buClr>
              <a:buSzPct val="83333"/>
              <a:buChar char="●"/>
              <a:tabLst>
                <a:tab pos="170815" algn="l"/>
              </a:tabLst>
            </a:pPr>
            <a:r>
              <a:rPr lang="en-US" sz="2400" spc="-15" dirty="0">
                <a:solidFill>
                  <a:srgbClr val="0000CC"/>
                </a:solidFill>
                <a:latin typeface="Times New Roman"/>
                <a:cs typeface="Times New Roman"/>
              </a:rPr>
              <a:t>Optimality</a:t>
            </a:r>
            <a:endParaRPr lang="en-US" sz="2400" dirty="0">
              <a:latin typeface="Times New Roman"/>
              <a:cs typeface="Times New Roman"/>
            </a:endParaRPr>
          </a:p>
          <a:p>
            <a:pPr marL="371475" lvl="1" indent="-143510">
              <a:lnSpc>
                <a:spcPct val="100000"/>
              </a:lnSpc>
              <a:spcBef>
                <a:spcPts val="290"/>
              </a:spcBef>
              <a:buClr>
                <a:srgbClr val="CC0000"/>
              </a:buClr>
              <a:buSzPct val="83333"/>
              <a:buChar char="■"/>
              <a:tabLst>
                <a:tab pos="372110" algn="l"/>
              </a:tabLst>
            </a:pPr>
            <a:r>
              <a:rPr lang="en-US" sz="2400" dirty="0">
                <a:latin typeface="Times New Roman"/>
                <a:cs typeface="Times New Roman"/>
              </a:rPr>
              <a:t>Is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latin typeface="Times New Roman"/>
                <a:cs typeface="Times New Roman"/>
              </a:rPr>
              <a:t>it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Times New Roman"/>
                <a:cs typeface="Times New Roman"/>
              </a:rPr>
              <a:t>impossible </a:t>
            </a:r>
            <a:r>
              <a:rPr lang="en-US" sz="2400" spc="10" dirty="0">
                <a:latin typeface="Times New Roman"/>
                <a:cs typeface="Times New Roman"/>
              </a:rPr>
              <a:t>to</a:t>
            </a:r>
            <a:r>
              <a:rPr lang="en-US" sz="240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Times New Roman"/>
                <a:cs typeface="Times New Roman"/>
              </a:rPr>
              <a:t>do</a:t>
            </a:r>
            <a:r>
              <a:rPr lang="en-US" sz="2400" spc="2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Times New Roman"/>
                <a:cs typeface="Times New Roman"/>
              </a:rPr>
              <a:t>better?</a:t>
            </a:r>
            <a:endParaRPr lang="en-US" sz="2400" dirty="0">
              <a:latin typeface="Times New Roman"/>
              <a:cs typeface="Times New Roman"/>
            </a:endParaRP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E8D061B-2941-F8F8-D067-75E3659AE4A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4AD89CDB-E36C-4C37-ABE4-6D37F3588BDC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5ED218-4AF1-C979-A52A-BEBD2FA12606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40231263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8E72D4E9-8297-97F5-45F0-5C0547AC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2C714028-20DE-DD73-963A-FB8810A231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An Example of Insertion Sort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DFF9DFA3-3013-D37E-AC19-706C7F81E50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  <p:pic>
        <p:nvPicPr>
          <p:cNvPr id="2" name="object 15">
            <a:extLst>
              <a:ext uri="{FF2B5EF4-FFF2-40B4-BE49-F238E27FC236}">
                <a16:creationId xmlns:a16="http://schemas.microsoft.com/office/drawing/2014/main" id="{AFA23F52-CD69-DCB0-5AC7-3A800C514F2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359670" y="1562470"/>
            <a:ext cx="5472659" cy="479388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113250-16EC-C094-D09D-1CBEF6996FC4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A9CCF1B7-5EB1-4471-BA74-EE090CCB8224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7325D0-7168-144B-FE88-81BF92C125ED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1529128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0AC0939C-8A2B-0993-7052-EAD0CB365E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058F1BF0-DA8C-A5E3-32F5-2D8589F044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An Example: Insertion Sort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FB7D3663-228E-1806-19D6-403C52C616A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  <p:sp>
        <p:nvSpPr>
          <p:cNvPr id="2" name="object 15">
            <a:extLst>
              <a:ext uri="{FF2B5EF4-FFF2-40B4-BE49-F238E27FC236}">
                <a16:creationId xmlns:a16="http://schemas.microsoft.com/office/drawing/2014/main" id="{47C0D585-3BF8-C4F7-C42E-0B4C5790E1D1}"/>
              </a:ext>
            </a:extLst>
          </p:cNvPr>
          <p:cNvSpPr txBox="1"/>
          <p:nvPr/>
        </p:nvSpPr>
        <p:spPr>
          <a:xfrm>
            <a:off x="1169982" y="1577605"/>
            <a:ext cx="6609914" cy="4113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 marR="1464945" indent="-1708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InsertionSort(A, n) </a:t>
            </a:r>
            <a:r>
              <a:rPr sz="2400" b="1" dirty="0">
                <a:latin typeface="Courier New"/>
                <a:cs typeface="Courier New"/>
              </a:rPr>
              <a:t>{ </a:t>
            </a:r>
            <a:r>
              <a:rPr sz="2400" b="1" spc="-715" dirty="0">
                <a:latin typeface="Courier New"/>
                <a:cs typeface="Courier New"/>
              </a:rPr>
              <a:t> </a:t>
            </a:r>
            <a:endParaRPr lang="en-US" sz="2400" b="1" spc="-715" dirty="0">
              <a:latin typeface="Courier New"/>
              <a:cs typeface="Courier New"/>
            </a:endParaRPr>
          </a:p>
          <a:p>
            <a:pPr marL="170180" marR="1464945" indent="-1708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2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to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457200" marR="201295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key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A[i] </a:t>
            </a:r>
            <a:r>
              <a:rPr sz="2400" b="1" spc="-705" dirty="0">
                <a:latin typeface="Courier New"/>
                <a:cs typeface="Courier New"/>
              </a:rPr>
              <a:t> </a:t>
            </a:r>
            <a:endParaRPr lang="en-US" sz="2400" b="1" spc="-705" dirty="0">
              <a:latin typeface="Courier New"/>
              <a:cs typeface="Courier New"/>
            </a:endParaRPr>
          </a:p>
          <a:p>
            <a:pPr marL="457200" marR="201295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j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-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1;</a:t>
            </a:r>
            <a:endParaRPr sz="2400" dirty="0">
              <a:latin typeface="Courier New"/>
              <a:cs typeface="Courier New"/>
            </a:endParaRPr>
          </a:p>
          <a:p>
            <a:pPr marL="914400" marR="5080" indent="-4572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while (j </a:t>
            </a:r>
            <a:r>
              <a:rPr sz="2400" b="1" dirty="0">
                <a:latin typeface="Courier New"/>
                <a:cs typeface="Courier New"/>
              </a:rPr>
              <a:t>&gt; </a:t>
            </a:r>
            <a:r>
              <a:rPr sz="2400" b="1" spc="-5" dirty="0">
                <a:latin typeface="Courier New"/>
                <a:cs typeface="Courier New"/>
              </a:rPr>
              <a:t>0) and (A[j] </a:t>
            </a:r>
            <a:r>
              <a:rPr sz="2400" b="1" dirty="0">
                <a:latin typeface="Courier New"/>
                <a:cs typeface="Courier New"/>
              </a:rPr>
              <a:t>&gt; </a:t>
            </a:r>
            <a:r>
              <a:rPr sz="2400" b="1" spc="-10" dirty="0">
                <a:latin typeface="Courier New"/>
                <a:cs typeface="Courier New"/>
              </a:rPr>
              <a:t>key) </a:t>
            </a:r>
            <a:r>
              <a:rPr sz="2400" b="1" dirty="0">
                <a:latin typeface="Courier New"/>
                <a:cs typeface="Courier New"/>
              </a:rPr>
              <a:t>{ </a:t>
            </a:r>
            <a:r>
              <a:rPr sz="2400" b="1" spc="-7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A[j+1]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A[j]</a:t>
            </a:r>
            <a:endParaRPr sz="2400" dirty="0">
              <a:latin typeface="Courier New"/>
              <a:cs typeface="Courier New"/>
            </a:endParaRPr>
          </a:p>
          <a:p>
            <a:pPr marL="9144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j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-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1</a:t>
            </a:r>
            <a:endParaRPr sz="2400" dirty="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A[j+1]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</a:t>
            </a:r>
            <a:endParaRPr sz="2400" dirty="0">
              <a:latin typeface="Courier New"/>
              <a:cs typeface="Courier New"/>
            </a:endParaRPr>
          </a:p>
          <a:p>
            <a:pPr marL="17018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  <p:pic>
        <p:nvPicPr>
          <p:cNvPr id="3" name="object 17">
            <a:extLst>
              <a:ext uri="{FF2B5EF4-FFF2-40B4-BE49-F238E27FC236}">
                <a16:creationId xmlns:a16="http://schemas.microsoft.com/office/drawing/2014/main" id="{305A1A68-B32B-0BDB-B5FA-3F669E2F2237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74939" y="3733905"/>
            <a:ext cx="7314775" cy="189054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07310F-BF55-0572-AAB8-D1AE49D7C8FC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E5E53-B634-4705-9C5B-6A3EEE48AFF8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59911-B63D-8EA8-B03B-E75D3E973AE1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</p:spTree>
    <p:extLst>
      <p:ext uri="{BB962C8B-B14F-4D97-AF65-F5344CB8AC3E}">
        <p14:creationId xmlns:p14="http://schemas.microsoft.com/office/powerpoint/2010/main" val="3057933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1CA90AE-80F1-2DF4-C16C-6BA0AD272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>
            <a:extLst>
              <a:ext uri="{FF2B5EF4-FFF2-40B4-BE49-F238E27FC236}">
                <a16:creationId xmlns:a16="http://schemas.microsoft.com/office/drawing/2014/main" id="{6FF507D3-049B-5805-DEF3-1CF23F18C8C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r>
              <a:rPr lang="en-US" sz="4400" spc="-5" dirty="0">
                <a:solidFill>
                  <a:srgbClr val="CC0000"/>
                </a:solidFill>
                <a:latin typeface="Times New Roman"/>
                <a:cs typeface="Times New Roman"/>
              </a:rPr>
              <a:t>An Example: Insertion Sort</a:t>
            </a:r>
            <a:endParaRPr dirty="0"/>
          </a:p>
        </p:txBody>
      </p:sp>
      <p:sp>
        <p:nvSpPr>
          <p:cNvPr id="101" name="Google Shape;101;p15">
            <a:extLst>
              <a:ext uri="{FF2B5EF4-FFF2-40B4-BE49-F238E27FC236}">
                <a16:creationId xmlns:a16="http://schemas.microsoft.com/office/drawing/2014/main" id="{83290486-5116-4E05-53B1-CCD792FA89F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86046-F2D0-AA0E-A0EB-D67211D8119E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3BE5E53-B634-4705-9C5B-6A3EEE48AFF8}" type="datetime4">
              <a:rPr lang="en-US" smtClean="0"/>
              <a:t>February 12, 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0B047F-F13B-AF3E-967B-0FB94A23E5C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rPr lang="en-US"/>
              <a:t>Credit: Dr. Md. Abul Kashem Mia, Professor, CSE Dept, BUET</a:t>
            </a:r>
          </a:p>
        </p:txBody>
      </p:sp>
      <p:graphicFrame>
        <p:nvGraphicFramePr>
          <p:cNvPr id="6" name="object 18">
            <a:extLst>
              <a:ext uri="{FF2B5EF4-FFF2-40B4-BE49-F238E27FC236}">
                <a16:creationId xmlns:a16="http://schemas.microsoft.com/office/drawing/2014/main" id="{39EC1B66-69DD-C08C-E3C5-31CE903C79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856684"/>
              </p:ext>
            </p:extLst>
          </p:nvPr>
        </p:nvGraphicFramePr>
        <p:xfrm>
          <a:off x="1763218" y="1687485"/>
          <a:ext cx="8665564" cy="39176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55472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9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438">
                <a:tc>
                  <a:txBody>
                    <a:bodyPr/>
                    <a:lstStyle/>
                    <a:p>
                      <a:pPr marL="170180">
                        <a:lnSpc>
                          <a:spcPts val="940"/>
                        </a:lnSpc>
                      </a:pPr>
                      <a:r>
                        <a:rPr sz="2400" dirty="0">
                          <a:latin typeface="Times New Roman"/>
                          <a:cs typeface="Times New Roman"/>
                        </a:rPr>
                        <a:t>Statement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940"/>
                        </a:lnSpc>
                      </a:pPr>
                      <a:r>
                        <a:rPr sz="2400" spc="-1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Cost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C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940"/>
                        </a:lnSpc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Times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B w="6350">
                      <a:solidFill>
                        <a:srgbClr val="0000C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5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90"/>
                        </a:spcBef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24130" marB="0">
                    <a:lnT w="63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CC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6350">
                      <a:solidFill>
                        <a:srgbClr val="0000CC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493">
                <a:tc>
                  <a:txBody>
                    <a:bodyPr/>
                    <a:lstStyle/>
                    <a:p>
                      <a:pPr marL="170180">
                        <a:lnSpc>
                          <a:spcPts val="1435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435"/>
                        </a:lnSpc>
                      </a:pPr>
                      <a:r>
                        <a:rPr sz="2400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7" baseline="-20833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435"/>
                        </a:lnSpc>
                      </a:pPr>
                      <a:r>
                        <a:rPr sz="24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1196">
                <a:tc>
                  <a:txBody>
                    <a:bodyPr/>
                    <a:lstStyle/>
                    <a:p>
                      <a:pPr marL="457200">
                        <a:lnSpc>
                          <a:spcPts val="1335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335"/>
                        </a:lnSpc>
                      </a:pPr>
                      <a:r>
                        <a:rPr sz="2400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7" baseline="-20833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335"/>
                        </a:lnSpc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i="1" spc="-7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1199">
                <a:tc>
                  <a:txBody>
                    <a:bodyPr/>
                    <a:lstStyle/>
                    <a:p>
                      <a:pPr marL="457200">
                        <a:lnSpc>
                          <a:spcPts val="1335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335"/>
                        </a:lnSpc>
                      </a:pPr>
                      <a:r>
                        <a:rPr sz="2400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7" baseline="-20833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335"/>
                        </a:lnSpc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i="1" spc="-7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1)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1199">
                <a:tc>
                  <a:txBody>
                    <a:bodyPr/>
                    <a:lstStyle/>
                    <a:p>
                      <a:pPr marL="457200">
                        <a:lnSpc>
                          <a:spcPts val="1335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335"/>
                        </a:lnSpc>
                      </a:pPr>
                      <a:r>
                        <a:rPr sz="2400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7" baseline="-20833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4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335"/>
                        </a:lnSpc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1199">
                <a:tc>
                  <a:txBody>
                    <a:bodyPr/>
                    <a:lstStyle/>
                    <a:p>
                      <a:pPr marL="914400">
                        <a:lnSpc>
                          <a:spcPts val="1335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335"/>
                        </a:lnSpc>
                      </a:pPr>
                      <a:r>
                        <a:rPr sz="2400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7" baseline="-20833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335"/>
                        </a:lnSpc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(T</a:t>
                      </a:r>
                      <a:r>
                        <a:rPr sz="2400" spc="-4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i="1" spc="-3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1))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1196">
                <a:tc>
                  <a:txBody>
                    <a:bodyPr/>
                    <a:lstStyle/>
                    <a:p>
                      <a:pPr marR="130810" algn="ctr">
                        <a:lnSpc>
                          <a:spcPts val="1335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335"/>
                        </a:lnSpc>
                      </a:pPr>
                      <a:r>
                        <a:rPr sz="2400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7" baseline="-20833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6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335"/>
                        </a:lnSpc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(T</a:t>
                      </a:r>
                      <a:r>
                        <a:rPr sz="2400" spc="-4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i="1" spc="-3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spc="-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1))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189">
                <a:tc>
                  <a:txBody>
                    <a:bodyPr/>
                    <a:lstStyle/>
                    <a:p>
                      <a:pPr marL="457200">
                        <a:lnSpc>
                          <a:spcPts val="1335"/>
                        </a:lnSpc>
                      </a:pP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93040">
                        <a:lnSpc>
                          <a:spcPts val="1335"/>
                        </a:lnSpc>
                      </a:pPr>
                      <a:r>
                        <a:rPr sz="2400" spc="-5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c</a:t>
                      </a:r>
                      <a:r>
                        <a:rPr sz="2400" spc="-7" baseline="-20833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7</a:t>
                      </a:r>
                      <a:endParaRPr sz="2400" baseline="-20833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13030">
                        <a:lnSpc>
                          <a:spcPts val="1335"/>
                        </a:lnSpc>
                      </a:pP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(</a:t>
                      </a:r>
                      <a:r>
                        <a:rPr sz="2400" i="1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n</a:t>
                      </a:r>
                      <a:r>
                        <a:rPr sz="2400" i="1" spc="-7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spc="-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0000CC"/>
                          </a:solidFill>
                          <a:latin typeface="Times New Roman"/>
                          <a:cs typeface="Times New Roman"/>
                        </a:rPr>
                        <a:t>1)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object 15">
            <a:extLst>
              <a:ext uri="{FF2B5EF4-FFF2-40B4-BE49-F238E27FC236}">
                <a16:creationId xmlns:a16="http://schemas.microsoft.com/office/drawing/2014/main" id="{95B9B676-51AE-655C-2A2F-F76E042B06C8}"/>
              </a:ext>
            </a:extLst>
          </p:cNvPr>
          <p:cNvSpPr txBox="1"/>
          <p:nvPr/>
        </p:nvSpPr>
        <p:spPr>
          <a:xfrm>
            <a:off x="903157" y="1996525"/>
            <a:ext cx="6609914" cy="411394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0180" marR="1464945" indent="-1708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InsertionSort(A, n) </a:t>
            </a:r>
            <a:r>
              <a:rPr sz="2400" b="1" dirty="0">
                <a:latin typeface="Courier New"/>
                <a:cs typeface="Courier New"/>
              </a:rPr>
              <a:t>{ </a:t>
            </a:r>
            <a:r>
              <a:rPr sz="2400" b="1" spc="-715" dirty="0">
                <a:latin typeface="Courier New"/>
                <a:cs typeface="Courier New"/>
              </a:rPr>
              <a:t> </a:t>
            </a:r>
            <a:endParaRPr lang="en-US" sz="2400" b="1" spc="-715" dirty="0">
              <a:latin typeface="Courier New"/>
              <a:cs typeface="Courier New"/>
            </a:endParaRPr>
          </a:p>
          <a:p>
            <a:pPr marL="170180" marR="1464945" indent="-170815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ourier New"/>
                <a:cs typeface="Courier New"/>
              </a:rPr>
              <a:t>for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2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to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n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{</a:t>
            </a:r>
            <a:endParaRPr sz="2400" dirty="0">
              <a:latin typeface="Courier New"/>
              <a:cs typeface="Courier New"/>
            </a:endParaRPr>
          </a:p>
          <a:p>
            <a:pPr marL="457200" marR="201295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key</a:t>
            </a:r>
            <a:r>
              <a:rPr sz="2400" b="1" spc="-5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5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A[i] </a:t>
            </a:r>
            <a:r>
              <a:rPr sz="2400" b="1" spc="-705" dirty="0">
                <a:latin typeface="Courier New"/>
                <a:cs typeface="Courier New"/>
              </a:rPr>
              <a:t> </a:t>
            </a:r>
            <a:endParaRPr lang="en-US" sz="2400" b="1" spc="-705" dirty="0">
              <a:latin typeface="Courier New"/>
              <a:cs typeface="Courier New"/>
            </a:endParaRPr>
          </a:p>
          <a:p>
            <a:pPr marL="457200" marR="201295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j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i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-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1;</a:t>
            </a:r>
            <a:endParaRPr sz="2400" dirty="0">
              <a:latin typeface="Courier New"/>
              <a:cs typeface="Courier New"/>
            </a:endParaRPr>
          </a:p>
          <a:p>
            <a:pPr marL="914400" marR="5080" indent="-4572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while (j </a:t>
            </a:r>
            <a:r>
              <a:rPr sz="2400" b="1" dirty="0">
                <a:latin typeface="Courier New"/>
                <a:cs typeface="Courier New"/>
              </a:rPr>
              <a:t>&gt; </a:t>
            </a:r>
            <a:r>
              <a:rPr sz="2400" b="1" spc="-5" dirty="0">
                <a:latin typeface="Courier New"/>
                <a:cs typeface="Courier New"/>
              </a:rPr>
              <a:t>0) and (A[j] </a:t>
            </a:r>
            <a:r>
              <a:rPr sz="2400" b="1" dirty="0">
                <a:latin typeface="Courier New"/>
                <a:cs typeface="Courier New"/>
              </a:rPr>
              <a:t>&gt; </a:t>
            </a:r>
            <a:r>
              <a:rPr sz="2400" b="1" spc="-10" dirty="0">
                <a:latin typeface="Courier New"/>
                <a:cs typeface="Courier New"/>
              </a:rPr>
              <a:t>key)</a:t>
            </a:r>
            <a:r>
              <a:rPr sz="2400" b="1" dirty="0">
                <a:latin typeface="Courier New"/>
                <a:cs typeface="Courier New"/>
              </a:rPr>
              <a:t>{ </a:t>
            </a:r>
            <a:r>
              <a:rPr sz="2400" b="1" spc="-7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A[j+1]</a:t>
            </a:r>
            <a:r>
              <a:rPr sz="2400" b="1" spc="-1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1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A[j]</a:t>
            </a:r>
            <a:endParaRPr sz="2400" dirty="0">
              <a:latin typeface="Courier New"/>
              <a:cs typeface="Courier New"/>
            </a:endParaRPr>
          </a:p>
          <a:p>
            <a:pPr marL="9144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j</a:t>
            </a:r>
            <a:r>
              <a:rPr sz="2400" b="1" spc="-30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j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-</a:t>
            </a:r>
            <a:r>
              <a:rPr sz="2400" b="1" spc="-2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1</a:t>
            </a:r>
            <a:endParaRPr sz="2400" dirty="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 marL="457200">
              <a:lnSpc>
                <a:spcPct val="100000"/>
              </a:lnSpc>
            </a:pPr>
            <a:r>
              <a:rPr sz="2400" b="1" spc="-5" dirty="0">
                <a:latin typeface="Courier New"/>
                <a:cs typeface="Courier New"/>
              </a:rPr>
              <a:t>A[j+1]</a:t>
            </a:r>
            <a:r>
              <a:rPr sz="2400" b="1" spc="-45" dirty="0">
                <a:latin typeface="Courier New"/>
                <a:cs typeface="Courier New"/>
              </a:rPr>
              <a:t> </a:t>
            </a:r>
            <a:r>
              <a:rPr sz="2400" b="1" dirty="0">
                <a:latin typeface="Courier New"/>
                <a:cs typeface="Courier New"/>
              </a:rPr>
              <a:t>=</a:t>
            </a:r>
            <a:r>
              <a:rPr sz="2400" b="1" spc="-40" dirty="0">
                <a:latin typeface="Courier New"/>
                <a:cs typeface="Courier New"/>
              </a:rPr>
              <a:t> </a:t>
            </a:r>
            <a:r>
              <a:rPr sz="2400" b="1" spc="-5" dirty="0">
                <a:latin typeface="Courier New"/>
                <a:cs typeface="Courier New"/>
              </a:rPr>
              <a:t>key</a:t>
            </a:r>
            <a:endParaRPr sz="2400" dirty="0">
              <a:latin typeface="Courier New"/>
              <a:cs typeface="Courier New"/>
            </a:endParaRPr>
          </a:p>
          <a:p>
            <a:pPr marL="170180">
              <a:lnSpc>
                <a:spcPct val="100000"/>
              </a:lnSpc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85"/>
              </a:spcBef>
            </a:pPr>
            <a:r>
              <a:rPr sz="2400" b="1" dirty="0">
                <a:latin typeface="Courier New"/>
                <a:cs typeface="Courier New"/>
              </a:rPr>
              <a:t>}</a:t>
            </a:r>
            <a:endParaRPr sz="2400" dirty="0">
              <a:latin typeface="Courier New"/>
              <a:cs typeface="Courier New"/>
            </a:endParaRPr>
          </a:p>
        </p:txBody>
      </p:sp>
    </p:spTree>
    <p:extLst>
      <p:ext uri="{BB962C8B-B14F-4D97-AF65-F5344CB8AC3E}">
        <p14:creationId xmlns:p14="http://schemas.microsoft.com/office/powerpoint/2010/main" val="377744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lang="en-US"/>
              <a:t>Thank you!</a:t>
            </a:r>
            <a:endParaRPr/>
          </a:p>
        </p:txBody>
      </p:sp>
      <p:sp>
        <p:nvSpPr>
          <p:cNvPr id="627" name="Google Shape;627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</a:pPr>
            <a:r>
              <a:rPr lang="en-US"/>
              <a:t>Any 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wapnil2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1053</Words>
  <Application>Microsoft Office PowerPoint</Application>
  <PresentationFormat>Widescreen</PresentationFormat>
  <Paragraphs>153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Calibri</vt:lpstr>
      <vt:lpstr>Lustria</vt:lpstr>
      <vt:lpstr>Arial MT</vt:lpstr>
      <vt:lpstr>Courier New</vt:lpstr>
      <vt:lpstr>Arial</vt:lpstr>
      <vt:lpstr>Times New Roman</vt:lpstr>
      <vt:lpstr>Swapnil2</vt:lpstr>
      <vt:lpstr>ASYMPTOTIC NOTATION</vt:lpstr>
      <vt:lpstr>Text Book</vt:lpstr>
      <vt:lpstr>What is a Data Structure?</vt:lpstr>
      <vt:lpstr>Types of Data Structure</vt:lpstr>
      <vt:lpstr>Algorithm</vt:lpstr>
      <vt:lpstr>Algorithm</vt:lpstr>
      <vt:lpstr>Program</vt:lpstr>
      <vt:lpstr>Define a Problem and Solve It</vt:lpstr>
      <vt:lpstr>Why Study Algorithms and Data Structures</vt:lpstr>
      <vt:lpstr>What Do We Analyze an Algorithm?</vt:lpstr>
      <vt:lpstr>An Example of Insertion Sort</vt:lpstr>
      <vt:lpstr>An Example: Insertion Sort</vt:lpstr>
      <vt:lpstr>An Example: Insertion Sort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PRIME  GENERATOR</dc:title>
  <cp:lastModifiedBy>USER</cp:lastModifiedBy>
  <cp:revision>37</cp:revision>
  <dcterms:modified xsi:type="dcterms:W3CDTF">2024-02-12T05:56:36Z</dcterms:modified>
</cp:coreProperties>
</file>
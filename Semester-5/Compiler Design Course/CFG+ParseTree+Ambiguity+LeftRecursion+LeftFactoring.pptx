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4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17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8"/>
  </p:notesMasterIdLst>
  <p:sldIdLst>
    <p:sldId id="256" r:id="rId2"/>
    <p:sldId id="303" r:id="rId3"/>
    <p:sldId id="304" r:id="rId4"/>
    <p:sldId id="311" r:id="rId5"/>
    <p:sldId id="310" r:id="rId6"/>
    <p:sldId id="309" r:id="rId7"/>
    <p:sldId id="312" r:id="rId8"/>
    <p:sldId id="313" r:id="rId9"/>
    <p:sldId id="314" r:id="rId10"/>
    <p:sldId id="269" r:id="rId11"/>
    <p:sldId id="305" r:id="rId12"/>
    <p:sldId id="306" r:id="rId13"/>
    <p:sldId id="307" r:id="rId14"/>
    <p:sldId id="328" r:id="rId15"/>
    <p:sldId id="308" r:id="rId16"/>
    <p:sldId id="350" r:id="rId17"/>
    <p:sldId id="275" r:id="rId18"/>
    <p:sldId id="276" r:id="rId19"/>
    <p:sldId id="351" r:id="rId20"/>
    <p:sldId id="277" r:id="rId21"/>
    <p:sldId id="278" r:id="rId22"/>
    <p:sldId id="262" r:id="rId23"/>
    <p:sldId id="298" r:id="rId24"/>
    <p:sldId id="279" r:id="rId25"/>
    <p:sldId id="316" r:id="rId26"/>
    <p:sldId id="280" r:id="rId27"/>
    <p:sldId id="317" r:id="rId28"/>
    <p:sldId id="318" r:id="rId29"/>
    <p:sldId id="319" r:id="rId30"/>
    <p:sldId id="321" r:id="rId31"/>
    <p:sldId id="320" r:id="rId32"/>
    <p:sldId id="322" r:id="rId33"/>
    <p:sldId id="323" r:id="rId34"/>
    <p:sldId id="324" r:id="rId35"/>
    <p:sldId id="325" r:id="rId36"/>
    <p:sldId id="326" r:id="rId37"/>
    <p:sldId id="327" r:id="rId38"/>
    <p:sldId id="329" r:id="rId39"/>
    <p:sldId id="349" r:id="rId40"/>
    <p:sldId id="332" r:id="rId41"/>
    <p:sldId id="333" r:id="rId42"/>
    <p:sldId id="334" r:id="rId43"/>
    <p:sldId id="335" r:id="rId44"/>
    <p:sldId id="336" r:id="rId45"/>
    <p:sldId id="337" r:id="rId46"/>
    <p:sldId id="338" r:id="rId47"/>
    <p:sldId id="339" r:id="rId48"/>
    <p:sldId id="340" r:id="rId49"/>
    <p:sldId id="341" r:id="rId50"/>
    <p:sldId id="342" r:id="rId51"/>
    <p:sldId id="343" r:id="rId52"/>
    <p:sldId id="344" r:id="rId53"/>
    <p:sldId id="330" r:id="rId54"/>
    <p:sldId id="346" r:id="rId55"/>
    <p:sldId id="347" r:id="rId56"/>
    <p:sldId id="258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8810" autoAdjust="0"/>
  </p:normalViewPr>
  <p:slideViewPr>
    <p:cSldViewPr snapToGrid="0">
      <p:cViewPr varScale="1">
        <p:scale>
          <a:sx n="79" d="100"/>
          <a:sy n="79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35:27.4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60,'0'-1,"1"0,-1-1,1 1,-1 0,1 0,0 0,0 0,-1 0,1 0,0 0,0 0,0 0,0 0,0 1,0-1,0 0,0 0,0 1,1-1,-1 1,0-1,0 1,1 0,-1-1,0 1,0 0,3 0,41-5,-40 5,410-3,-216 5,-143-1,-17 0,0-1,0-2,45-9,-10 1,0 2,0 4,95 7,-37-1,2653-2,-2759 2,1 1,-1 1,-1 1,28 9,-21-6,62 10,166-6,448 6,-475-20,-83 2,-126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35:30.09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0,'2239'0,"-2199"3,78 13,-44-3,93 2,224-7,-269-9,-59 4,1 3,63 15,60 6,299 23,-401-38,-34-4,73 2,426-12,-534 4,0 0,1 0,-1 2,0 0,25 10,-22-7,1-1,40 7,15-8,103-6,-58-2,-34 3,-62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35:32.6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1,'0'1,"0"0,1 0,-1 0,0-1,1 1,-1 0,1 0,-1 0,1 0,-1 0,1-1,0 1,-1 0,1 0,0-1,0 1,0-1,-1 1,1-1,0 1,0-1,0 1,0-1,0 0,0 1,0-1,2 0,31 5,-30-4,99 12,-50-5,70 1,17-11,120 4,-149 11,33 2,-117-14,16-1,0 2,85 16,-63-6,1-2,101 3,-11-2,78 3,-53-1,-10 1,1697-13,-868-3,-965 1,-4 0,1 1,-1 2,1 1,-1 1,36 10,-31-4,0-2,0-1,1-2,-1-1,57-3,-68-1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2:08.69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84,'63'3,"-1"4,69 14,-28-3,-61-11,145 19,-102-17,143 8,479-18,-672-1,59-10,-56 6,43-1,-57 6,45 0,81-13,157-25,-150 16,-136 20,34-8,-36 6,38-5,154-19,-131 19,-28 2,65-1,1826 9,-833 1,-1057 1,53 10,51 2,-148-14,50 0,0 2,-1 2,72 16,-22 0,2-4,-1-4,162-5,3283-9,-1798 4,-615-2,-1111 1,57 11,12 1,338-10,-226-6,4621 3,-4804-2,1-1,-1-2,0-1,48-16,-16 4,-30 10,-3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4:29.3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1 272,'11'-1,"1"0,-1-1,0-1,13-4,7-1,304-52,-268 51,-15 1,73-2,-43 13,-43-1,1-2,46-5,-67 1,-1 0,32-13,-33 10,0 2,0 0,30-5,39 5,99 6,-54 2,1529-3,-1596-3,0-2,80-18,-61 0,-61 16,-1 1,1 1,41-5,-45 10,180-16,-74 7,169 6,-139 5,-87 2,132 23,-40-3,59 3,-134-16,-43-4,52 2,-76-8,0 1,-1 1,0 1,0 1,23 9,40 10,28-3,1-6,1-4,130-3,316-9,-520 3,54 9,-1 0,-37-4,0 2,65 20,29 7,-17-14,1-4,193 0,1881-21,-1138 5,-1034-2,16 0,91 10,109 35,215 33,-240-42,-129-18,-1-4,164 4,-213-17,67 10,18 1,556-10,-334-4,-283 0,-35 0,0 2,49 5,-70-2,0 0,-1 0,17 8,-16-6,-1-1,1 0,22 4,-6-5,0-2,1 0,49-6,87-22,-68 10,16 2,117 1,118 15,-124 2,160-3,-361-2,1 0,-1-2,0-1,37-12,7-2,-59 17,31-7,0 1,68-5,-37 7,93-19,-5 0,-30 10,22-4,165 0,1208 21,-803-3,-694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4:37.1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1 244,'0'-1,"1"0,-1 0,1 0,0 0,-1 0,1 0,0 0,-1 0,1 0,0 0,0 0,0 0,0 1,0-1,0 0,0 1,0-1,0 1,0-1,0 1,0-1,1 1,-1 0,0 0,0-1,0 1,2 0,41-5,-38 5,463-5,-261 7,1616-2,-1737 4,106 19,25 2,-186-21,1 1,-1 2,31 10,32 7,-31-13,111 3,67-14,55 2,-160 10,67 3,-29-1,13-1,2348-12,-1154-3,-1350 0,0-1,0-2,42-12,-35 8,60-7,116-15,-64 6,-83 15,42-5,-80 11,0-1,40-12,-38 8,52-7,63 8,-100 8,-1-3,1-2,46-10,-44 5,0 2,1 2,0 2,56 4,-62 0,1-1,0-2,0-3,52-13,-63 11,-1 1,1 2,51-2,-60 5,1-1,-1-1,41-13,-39 9,0 2,0 0,31-1,321 6,-175 3,998-2,-983 14,11 0,1394-16,-883 3,-727-2,-1-1,0 0,0-1,-1 0,1-1,14-6,-10 3,1 1,24-4,50-5,182-3,-149 18,-97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4:40.5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30,'1457'0,"-1424"-2,59-10,-55 6,46-2,670 7,-363 3,352-2,-623 6,225 42,-145-16,-14 1,-106-17,0-3,147 4,556-20,-521 3,-219 2,57 10,-56-6,53 2,955-9,-1026-1,1-1,0-1,47-13,-39 8,42-6,88 5,7-2,-43 2,175 8,-142 4,-91-1,-24 1,0-3,89-12,-67 2,-39 7,1-1,-1-2,0-1,33-13,-33 7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4:40.78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0,'9'0,"8"0,1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4:45.7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1,'1921'0,"-1887"1,58 12,-55-7,44 1,11-8,-52-1,76 6,-98 0,-1 0,0 2,0-1,26 14,-25-10,0-1,0-2,37 10,58-1,55 10,-119-16,0-3,1-2,92-5,-83 0,-1 1,70 11,-15 1,0-5,124-8,-84-1,3404 2,-3514-3,0-1,72-17,-72 12,0 1,77-3,3984 13,-4069-4,58-10,22-1,-91 12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4:51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1,'4966'0,"-4953"1,0 0,0 2,-1-1,1 2,-1-1,17 9,-13-6,1 0,27 5,17-4,2-3,97-6,-44-1,1380 3,-1300 14,-4 0,636-15,-755 4,117 21,-117-12,116 4,1801-18,-1960 1,57-11,11-1,66 0,79-2,872 16,-1091-1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4:52.7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1 379,'33'-1,"55"-11,-20 3,233-36,-170 25,378-71,-225 37,55-8,-315 58,0-2,33-11,-37 9,0 2,0 1,0 1,24-3,60 2,76-7,43 2,-244 10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4:55.53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1 245,'1300'0,"-1163"-9,-92 5,-1 1,55 4,196 16,-163-5,84 2,858-15,-1043-1,56-9,11-2,-63 11,-16 2,1 0,-1-2,0-1,0 0,28-9,-8 0,0 3,1 1,57-4,32-6,-11-6,-5 0,115-9,-203 30,0-1,0-1,38-14,-52 16,40-11,0 2,0 3,86-5,161 13,-142 4,737-3,-870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6:24.2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33,'47'0,"-28"-2,0 1,0 2,0 0,0 0,0 2,0 1,33 10,-11 3,1-1,0-2,1-2,1-2,0-2,81 4,-48-8,143 26,-109-18,-19-2,-70-6,41 15,-44-12,1-1,-1-1,23 3,38-3,92-6,-51-2,-4 5,129-5,-151-9,-57 6,45-2,607 6,-333 4,1471-2,-1776 3,80 14,-97-12,82 22,-86-18,1-1,0-2,34 2,-28-5,0 1,0 3,0 0,45 17,-53-15,0-1,1-2,56 4,93-8,-108-3,-32-1,62-11,-28 1,3 1,-39 4,58-2,29-4,-1-1,-55 13,-16 2,0-3,0-2,86-18,-96 12,0 3,76-4,91 11,-89 2,50 0,204-5,-225-10,47-1,2632 16,-1637-3,-1176 0,1-1,-1-1,0-1,0 0,0-1,0-1,17-9,-15 7,0 1,1 0,0 1,35-6,116 0,38-21,-165 27,49-2,1 0,-41-1,62-18,-31 5,-36 15,1 2,0 1,-1 3,50 5,9-1,1208-3,-1082 14,6 0,531-16,-547 16,-37-1,636-11,-423-4,1868 2,-2239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0:56:29.0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26 0,'12024'-26'0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6:40.1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1,'846'0,"-808"2,65 11,-28-1,149 24,-133-18,0-5,95 3,494-18,-634 5,-1 1,74 17,-73-11,1-2,64 2,380-10,-188-2,-259 4,0 3,69 15,-3 0,34 9,-102-18,0-3,1-1,55 2,517-12,-559-2,-32-1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6:44.3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56,'0'-1,"0"0,0 0,1 0,-1 0,1 0,-1 0,1 1,-1-1,1 0,-1 0,1 0,0 1,0-1,-1 0,1 0,0 1,0-1,0 1,-1-1,1 1,0-1,0 1,0 0,0-1,0 1,0 0,2 0,31-6,-30 6,96-13,-48 5,59-1,950 7,-501 4,830-2,-1156 14,6 0,-200-11,0 1,-1 2,77 22,-71-16,0-1,72 6,-14-14,49 4,12 6,216-9,-202-6,311 2,-451-1,57-11,-55 5,41 0,565 6,-310 3,809-2,-1084 1,0 3,-1 2,1 3,113 33,-112-26,0-2,71 6,127 0,-238-18,421 1,-233-5,679 2,-865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7:59.4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0,'35'3,"0"1,0 1,-1 2,35 12,-30-8,97 32,-79-23,79 16,185 11,-221-34,-41-3,-1 2,60 21,269 64,-338-86,82 16,134 10,-172-27,114 6,426-17,-597-1,57-10,-54 6,43-1,50-7,-83 7,49 0,106 9,134-3,-288-4,-1-2,0-1,0-3,49-18,-29 11,1 4,96-8,55-10,-109 4,-67 15,0 2,67-6,109-12,-70 4,-95 14,1 3,72-2,267 14,-2 31,-227-13,191 34,-275-44,0-4,0-4,93-7,-34 1,236 30,1-1,368-28,-679 3,112 18,0 18,-120-22,0-4,2-2,79 3,110-16,149 4,26 53,-308-32,1-6,165 1,361-19,-371 3,-231-3,60-10,15-2,-93 12,0-2,0-1,31-10,-29 7,0 1,43-5,273 8,-180 7,4201-3,-4235-5,-1-6,199-43,-223 37,190-9,109 27,-152 3,1332-4,-1560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0:58:01.2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 0,'3377'217'0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8:20.41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1377 408,'59'-1,"-20"0,-1 1,1 2,0 1,67 15,-74-9,8 4,2-1,-1-3,1-1,62 3,-35-7,110 21,-132-17,38 10,-47-9,51 5,-46-8,62 15,-68-11,0-3,59 5,321-11,-192-3,424 2,-600 3,0 1,75 19,27 3,-78-18,0 5,89 26,-114-26,1-2,-1-2,2-2,-1-2,56-2,-35-2,89 12,123 32,-237-37,38 2,0-4,125-7,-73-1,934 2,-1025-2,68-12,-34 3,264-39,-321 46,1-1,-1 0,27-12,29-7,-59 20,17-5,0 2,60-4,-28 5,82-16,-87 11,104-5,760 15,-432 3,-450-3,10 0,-1 2,0 3,79 14,-77-6,0-2,0-3,101-1,139 3,-221-2,138 20,-144-19,1-4,105-5,-58-1,375 2,-294-16,-105 5,-67 9,0-2,0 0,0-2,-1-1,42-16,-32 10,2 1,-1 2,1 2,62-6,6-3,-32 7,1 4,-1 2,78 7,-24-1,7325-2,-7435 0,-1-2,1 1,-1-2,0 0,0-1,0 0,27-13,-36 15,1-1,-1-1,0 1,-1-1,1 0,-1 0,1-1,-1 1,0-1,-1 0,1-1,-1 1,0-1,-1 0,1 0,-1 0,0 0,-1-1,4-11,-5 14,-1 0,1 0,-1 0,0-1,0 1,0 0,-1 0,0 0,0 0,0 0,0 0,0 0,-1 1,1-1,-1 0,-3-4,1 3,-1 0,1 0,-1 0,0 0,0 1,0 0,-1 0,1 0,-9-3,-2 0,0 1,0 0,-1 1,0 0,0 2,-32-3,-183 6,90 4,107-4,-136 4,144-2,1 2,-1 1,1 1,-35 13,34-9,-2-2,0 0,0-2,0-1,0-1,-56-1,46-3,-25-1,-75 10,-441 80,486-70,8-2,-124 10,-190-25,193-5,92 2,-123 3,207 2,1 1,-36 11,35-7,1-2,-37 3,27-7,-477 23,356-25,-164-5,246-1,0-4,-83-19,64 6,0 5,-1 5,-184-1,-172 15,418-4,0-2,0-1,1-1,-1-2,2-2,-38-15,40 16,1 2,-1 1,0 2,0 1,-38 2,-31-4,36-4,1-3,-114-36,14 12,45 11,56 13,-86-7,90 13,-429-5,308 13,-645-2,776-3,-96-17,89 10,-4 0,-29-6,0 4,-129 0,184 11,-68-11,-6 0,-445 9,286 5,-1413-2,1636 2,-53 10,-23 1,37-11,35-3,-1 4,-93 15,94-7,0-1,-95 4,100-11,1 2,-62 15,-34 5,34-14,-213 30,227-16,64-17,1 0,-50 6,-45-9,-16 1,-232 32,144-34,25-2,110 10,55-6,-37 1,-588-4,340-5,77-12,-4 0,174 13,-92-13,19-19,65 12,38 14,-1 2,-80 0,-11-1,-174-51,229 39,-268-46,140 47,4 1,-224-63,-85 12,397 55,-340 0,291 14,-287-2,447 0,-1-1,1 2,-1-1,1 0,-1 1,1 0,0 0,-1 1,1 0,0 0,0 0,0 0,0 1,0-1,1 1,-1 1,1-1,0 1,0-1,0 1,0 0,1 1,-1-1,1 1,-4 8,-5 12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8:22.47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1 193,'23'-1,"1"-1,32-8,-29 5,36-3,-3 3,71-17,-76 12,93-7,110 16,-145 2,-76-4,0-1,0-2,0-2,62-21,35-7,-75 25,1 3,62 0,123 10,-82 1,1278-3,-1426 0,-1 1,1 1,0 0,0 1,-1 1,16 6,77 39,-85-38,20 10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8:57.9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16 301,'-1'-1,"0"1,1 0,-1 0,0-1,0 1,1 0,-1-1,0 1,0-1,1 1,-1-1,0 0,1 1,-1-1,1 1,-1-1,1 0,-1 0,1 1,0-1,-1 0,1 0,0 0,-1 1,1-1,0-1,0 1,1 0,-1 0,1 0,-1 0,1 0,0 0,-1 0,1 0,0 0,0 1,-1-1,1 0,0 1,0-1,0 0,0 1,1-1,6-3,1 1,-1 0,0 0,10-1,17-2,0-1,66-25,-82 25,79-34,178-50,-235 84,47-3,7-1,25-2,5-1,-57 6,1 3,109 6,-63 1,6326-2,-6396 2,68 13,-39-5,-28-2,0 2,45 16,-36-10,-8-5,1-2,64 3,5 0,-83-7,45 7,128 4,1175-18,-808 2,-396 14,-4 0,741-15,-885 3,-1 0,30 8,40 4,258-12,-183-4,-132 5,0 2,-1 1,70 20,-62-13,0-2,61 5,25-3,86 3,3025-19,-1762 4,-1449 1,56 10,-53-6,44 2,-50-8,-3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0:59:01.1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1,'868'16,"-741"-10,-3-1,186 30,-222-23,0-3,1-5,92-7,-31 0,6301 3,-6390-5,-36-1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1:00:06.4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16 0,'5189'0'0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1:00:11.7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31,'1'-1,"-1"0,0 0,1 0,-1 0,1 1,-1-1,1 0,-1 0,1 1,0-1,-1 1,1-1,0 0,0 1,-1-1,1 1,0-1,0 1,0 0,-1-1,1 1,0 0,0 0,1-1,27-5,-26 6,54-6,0 2,76 5,-44 1,304-3,303 4,-181 22,-250 3,-10 0,85-2,-181-4,123 10,298-30,-296-4,2741 2,-3011-1,-1-1,0 0,1-1,-1 0,0-1,13-6,-8 3,0 1,24-4,4 5,0 2,58 4,-52 0,-24-1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1:00:13.6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28,'232'-2,"268"6,97 67,-224-17,314-13,4-43,-251-2,1915 4,-2232-5,0-6,151-33,-39-4,71-12,-192 47,229 5,-249 8,-71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1:01:00.46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0,'0'1,"0"0,1 0,-1 0,1 0,0 0,-1 0,1 0,0 0,-1 0,1 0,0 0,0-1,0 1,0 0,0-1,-1 1,1 0,1-1,-1 1,0-1,0 0,0 1,0-1,0 0,0 0,2 0,37 6,-34-6,312 5,-174-7,867 2,-979 2,0 2,0 1,0 2,45 15,-35-10,68 12,-18-17,142-7,-96-3,282 3,-384 3,0 0,-1 2,43 13,-42-10,1 0,68 4,92 8,-170-17,23 7,69 21,-71-16,77 12,-23-13,140-1,1332-15,-838 3,-512-15,-4 0,2290 14,-1146 2,-1004-16,-12 0,441 15,-758-3,-1-1,35-8,-12 2,11-2,-24 4,73-5,-81 12,1-2,0-1,52-13,-33 4,0 3,99-5,109 14,-122 2,1523-2,-1374 2,390-5,-383 4,-265-1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1:01:05.2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0,'1804'0,"-1631"14,-1 0,39-17,245 6,-275 9,118 3,2637-15,-1331-1,-1580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1:01:09.1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81,'23'1,"56"0,1-3,-1-4,91-18,-63 4,-1 5,2 5,164 4,372 8,-368-3,-218 4,-1 3,70 15,12 2,189 26,-239-41,142-8,-104-3,1052 3,-1153 2,0 0,0 2,28 8,11 2,53 6,2-5,134 0,1723-19,-1073 6,-875-2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1:01:17.8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56,'380'0,"-351"-1,56-11,11-1,215 11,-159 3,-129 1,0 1,-1 1,1 1,-1 1,35 13,-22-7,39 8,-47-14,26 5,1-1,93 2,2876-13,-2975-2,-1-3,1-1,-2-2,69-23,-102 28,50-12,110-12,-36 23,-97 6,0-2,46-8,6-2,1 4,140 7,-95 2,2196-2,-2306 1,-1 2,1 2,49 13,-47-10,0-1,57 5,47-10,-64-3,72 10,-81-2,116 30,-147-29,0-1,0-1,1-2,57 0,-60-2,1 1,-1 1,44 13,-38-8,59 6,222-11,-164-6,-76-2,130-22,-79 7,-109 17,111-14,136 0,1931 17,-1260-1,-904-2,57-10,9 0,-69 10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1:01:22.4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1 273,'6497'0,"-6457"-1,55-11,16-1,-94 11,1-1,-1 0,0-1,25-11,-24 9,1 0,-1 1,30-4,60 4,110 10,-214-5,292 25,-2 1,-236-24,0 2,66 15,-23 2,0-5,1-4,157-2,69 7,-291-14,16 1,6 0,79 16,-58-6,0-4,0-3,111-5,195 26,-34-1,293-28,-618-1,1-1,-1-1,0-2,28-8,56-11,-73 19,0-1,-1-2,1-1,53-24,-27 2,-44 21,0 0,1 2,0 0,1 1,-1 2,27-6,10 3,0-4,98-33,-123 35,6-2,48-23,-57 24,0 2,1 1,1 1,-1 1,58-3,97-11,60-6,-170 19,0 3,107 6,-59 1,181-2,-278 2,-1 1,0 1,-1 1,33 12,12 1,51 15,-92-24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1:01:25.6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1 110,'7'1,"0"-1,-1 1,1 1,11 3,18 3,117 4,171-10,-173-4,500 1,-461 15,-8 0,1675-13,-869-3,136 2,-912-14,-14 1,-3 14,107-3,-233-6,118-27,-26 2,-114 28,89 2,-89 4,82-9,-42-6,-16 1,141-5,1224 20,-1388 0,53 10,37 1,40 2,-70-3,14 4,215 56,-290-64,-1-1,2-2,-1-2,63-5,-91 2,6-1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7:34.13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30,'425'-17,"100"5,-335 14,-137 0,53 10,50 2,-98-14,-1 3,105 19,-130-16,146 38,-101-23,1-4,118 10,-102-15,18-3,167-7,-132-4,-18 0,144 5,-234 2,-1 1,75 24,-80-20,1 0,0-3,0 0,52 1,-53-7,51-1,95 13,-167-12,107 16,177 3,643-21,-897-1,55-10,31-1,-51 12,-21 1,0-2,60-11,72-15,-118 20,0 3,110 6,-61 2,3023-3,-3089 2,53 10,49 2,-103-14,-1 2,0 2,0 3,0 2,53 16,-71-15,1-2,1-2,0-1,35 1,145-7,-88-1,581 2,-657-2,69-13,-46 5,145-18,-1 2,-131 15,-37 3,64 0,1824 9,-1894 1,1 3,-1 2,66 18,-55-12,83 10,362-15,-278-11,-134 4,94 14,-14 5,211-2,427-18,-749-3,65-11,-44 4,70-15,-97 14,2 3,58-3,-91 9,-1 0,1-2,-1 0,31-12,39-8,98-5,-14 4,-139 19,-5-1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7:36.2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28,'210'2,"228"-5,-257-9,125-3,704 16,-775 13,-16 0,198-15,-383 3,-1 2,1 1,-1 2,50 16,-41-10,80 12,46-1,-81-10,162 6,-68-22,-158 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7:44.6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1 461,'3'-2,"1"-1,-1 1,1 0,0 0,-1 0,1 0,0 1,0 0,0-1,1 2,-1-1,7 0,53-1,6 8,98 22,-82-13,408 61,5-39,-218-40,115 3,-244 11,87 4,277-14,-347-2,-117 4,-1 2,77 17,-35-4,92 15,-85-12,0-5,158 5,3696-24,-3442 3,-454-3,-1-3,73-16,-24 4,-34 7,193-38,-245 43,0-2,-1 0,0-1,32-21,66-55,-111 80,24-24,-29 28,0 1,-1-1,1 1,-1-1,1 1,-1-1,1 0,-1 1,0-1,1 0,-1 1,0-1,1 0,-1 0,0 1,0-1,0 0,1 0,-1 1,0-1,0 0,0 0,-1 1,1-1,0 0,0 0,0 0,0 1,-1-1,1 0,0 1,-1-1,1 0,0 1,-1-1,1 0,-1 1,1-1,-1 1,0-1,1 1,-1-1,1 1,-1-1,0 1,1-1,-1 1,-1-1,-11-2,0 0,0 0,1 1,-17-1,-10-1,-59-6,0 4,-101 7,70 1,43-2,-266 5,1 27,234-19,-1-6,-130-8,95-1,77 3,-130-5,159 1,1-2,-68-18,42 7,0 3,-1 3,-135 0,-307-17,11 0,397 26,0-5,-125-23,81 1,-295-15,286 45,-92-4,213-3,-54-15,-16-4,-167 0,122 14,-5-15,103 14,-86-5,-65 3,-73-1,208 11,-111-21,112 12,-115-4,-1077 18,1237-1,0 1,1 1,-1 1,0 2,-39 14,-120 58,60-22,56-28,43-18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7:54.53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58,'2'0,"-1"-1,1 0,-1 1,0-1,1 0,-1 0,0 0,0 0,1 0,-1 0,1-2,8-6,-1 4,1 0,0 0,0 1,0 1,1-1,-1 2,1-1,0 1,12 0,18 0,45 4,-35 0,164-1,17 0,251 32,-473-31,158 21,176 48,-304-61,1-2,0-1,1-2,79-1,-66-2,-1 2,88 20,-68-11,-32-6,229 35,-184-33,105-3,1249-10,-785 6,680-2,-1302 2,-1 2,1 1,-2 1,1 2,38 14,-26-8,-9-5,1-3,0-1,69 1,6 1,527 9,-422-17,791 1,-975-3,-1 0,1-2,-1-2,33-11,52-10,11 14,-89 12,-1-2,0-2,64-18,-19-1,1 3,90-11,174-8,-299 37,65-10,-46 5,88-1,801 11,-950-1,0-1,-1 1,1-1,0 0,0-1,8-3,13-6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7:58.7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0 381,'6'-4,"0"1,0 0,0 1,0-1,0 1,1 0,-1 1,1 0,-1 0,1 0,12 1,-7-1,40-4,359-38,-324 34,0 4,93 7,-47 0,2426-2,-2527-2,0-1,0-2,55-15,12-3,187-23,-21 8,-86-3,-12 3,46 10,-128 16,46-2,39 0,14 0,-180 14,240 5,-201-2,-1 3,-1 1,70 21,-27-5,0-3,140 12,-54-9,-73-8,171 35,-84-11,-170-32,-15 0,-1-5,0 0,0-1,0 0,0 0,-1 1,1-1,0 0,-1-1,-3 2,-56 12,-70 6,65-11,-402 30,149-17,131-1,-195 11,-826-32,509-2,675 2,10-1,-1 1,1 0,-1 2,1-1,-1 2,1 0,-29 11,19-3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8:01.5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1 138,'21'-1,"1"-1,35-8,-32 4,35-1,383 4,-227 5,-153-2,506 16,52-3,-394-15,1448 2,-1640-2,58-10,-55 6,41-2,20 9,-61 0,0-1,0-1,0-3,68-14,-54 2,2 3,0 1,1 4,86-4,-100 10,53-9,30-2,-8 12,158 19,-240-14,1 2,55 16,-57-13,0-1,1-1,0-3,48 2,-61-5,165 26,-61-7,-94-16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8:26.81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0 138,'105'0,"122"-16,-198 12,-2 1,1-2,-1 0,31-11,-35 8,0 2,0 0,1 2,29-2,96 3,-135 4,12-3,1 0,-1-2,0-1,33-10,-29 7,0 1,51-5,277 10,-176 5,-172-3,9-1,1 1,-1 0,0 2,0 1,0 0,35 11,-31-6,-1-1,1-2,0 0,44 3,94-8,11 1,-79 12,-55-7,45 2,-27-8,-32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2:28:31.6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1090 0,'7040'-787'0,"-8885"484"0,-3350 1393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8:31.8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8:32.0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 0,'-5'0,"-6"0,-1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2:28:36.6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1 219,'0'-1,"0"0,1 0,-1 0,0 0,1 0,-1 0,1 0,0 1,-1-1,1 0,0 0,-1 0,1 1,0-1,0 0,-1 1,1-1,0 1,0-1,0 1,0-1,0 1,0 0,0 0,0-1,2 1,34-7,-25 6,93-23,-66 14,0 2,1 1,47-1,458 9,-510-2,52-11,2 1,103-16,-173 24,0-1,0-1,32-12,-32 10,0 1,1 1,27-5,34 6,90 5,-49 2,72-17,7 0,110 15,-288 1,1 1,-1 1,1 1,-1 1,36 14,-30-9,0-2,49 9,36-6,-55-8,103 23,-121-14,-1 1,-1 2,-1 1,37 24,-42-21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3:06:56.7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28,'352'11,"551"7,-610-20,-245 0,55-10,33-1,19-1,21 0,1710 16,-1860-2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3:07:06.6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516 976,'1'-7,"0"1,1-1,0 1,0 0,0-1,0 1,1 0,0 0,1 1,5-9,43-51,66-43,-87 83,-1-1,-2-2,38-46,-46 51,2 0,0 1,1 1,1 1,45-27,-12 6,-31 25,1 0,1 2,0 1,32-11,17-7,-32 13,1 1,65-14,98-8,-89 18,76-23,-143 35,251-41,-99 29,-69 10,169 10,-144 3,629-2,-740 3,-1 2,64 14,-58-8,82 5,-87-12,-1 2,1 3,63 19,80 14,-112-27,116 38,-139-31,-1 2,73 42,-97-45,-1 0,0 3,-2 0,51 54,-38-35,62 48,-65-58,0 1,51 60,-22-12,-12-15,65 98,-97-125,9 11,-3 0,-3 2,28 71,-17-21,29 93,-56-157,-2 1,8 81,11 80,-2-31,-20-126,1 0,22 62,-17-63,-5-4,-1 1,-2 0,-2 0,-1 0,-4 42,1-33,0-41,1-1,-1 1,-1-1,0 1,0-1,0 1,-1-1,0 0,0 0,-1 0,-5 8,-6 5,-1 0,-20 19,4-4,14-15,0 0,-1-1,-2-1,1-1,-2-1,0-1,-1-1,-38 17,-253 105,132-65,79-22,64-28,-68 23,11-7,2 4,-125 76,86-45,-106 32,187-84,9-2,-90 22,-161 21,162-43,-28 7,115-16,-1-2,-71 3,-95-10,83-2,48 2,-1-4,-109-18,75 4,-68-15,101 14,0 3,-1 4,0 4,-106 3,87 7,1-4,-170-26,198 17,-1 3,-116 2,163 4,0-1,0-1,0-2,1 0,-36-14,33 9,0 2,-1 2,-60-8,23 8,0-3,-69-19,30 6,78 16,1-2,-1 0,2-2,-1-1,2-1,-36-22,30 13,2 0,0-2,2-1,-40-46,53 53,1-2,0 0,2 0,-12-26,-32-94,34 84,11 25,2-1,1-1,1 1,2-1,-2-56,-5-16,6 61,-1-48,7 32,2-237,1 267,2 0,2 1,0-1,2 1,1 1,17-34,-14 34,-1 0,-2-1,0 0,-3-1,0 0,3-37,-8 19,0-8,9-56,-8 93,2 0,0 1,0-1,2 1,0 0,18-30,2 9,1 1,39-39,19-25,-64 74,-1 0,-2-2,-1 0,-1-1,24-63,-30 67,0 2,2 0,1 0,1 1,1 1,27-30,31-48,-57 74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3:07:10.1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138 1,'-14'250,"0"9,16-187,0-29,-2 1,-2-1,-9 58,-2-46,2-8,3 0,-6 80,12-110,0-1,-1 1,0-1,-2 0,-6 17,4-14,2 0,0 0,-3 26,5-13,2-3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3:07:11.6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1 269,'10'1,"0"0,0 0,0 1,0 0,0 0,-1 1,1 1,-1 0,0 0,0 1,0 0,0 0,-1 1,0 0,0 1,12 13,5 9,0 2,-2 1,21 37,16 24,73 82,-119-155,2-1,28 26,-37-38,0-1,0-1,0 1,1-1,0-1,0 1,1-1,-1-1,1 1,9 1,-12-4,-1-1,1 0,0 0,-1 0,1-1,-1 0,1 0,-1 0,1-1,-1 0,1 0,-1 0,0-1,0 1,0-1,7-6,7-6,-2 0,26-29,-41 42,49-58,82-128,-97 131,2 1,3 3,79-82,-93 110,1 1,-1-1,-1-1,-1-1,-1-2,32-52,-43 58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31T13:07:23.0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 0,'15321'0'0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3:07:29.2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2405 0,'2'1,"0"0,1 0,-1 0,0 0,-1 0,1 0,0 1,0-1,0 1,-1-1,1 1,-1 0,1-1,1 4,1 0,4 6,0 0,0 1,-1 0,0 1,-1-1,7 24,18 85,-19-66,1 12,-4-1,-2 1,-3 1,-7 105,2-155,-1 0,-1-1,0 1,-1 0,-1-1,-1 0,0 0,-2-1,1 1,-2-2,0 1,-1-1,-1 0,0-1,-22 21,-8 2,-85 60,-54 19,168-108,-8 4,-65 41,-1-4,-114 48,139-74,-218 81,201-80,-131 25,-344 41,499-82,-1-1,-65-2,82-2,0 0,0 3,-60 16,49-10,34-8,10-1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3:07:30.77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545 0,'-10'16,"1"-1,-2 0,-22 23,-9 14,-123 182,103-154,4 4,-70 133,123-208,1 0,1 0,0 0,0 0,1 0,0 1,0-1,1 1,0-1,1 1,1 9,0-10,1-2,-1 1,2 0,-1 0,1-1,1 1,-1-1,1 0,1 0,-1 0,1 0,0-1,8 8,12 10,2 0,1-2,0-1,2-1,35 17,166 69,-159-76,72 33,-4 0,166 49,-290-108,0-1,28 2,-29-4,0 0,28 8,-12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18.1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168 327,'92'2,"113"-5,-151-5,76-21,-77 15,89-10,286-7,-174-11,-53 7,-108 27,149 8,-103 3,1692-3,-1748-4,0-4,92-20,-79 14,37-9,-56 5,1 2,0 4,103-2,1971 14,-908 2,-79-2,-1128 1,0 2,-1 1,0 3,0 0,0 2,36 15,-64-21,-1 0,0 0,0 1,0 0,0 1,-1-1,1 1,-1 0,0 1,-1-1,11 14,-14-15,1 0,-1 0,0 1,0-1,-1 1,1-1,-1 1,0 0,0 0,0-1,-1 1,0 0,0 0,0 0,0 0,-1-1,0 1,0 0,0 0,-4 7,2-4,0-1,-1 0,0 0,-1 0,0 0,0-1,0 0,-1 0,0 0,0-1,0 0,-1 0,-11 6,-7 3,-1-2,-42 14,34-14,-455 141,209-101,150-31,-332 37,447-56,-178 13,-180 25,278-25,-104 2,-97-12,-104 7,394-12,-612 59,-222-27,475-29,80 10,-39 0,22 0,-6 1,172-14,-11-1,-192 23,-37 44,106-17,68-12,45-7,-167 10,-283-36,319-8,-454 4,733 0,-1 0,1-1,0 0,0 0,0-1,0 0,0-1,-16-7,20 8,1-1,0 0,0 1,0-2,0 1,1 0,-1-1,1 0,0 0,0 0,0 0,1 0,0-1,-1 1,1-1,1 1,-1-1,-1-7,1 3,1 0,1 1,-1-1,1 0,0 1,1-1,0 1,1-1,0 0,0 1,0 0,1 0,1 0,-1 0,1 0,1 0,7-9,2-2,0 2,2 0,0 1,1 0,28-20,-19 19,0 1,1 1,0 1,58-19,-45 22,79-10,-81 16,276-30,28-4,-141 9,265-5,301 35,-306 3,70-46,-349 22,200 1,-356 20,916-9,-687-24,-12 1,7 17,285-22,-344 12,80-7,-23 25,142-12,-388 19,735-62,277 64,-990-2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20.1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20.2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24.0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13,'2'-1,"0"-1,1 1,-1 0,1-1,-1 1,1 0,0 0,-1 1,1-1,0 0,0 1,-1 0,1 0,0 0,0 0,0 0,-1 0,1 1,0-1,0 1,-1 0,1 0,0 0,2 2,7 2,0 0,-1 1,21 15,-7-1,-1 1,-1 1,28 32,55 85,-59-75,342 404,-277-351,226 181,-280-253,4 4,1-2,86 46,-131-84,1-1,1-1,-1-1,1-1,1 0,-1-1,25 0,146-5,-78-3,-76 5,-23 0,1 0,-1-1,0-1,0 0,0-1,27-7,-41 9,0 0,0 0,0 0,1 0,-1 0,0 0,0 0,0 0,0 0,0 0,1 0,-1 0,0 0,0 0,0 0,0 0,0-1,0 1,1 0,-1 0,0 0,0 0,0 0,0 0,0 0,0 0,0 0,0 0,1-1,-1 1,0 0,0 0,0 0,0 0,0 0,0 0,0-1,0 1,0 0,0 0,0 0,0 0,0 0,0-1,0 1,0 0,0 0,0 0,0 0,0 0,0-1,0 1,0 0,0 0,0 0,0 0,-1 0,1 0,0 0,0-1,0 1,0 0,0 0,0 0,0 0,0 0,-1 0,-14-5,-24 0,-262 3,154 3,128-1,1 1,0 1,-1 0,1 1,0 1,0 1,1 0,-1 2,1 0,1 0,-1 2,1 0,1 1,-26 21,24-16,1 1,0 1,1 0,1 1,1 1,1 0,1 0,0 2,1-1,1 1,1 0,2 1,0 0,0 0,2 1,-1 30,2 136,-5 69,-36 0,-4 38,26-133,5-51,17-107,-1 0,1 1,-2-1,1 0,0 0,-1 0,0 0,0 0,-1 0,1 0,-1-1,0 1,-1-1,1 0,-5 5,4-6,-1 0,0 0,0-1,1 1,-1-1,0 0,-1-1,1 1,0-1,-1 0,1 0,0 0,-1-1,1 0,-7-1,-595-9,545 15,35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24.1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1,'9'0,"4"0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26.6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598 30,'-23'-8,"0"2,0 1,0 1,0 1,-1 1,1 0,-30 4,41-1,-1 0,0 1,1 1,-1 0,1 1,0 0,0 1,0 0,1 1,-1 0,1 1,1 0,-1 1,-15 15,-13 21,-47 70,77-101,1 1,0 0,1 1,0 0,2 0,0 0,0 0,2 1,0 0,0 0,2 0,0 0,0 0,2 0,4 30,1-18,1 0,1 0,2-1,1 0,0 0,2-1,31 45,-8-17,-3-3,62 74,-87-117,0 0,0 0,1-1,0 0,0 0,1-1,13 7,-18-11,0 0,0 0,0-1,0 0,0 0,0 0,0 0,0-1,0 0,0 0,1 0,-1-1,0 1,0-1,0 0,0-1,0 1,6-4,2-2,-1 0,0-1,-1 0,0 0,0-1,0-1,-2 0,17-21,0-6,30-58,6-10,-8 32,-35 51,-1-2,-1 0,-1-1,15-34,-25 44,-2 0,0 0,-1-1,0 0,-1 1,-1-1,0 0,-1 0,-1 0,-4-21,3 24,0 0,-2 0,1 0,-2 0,0 1,0 0,-1 0,-1 0,0 1,0-1,-1 2,-11-13,23 29,0 0,-1 0,0 0,0 0,0 0,3 13,6 13,83 147,-16-32,-31-46,45 84,-76-155,2-1,1-1,1-1,25 25,-31-37,1 0,1-2,0 1,0-2,1-1,1 0,0-1,0-1,1-1,0 0,1-2,-1 0,1-1,0-2,37 3,120-6,-144-2,-1-2,-1-1,44-12,-25-1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26.78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28.45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1 168,'30'36,"0"0,-3 2,41 74,-64-104,133 278,-56-105,-68-154,58 135,-63-141,-2 0,-1 1,0-1,-2 1,0 0,-1 25,-9 58,-40 202,45-296,0-1,-1 1,0-1,-5 12,8-22,0 0,0 0,0-1,-1 1,1 0,0 0,0-1,0 1,0 0,0 0,0-1,-1 1,1 0,0 0,0 0,0 0,-1-1,1 1,0 0,0 0,-1 0,1 0,0 0,0 0,-1-1,1 1,0 0,0 0,-1 0,1 0,0 0,-1 0,1 0,0 0,0 0,-1 0,1 0,0 1,0-1,-1 0,1 0,0 0,0 0,-1 0,1 0,0 1,0-1,0 0,-1 0,1 0,0 0,0 1,0-1,0 0,-1 0,1 1,0-1,0 0,0 1,-4-26,1-313,5 196,-2 98,2 1,2-1,2 1,2 0,1 0,3 1,24-61,27-41,117-312,-176 443,1-1,0 1,1 0,0 0,1 0,0 1,1 0,1 1,0 0,12-13,-15 19,0 0,0 1,0 0,1 0,-1 0,1 0,0 1,0 1,1-1,-1 1,0 0,1 0,-1 1,1 0,0 1,-1 0,1 0,0 0,-1 1,12 3,-7-2,0 2,-1 0,0 0,0 1,0 0,-1 1,1 1,-1-1,-1 1,1 1,-1 0,-1 0,15 18,-8-5,0 1,-2 0,0 0,-2 1,13 35,-20-48,20 53,-3 0,14 73,-1 33,-7-37,12 152,-35-213,-3-30,2 0,1-1,18 71,-7-70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28.5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3:30.3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763 278,'-1'-3,"1"0,-1 0,0 0,0 0,0 1,0-1,0 0,-1 0,1 0,-1 1,0-1,-2-1,-28-31,28 30,-19-18,-1 1,-1 1,0 1,-57-33,63 43,0 2,-1 0,0 0,0 2,-1 1,0 0,0 2,-36-2,47 5,-25-2,1 1,0 3,-64 9,93-10,1 1,0-1,-1 1,1 0,0 0,0 0,0 1,0-1,0 1,1 0,-1 0,1 0,0 1,-3 3,2 0,-1-1,2 1,-1 0,1 1,0-1,0 0,-2 14,1 7,0 1,2 0,3 45,0-59,5 96,5-1,35 149,-37-215,-6-23,2 1,0-1,1 0,12 27,-15-42,0-1,0 1,1-1,0 0,0 0,0 0,0 0,1-1,0 0,0 0,0 0,0-1,1 1,-1-1,1 0,0-1,0 0,0 1,8 0,12 1,-1-2,0 0,1-2,42-5,0 1,-27 3,122 2,-154 0,-1 0,1 1,-1 1,0-1,0 1,0 1,0-1,0 2,-1-1,0 1,0 0,0 0,0 1,-1-1,0 2,0-1,-1 1,0 0,5 7,9 17,-2 1,-2 1,16 42,-17-40,-2-4,0 0,-2 1,7 42,-15-64,-1 1,0-1,0 1,-1-1,-1 1,0-1,0 1,-1-1,-1 1,1-1,-2 0,1 0,-1-1,-8 15,6-15,0 0,-1 0,0-1,0 0,-1 0,0 0,-1-1,1 0,-12 6,6-6,0 0,0-1,0 0,-1-1,-30 6,-12-3,-1-1,-92-3,118-4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5:19.0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1 226,'2840'0,"-2672"-14,-1 0,1415 14,-703 1,-832-3,0-1,0-3,0-2,63-19,-34 8,0 3,1 4,1 2,129 2,40-4,-13-1,321 14,-527-4,-1-1,1-1,0-2,-1 0,36-16,-52 19,17-7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5:19.2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5:23.4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1,'4'0,"-1"0,0 1,1 0,-1 0,0 0,0 0,0 1,0-1,0 1,0-1,0 1,3 3,34 31,-27-24,27 26,480 423,-452-409,255 190,15-30,-297-191,1-2,0-2,1-1,1-3,0-1,63 8,-71-17,1 0,0-3,0-1,0-1,-1-3,1-1,-1-1,44-15,-6-5,127-64,-176 74,-20 8,-6 9,1-1,0 1,-1-1,1 1,-1 0,1-1,-1 1,1 0,-1 0,1-1,-1 1,1 0,-1 0,1 0,-1 0,1-1,-1 1,1 0,-1 0,1 0,-1 0,1 0,-2 1,-7-1,1 1,-1 0,0 1,1 0,-1 0,1 1,-1 0,-8 5,-64 37,50-25,2 2,0 1,2 2,0 0,-37 48,-94 156,112-147,3 1,5 2,-54 171,75-194,3 1,-8 86,4 130,-4 29,-11 149,29-375,-4 0,-3 0,-3-1,-5-1,-2-1,-51 120,68-189,-1-1,0 1,0-1,-1 0,-1 0,-8 9,-11 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31T16:35:23.57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F31913-0FC3-4CF4-BADB-BE39A6CFBD86}" type="datetimeFigureOut">
              <a:rPr lang="en-US" smtClean="0"/>
              <a:t>02-Nov-25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7829CF-F3B1-402F-BC88-89CA5E9C5F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64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62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19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19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196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72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81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8811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883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28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7729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1065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45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034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744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1200" dirty="0"/>
              <a:t>, the phrase “x = +y", which is recognized as four tokens, representing “x", “=“ and “+" and “y", has the structure </a:t>
            </a:r>
            <a:r>
              <a:rPr lang="en-US" sz="1200" b="1" dirty="0"/>
              <a:t>=(x,+(y))</a:t>
            </a:r>
            <a:r>
              <a:rPr lang="en-US" sz="1200" dirty="0"/>
              <a:t>, i.e., an assignment expression, that operates on “x" and the expression “+(y)".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511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94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2260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583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705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235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4532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6959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428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5145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4944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2059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0364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3222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1198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64977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668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4145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28266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9425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0464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43242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1491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4120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4926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7829CF-F3B1-402F-BC88-89CA5E9C5F3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9278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02-Nov-25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customXml" Target="../ink/ink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.xml"/><Relationship Id="rId18" Type="http://schemas.openxmlformats.org/officeDocument/2006/relationships/image" Target="../media/image34.png"/><Relationship Id="rId26" Type="http://schemas.openxmlformats.org/officeDocument/2006/relationships/image" Target="../media/image38.png"/><Relationship Id="rId21" Type="http://schemas.openxmlformats.org/officeDocument/2006/relationships/customXml" Target="../ink/ink14.xml"/><Relationship Id="rId34" Type="http://schemas.openxmlformats.org/officeDocument/2006/relationships/image" Target="../media/image42.png"/><Relationship Id="rId7" Type="http://schemas.openxmlformats.org/officeDocument/2006/relationships/customXml" Target="../ink/ink7.xml"/><Relationship Id="rId12" Type="http://schemas.openxmlformats.org/officeDocument/2006/relationships/image" Target="../media/image31.png"/><Relationship Id="rId17" Type="http://schemas.openxmlformats.org/officeDocument/2006/relationships/customXml" Target="../ink/ink12.xml"/><Relationship Id="rId25" Type="http://schemas.openxmlformats.org/officeDocument/2006/relationships/customXml" Target="../ink/ink16.xml"/><Relationship Id="rId33" Type="http://schemas.openxmlformats.org/officeDocument/2006/relationships/customXml" Target="../ink/ink20.xml"/><Relationship Id="rId38" Type="http://schemas.openxmlformats.org/officeDocument/2006/relationships/image" Target="../media/image44.png"/><Relationship Id="rId2" Type="http://schemas.openxmlformats.org/officeDocument/2006/relationships/image" Target="../media/image26.png"/><Relationship Id="rId16" Type="http://schemas.openxmlformats.org/officeDocument/2006/relationships/image" Target="../media/image33.png"/><Relationship Id="rId20" Type="http://schemas.openxmlformats.org/officeDocument/2006/relationships/image" Target="../media/image35.png"/><Relationship Id="rId29" Type="http://schemas.openxmlformats.org/officeDocument/2006/relationships/customXml" Target="../ink/ink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customXml" Target="../ink/ink9.xml"/><Relationship Id="rId24" Type="http://schemas.openxmlformats.org/officeDocument/2006/relationships/image" Target="../media/image37.png"/><Relationship Id="rId32" Type="http://schemas.openxmlformats.org/officeDocument/2006/relationships/image" Target="../media/image41.png"/><Relationship Id="rId37" Type="http://schemas.openxmlformats.org/officeDocument/2006/relationships/customXml" Target="../ink/ink22.xml"/><Relationship Id="rId5" Type="http://schemas.openxmlformats.org/officeDocument/2006/relationships/customXml" Target="../ink/ink6.xml"/><Relationship Id="rId15" Type="http://schemas.openxmlformats.org/officeDocument/2006/relationships/customXml" Target="../ink/ink11.xml"/><Relationship Id="rId23" Type="http://schemas.openxmlformats.org/officeDocument/2006/relationships/customXml" Target="../ink/ink15.xml"/><Relationship Id="rId28" Type="http://schemas.openxmlformats.org/officeDocument/2006/relationships/image" Target="../media/image39.png"/><Relationship Id="rId36" Type="http://schemas.openxmlformats.org/officeDocument/2006/relationships/image" Target="../media/image43.png"/><Relationship Id="rId10" Type="http://schemas.openxmlformats.org/officeDocument/2006/relationships/image" Target="../media/image30.png"/><Relationship Id="rId19" Type="http://schemas.openxmlformats.org/officeDocument/2006/relationships/customXml" Target="../ink/ink13.xml"/><Relationship Id="rId31" Type="http://schemas.openxmlformats.org/officeDocument/2006/relationships/customXml" Target="../ink/ink19.xml"/><Relationship Id="rId4" Type="http://schemas.openxmlformats.org/officeDocument/2006/relationships/image" Target="../media/image27.png"/><Relationship Id="rId9" Type="http://schemas.openxmlformats.org/officeDocument/2006/relationships/customXml" Target="../ink/ink8.xml"/><Relationship Id="rId14" Type="http://schemas.openxmlformats.org/officeDocument/2006/relationships/image" Target="../media/image32.png"/><Relationship Id="rId22" Type="http://schemas.openxmlformats.org/officeDocument/2006/relationships/image" Target="../media/image36.png"/><Relationship Id="rId27" Type="http://schemas.openxmlformats.org/officeDocument/2006/relationships/customXml" Target="../ink/ink17.xml"/><Relationship Id="rId30" Type="http://schemas.openxmlformats.org/officeDocument/2006/relationships/image" Target="../media/image40.png"/><Relationship Id="rId35" Type="http://schemas.openxmlformats.org/officeDocument/2006/relationships/customXml" Target="../ink/ink21.xml"/><Relationship Id="rId8" Type="http://schemas.openxmlformats.org/officeDocument/2006/relationships/image" Target="../media/image29.png"/><Relationship Id="rId3" Type="http://schemas.openxmlformats.org/officeDocument/2006/relationships/customXml" Target="../ink/ink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3" Type="http://schemas.openxmlformats.org/officeDocument/2006/relationships/image" Target="../media/image48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4.xml"/><Relationship Id="rId5" Type="http://schemas.openxmlformats.org/officeDocument/2006/relationships/image" Target="../media/image49.png"/><Relationship Id="rId4" Type="http://schemas.openxmlformats.org/officeDocument/2006/relationships/customXml" Target="../ink/ink23.xml"/><Relationship Id="rId9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customXml" Target="../ink/ink30.xml"/><Relationship Id="rId3" Type="http://schemas.openxmlformats.org/officeDocument/2006/relationships/image" Target="../media/image48.png"/><Relationship Id="rId7" Type="http://schemas.openxmlformats.org/officeDocument/2006/relationships/customXml" Target="../ink/ink27.xml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customXml" Target="../ink/ink29.xml"/><Relationship Id="rId5" Type="http://schemas.openxmlformats.org/officeDocument/2006/relationships/customXml" Target="../ink/ink26.xml"/><Relationship Id="rId15" Type="http://schemas.openxmlformats.org/officeDocument/2006/relationships/customXml" Target="../ink/ink31.xml"/><Relationship Id="rId10" Type="http://schemas.openxmlformats.org/officeDocument/2006/relationships/image" Target="../media/image55.png"/><Relationship Id="rId4" Type="http://schemas.openxmlformats.org/officeDocument/2006/relationships/image" Target="../media/image52.png"/><Relationship Id="rId9" Type="http://schemas.openxmlformats.org/officeDocument/2006/relationships/customXml" Target="../ink/ink28.xml"/><Relationship Id="rId1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71.png"/><Relationship Id="rId18" Type="http://schemas.openxmlformats.org/officeDocument/2006/relationships/customXml" Target="../ink/ink39.xml"/><Relationship Id="rId3" Type="http://schemas.openxmlformats.org/officeDocument/2006/relationships/image" Target="../media/image66.png"/><Relationship Id="rId21" Type="http://schemas.openxmlformats.org/officeDocument/2006/relationships/image" Target="../media/image75.png"/><Relationship Id="rId7" Type="http://schemas.openxmlformats.org/officeDocument/2006/relationships/image" Target="../media/image68.png"/><Relationship Id="rId12" Type="http://schemas.openxmlformats.org/officeDocument/2006/relationships/customXml" Target="../ink/ink36.xml"/><Relationship Id="rId17" Type="http://schemas.openxmlformats.org/officeDocument/2006/relationships/image" Target="../media/image73.png"/><Relationship Id="rId25" Type="http://schemas.openxmlformats.org/officeDocument/2006/relationships/image" Target="../media/image77.png"/><Relationship Id="rId2" Type="http://schemas.openxmlformats.org/officeDocument/2006/relationships/notesSlide" Target="../notesSlides/notesSlide25.xml"/><Relationship Id="rId16" Type="http://schemas.openxmlformats.org/officeDocument/2006/relationships/customXml" Target="../ink/ink38.xml"/><Relationship Id="rId20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11" Type="http://schemas.openxmlformats.org/officeDocument/2006/relationships/image" Target="../media/image70.png"/><Relationship Id="rId24" Type="http://schemas.openxmlformats.org/officeDocument/2006/relationships/customXml" Target="../ink/ink42.xml"/><Relationship Id="rId5" Type="http://schemas.openxmlformats.org/officeDocument/2006/relationships/image" Target="../media/image67.png"/><Relationship Id="rId15" Type="http://schemas.openxmlformats.org/officeDocument/2006/relationships/image" Target="../media/image72.png"/><Relationship Id="rId23" Type="http://schemas.openxmlformats.org/officeDocument/2006/relationships/image" Target="../media/image76.png"/><Relationship Id="rId10" Type="http://schemas.openxmlformats.org/officeDocument/2006/relationships/customXml" Target="../ink/ink35.xml"/><Relationship Id="rId19" Type="http://schemas.openxmlformats.org/officeDocument/2006/relationships/image" Target="../media/image74.png"/><Relationship Id="rId4" Type="http://schemas.openxmlformats.org/officeDocument/2006/relationships/customXml" Target="../ink/ink32.xml"/><Relationship Id="rId9" Type="http://schemas.openxmlformats.org/officeDocument/2006/relationships/image" Target="../media/image69.png"/><Relationship Id="rId14" Type="http://schemas.openxmlformats.org/officeDocument/2006/relationships/customXml" Target="../ink/ink37.xml"/><Relationship Id="rId22" Type="http://schemas.openxmlformats.org/officeDocument/2006/relationships/customXml" Target="../ink/ink4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44.xml"/><Relationship Id="rId13" Type="http://schemas.openxmlformats.org/officeDocument/2006/relationships/image" Target="../media/image85.png"/><Relationship Id="rId18" Type="http://schemas.openxmlformats.org/officeDocument/2006/relationships/customXml" Target="../ink/ink49.xml"/><Relationship Id="rId3" Type="http://schemas.openxmlformats.org/officeDocument/2006/relationships/image" Target="../media/image79.png"/><Relationship Id="rId7" Type="http://schemas.openxmlformats.org/officeDocument/2006/relationships/image" Target="../media/image82.png"/><Relationship Id="rId12" Type="http://schemas.openxmlformats.org/officeDocument/2006/relationships/customXml" Target="../ink/ink46.xml"/><Relationship Id="rId17" Type="http://schemas.openxmlformats.org/officeDocument/2006/relationships/image" Target="../media/image87.png"/><Relationship Id="rId2" Type="http://schemas.openxmlformats.org/officeDocument/2006/relationships/notesSlide" Target="../notesSlides/notesSlide27.xml"/><Relationship Id="rId16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3.xml"/><Relationship Id="rId11" Type="http://schemas.openxmlformats.org/officeDocument/2006/relationships/image" Target="../media/image84.png"/><Relationship Id="rId5" Type="http://schemas.openxmlformats.org/officeDocument/2006/relationships/image" Target="../media/image81.png"/><Relationship Id="rId15" Type="http://schemas.openxmlformats.org/officeDocument/2006/relationships/image" Target="../media/image86.png"/><Relationship Id="rId10" Type="http://schemas.openxmlformats.org/officeDocument/2006/relationships/customXml" Target="../ink/ink45.xml"/><Relationship Id="rId19" Type="http://schemas.openxmlformats.org/officeDocument/2006/relationships/image" Target="../media/image88.png"/><Relationship Id="rId4" Type="http://schemas.openxmlformats.org/officeDocument/2006/relationships/image" Target="../media/image80.png"/><Relationship Id="rId9" Type="http://schemas.openxmlformats.org/officeDocument/2006/relationships/image" Target="../media/image83.png"/><Relationship Id="rId14" Type="http://schemas.openxmlformats.org/officeDocument/2006/relationships/customXml" Target="../ink/ink4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53.xml"/><Relationship Id="rId13" Type="http://schemas.openxmlformats.org/officeDocument/2006/relationships/image" Target="../media/image106.png"/><Relationship Id="rId18" Type="http://schemas.openxmlformats.org/officeDocument/2006/relationships/customXml" Target="../ink/ink59.xml"/><Relationship Id="rId3" Type="http://schemas.openxmlformats.org/officeDocument/2006/relationships/customXml" Target="../ink/ink50.xml"/><Relationship Id="rId7" Type="http://schemas.openxmlformats.org/officeDocument/2006/relationships/customXml" Target="../ink/ink52.xml"/><Relationship Id="rId12" Type="http://schemas.openxmlformats.org/officeDocument/2006/relationships/customXml" Target="../ink/ink55.xml"/><Relationship Id="rId17" Type="http://schemas.openxmlformats.org/officeDocument/2006/relationships/customXml" Target="../ink/ink58.xml"/><Relationship Id="rId2" Type="http://schemas.openxmlformats.org/officeDocument/2006/relationships/image" Target="../media/image102.png"/><Relationship Id="rId16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105.png"/><Relationship Id="rId5" Type="http://schemas.openxmlformats.org/officeDocument/2006/relationships/customXml" Target="../ink/ink51.xml"/><Relationship Id="rId15" Type="http://schemas.openxmlformats.org/officeDocument/2006/relationships/customXml" Target="../ink/ink57.xml"/><Relationship Id="rId10" Type="http://schemas.openxmlformats.org/officeDocument/2006/relationships/customXml" Target="../ink/ink54.xml"/><Relationship Id="rId19" Type="http://schemas.openxmlformats.org/officeDocument/2006/relationships/image" Target="../media/image108.png"/><Relationship Id="rId4" Type="http://schemas.openxmlformats.org/officeDocument/2006/relationships/image" Target="../media/image103.png"/><Relationship Id="rId9" Type="http://schemas.openxmlformats.org/officeDocument/2006/relationships/image" Target="../media/image104.png"/><Relationship Id="rId14" Type="http://schemas.openxmlformats.org/officeDocument/2006/relationships/customXml" Target="../ink/ink56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3" Type="http://schemas.openxmlformats.org/officeDocument/2006/relationships/customXml" Target="../ink/ink60.xml"/><Relationship Id="rId7" Type="http://schemas.openxmlformats.org/officeDocument/2006/relationships/customXml" Target="../ink/ink62.xml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customXml" Target="../ink/ink61.xml"/><Relationship Id="rId4" Type="http://schemas.openxmlformats.org/officeDocument/2006/relationships/image" Target="../media/image110.png"/><Relationship Id="rId9" Type="http://schemas.openxmlformats.org/officeDocument/2006/relationships/customXml" Target="../ink/ink6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 dirty="0">
                <a:solidFill>
                  <a:srgbClr val="CC33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Compiler Design</a:t>
            </a:r>
            <a:endParaRPr lang="en-US" sz="7200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79883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24280"/>
          <a:stretch/>
        </p:blipFill>
        <p:spPr>
          <a:xfrm>
            <a:off x="882967" y="1914525"/>
            <a:ext cx="8335830" cy="278034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967" y="1042987"/>
            <a:ext cx="4807416" cy="64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041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Parsing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62137"/>
            <a:ext cx="8124824" cy="278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64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Parsing During Compilation</a:t>
            </a:r>
            <a:endParaRPr lang="en-US" sz="4000" dirty="0"/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8864600" y="2971800"/>
            <a:ext cx="17526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 b="1">
                <a:latin typeface="Times New Roman" panose="02020603050405020304" pitchFamily="18" charset="0"/>
              </a:rPr>
              <a:t>intermediate     representation</a:t>
            </a:r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1397000" y="2057400"/>
            <a:ext cx="9144000" cy="2771775"/>
            <a:chOff x="0" y="1056"/>
            <a:chExt cx="5760" cy="1746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2448" y="1056"/>
              <a:ext cx="100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errors</a:t>
              </a: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864" y="1632"/>
              <a:ext cx="1008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lexical analyzer</a:t>
              </a:r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>
              <a:off x="2448" y="1728"/>
              <a:ext cx="1008" cy="25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 b="1" i="1">
                  <a:latin typeface="Times New Roman" panose="02020603050405020304" pitchFamily="18" charset="0"/>
                </a:rPr>
                <a:t>parser</a:t>
              </a: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3888" y="1632"/>
              <a:ext cx="912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rest of front end</a:t>
              </a: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2448" y="2352"/>
              <a:ext cx="1008" cy="450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2000" b="1">
                  <a:latin typeface="Times New Roman" panose="02020603050405020304" pitchFamily="18" charset="0"/>
                </a:rPr>
                <a:t>symbol  table</a:t>
              </a:r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>
              <a:off x="1872" y="1776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H="1">
              <a:off x="1872" y="1920"/>
              <a:ext cx="57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Line 12"/>
            <p:cNvSpPr>
              <a:spLocks noChangeShapeType="1"/>
            </p:cNvSpPr>
            <p:nvPr/>
          </p:nvSpPr>
          <p:spPr bwMode="auto">
            <a:xfrm flipV="1">
              <a:off x="2928" y="1296"/>
              <a:ext cx="0" cy="4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Line 13"/>
            <p:cNvSpPr>
              <a:spLocks noChangeShapeType="1"/>
            </p:cNvSpPr>
            <p:nvPr/>
          </p:nvSpPr>
          <p:spPr bwMode="auto">
            <a:xfrm flipV="1">
              <a:off x="1872" y="1296"/>
              <a:ext cx="576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Line 14"/>
            <p:cNvSpPr>
              <a:spLocks noChangeShapeType="1"/>
            </p:cNvSpPr>
            <p:nvPr/>
          </p:nvSpPr>
          <p:spPr bwMode="auto">
            <a:xfrm flipH="1" flipV="1">
              <a:off x="3456" y="1296"/>
              <a:ext cx="432" cy="3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4800" y="1824"/>
              <a:ext cx="960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Line 16"/>
            <p:cNvSpPr>
              <a:spLocks noChangeShapeType="1"/>
            </p:cNvSpPr>
            <p:nvPr/>
          </p:nvSpPr>
          <p:spPr bwMode="auto">
            <a:xfrm>
              <a:off x="3456" y="1872"/>
              <a:ext cx="432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prstDash val="sysDot"/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Line 17"/>
            <p:cNvSpPr>
              <a:spLocks noChangeShapeType="1"/>
            </p:cNvSpPr>
            <p:nvPr/>
          </p:nvSpPr>
          <p:spPr bwMode="auto">
            <a:xfrm>
              <a:off x="1680" y="2103"/>
              <a:ext cx="768" cy="44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 flipV="1">
              <a:off x="3456" y="2064"/>
              <a:ext cx="432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96" y="1872"/>
              <a:ext cx="7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0" y="1680"/>
              <a:ext cx="76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>
                  <a:latin typeface="Times New Roman" panose="02020603050405020304" pitchFamily="18" charset="0"/>
                </a:rPr>
                <a:t>source program</a:t>
              </a:r>
            </a:p>
          </p:txBody>
        </p:sp>
        <p:sp>
          <p:nvSpPr>
            <p:cNvPr id="25" name="Text Box 21"/>
            <p:cNvSpPr txBox="1">
              <a:spLocks noChangeArrowheads="1"/>
            </p:cNvSpPr>
            <p:nvPr/>
          </p:nvSpPr>
          <p:spPr bwMode="auto">
            <a:xfrm>
              <a:off x="3360" y="1680"/>
              <a:ext cx="62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>
                  <a:latin typeface="Times New Roman" panose="02020603050405020304" pitchFamily="18" charset="0"/>
                </a:rPr>
                <a:t>parse tree</a:t>
              </a:r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1776" y="1872"/>
              <a:ext cx="768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 i="1" dirty="0">
                  <a:latin typeface="Times New Roman" panose="02020603050405020304" pitchFamily="18" charset="0"/>
                </a:rPr>
                <a:t>get next token</a:t>
              </a:r>
            </a:p>
          </p:txBody>
        </p:sp>
        <p:sp>
          <p:nvSpPr>
            <p:cNvPr id="27" name="Text Box 23"/>
            <p:cNvSpPr txBox="1">
              <a:spLocks noChangeArrowheads="1"/>
            </p:cNvSpPr>
            <p:nvPr/>
          </p:nvSpPr>
          <p:spPr bwMode="auto">
            <a:xfrm>
              <a:off x="1824" y="1584"/>
              <a:ext cx="62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b="1">
                  <a:latin typeface="Times New Roman" panose="02020603050405020304" pitchFamily="18" charset="0"/>
                </a:rPr>
                <a:t>token</a:t>
              </a:r>
            </a:p>
          </p:txBody>
        </p:sp>
      </p:grp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2768600" y="1752600"/>
            <a:ext cx="1600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rgbClr val="FF6699"/>
                </a:solidFill>
                <a:latin typeface="Times New Roman" panose="02020603050405020304" pitchFamily="18" charset="0"/>
              </a:rPr>
              <a:t>regular expressions</a:t>
            </a:r>
          </a:p>
        </p:txBody>
      </p:sp>
      <p:sp>
        <p:nvSpPr>
          <p:cNvPr id="29" name="Line 25"/>
          <p:cNvSpPr>
            <a:spLocks noChangeShapeType="1"/>
          </p:cNvSpPr>
          <p:nvPr/>
        </p:nvSpPr>
        <p:spPr bwMode="auto">
          <a:xfrm>
            <a:off x="3530600" y="2286000"/>
            <a:ext cx="0" cy="685800"/>
          </a:xfrm>
          <a:prstGeom prst="line">
            <a:avLst/>
          </a:prstGeom>
          <a:noFill/>
          <a:ln w="25400">
            <a:solidFill>
              <a:srgbClr val="FF6699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" name="Text Box 26"/>
          <p:cNvSpPr txBox="1">
            <a:spLocks noChangeArrowheads="1"/>
          </p:cNvSpPr>
          <p:nvPr/>
        </p:nvSpPr>
        <p:spPr bwMode="auto">
          <a:xfrm>
            <a:off x="7337287" y="4343400"/>
            <a:ext cx="320371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4572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144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3716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8288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indent="-4572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indent="-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Collecting token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Perform type checking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/>
              <a:t>Intermediate code generation</a:t>
            </a:r>
          </a:p>
        </p:txBody>
      </p:sp>
      <p:sp>
        <p:nvSpPr>
          <p:cNvPr id="31" name="Line 27"/>
          <p:cNvSpPr>
            <a:spLocks noChangeShapeType="1"/>
          </p:cNvSpPr>
          <p:nvPr/>
        </p:nvSpPr>
        <p:spPr bwMode="auto">
          <a:xfrm flipV="1">
            <a:off x="8255000" y="3733800"/>
            <a:ext cx="0" cy="609600"/>
          </a:xfrm>
          <a:prstGeom prst="line">
            <a:avLst/>
          </a:prstGeom>
          <a:noFill/>
          <a:ln w="25400">
            <a:solidFill>
              <a:schemeClr val="accent2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2" name="Text Box 28"/>
          <p:cNvSpPr txBox="1">
            <a:spLocks noChangeArrowheads="1"/>
          </p:cNvSpPr>
          <p:nvPr/>
        </p:nvSpPr>
        <p:spPr bwMode="auto">
          <a:xfrm>
            <a:off x="1701800" y="5105400"/>
            <a:ext cx="5410200" cy="16160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en-US" altLang="en-US" sz="2000">
                <a:solidFill>
                  <a:srgbClr val="000000"/>
                </a:solidFill>
              </a:rPr>
              <a:t> uses a grammar to check structure of tokens</a:t>
            </a:r>
          </a:p>
          <a:p>
            <a:pPr>
              <a:buFontTx/>
              <a:buChar char="•"/>
            </a:pPr>
            <a:r>
              <a:rPr lang="en-US" altLang="en-US" sz="2000">
                <a:solidFill>
                  <a:srgbClr val="000000"/>
                </a:solidFill>
              </a:rPr>
              <a:t> produces a parse tree</a:t>
            </a:r>
          </a:p>
          <a:p>
            <a:pPr>
              <a:buFontTx/>
              <a:buChar char="•"/>
            </a:pPr>
            <a:r>
              <a:rPr lang="en-US" altLang="en-US" sz="2000">
                <a:solidFill>
                  <a:srgbClr val="000000"/>
                </a:solidFill>
              </a:rPr>
              <a:t> syntactic errors and recovery</a:t>
            </a:r>
          </a:p>
          <a:p>
            <a:pPr>
              <a:buFontTx/>
              <a:buChar char="•"/>
            </a:pPr>
            <a:r>
              <a:rPr lang="en-US" altLang="en-US" sz="2000">
                <a:solidFill>
                  <a:srgbClr val="000000"/>
                </a:solidFill>
              </a:rPr>
              <a:t> recognize correct syntax</a:t>
            </a:r>
          </a:p>
          <a:p>
            <a:pPr>
              <a:buFontTx/>
              <a:buChar char="•"/>
            </a:pPr>
            <a:r>
              <a:rPr lang="en-US" altLang="en-US" sz="2000">
                <a:solidFill>
                  <a:srgbClr val="000000"/>
                </a:solidFill>
              </a:rPr>
              <a:t> report errors</a:t>
            </a:r>
          </a:p>
        </p:txBody>
      </p:sp>
      <p:sp>
        <p:nvSpPr>
          <p:cNvPr id="33" name="Line 29"/>
          <p:cNvSpPr>
            <a:spLocks noChangeShapeType="1"/>
          </p:cNvSpPr>
          <p:nvPr/>
        </p:nvSpPr>
        <p:spPr bwMode="auto">
          <a:xfrm flipV="1">
            <a:off x="3585264" y="3581401"/>
            <a:ext cx="2155135" cy="1555749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995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Errors in Programs</a:t>
            </a:r>
            <a:endParaRPr lang="en-US" sz="40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838325"/>
            <a:ext cx="4772026" cy="450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Error Detection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2913"/>
          <a:stretch/>
        </p:blipFill>
        <p:spPr>
          <a:xfrm>
            <a:off x="940731" y="1880235"/>
            <a:ext cx="6845958" cy="4610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03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Adequate Error Reporting is Not a Trivial Task</a:t>
            </a:r>
            <a:endParaRPr lang="en-US" sz="4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79" y="1847849"/>
            <a:ext cx="6246495" cy="453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528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spc="0" dirty="0">
                <a:solidFill>
                  <a:srgbClr val="575F6D"/>
                </a:solidFill>
                <a:latin typeface="Century Schoolbook"/>
              </a:rPr>
              <a:t>Error Recovery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71662"/>
            <a:ext cx="6517958" cy="440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682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200" cap="small" spc="0" dirty="0">
                <a:solidFill>
                  <a:srgbClr val="575F6D"/>
                </a:solidFill>
                <a:latin typeface="Century Schoolbook"/>
              </a:rPr>
              <a:t>Error Recovery May Trigger More Errors!</a:t>
            </a:r>
            <a:endParaRPr lang="en-US" sz="3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0" y="1862137"/>
            <a:ext cx="5629275" cy="451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36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cap="small" spc="0" dirty="0">
                <a:solidFill>
                  <a:srgbClr val="575F6D"/>
                </a:solidFill>
                <a:latin typeface="Century Schoolbook"/>
              </a:rPr>
              <a:t>Error Recovery Approaches: Panic Mode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65936"/>
            <a:ext cx="5734050" cy="451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568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cap="small" spc="0" dirty="0">
                <a:solidFill>
                  <a:srgbClr val="575F6D"/>
                </a:solidFill>
                <a:latin typeface="Century Schoolbook"/>
              </a:rPr>
              <a:t>Error Recovery Approaches: </a:t>
            </a:r>
            <a:br>
              <a:rPr lang="en-GB" sz="3600" cap="small" spc="0" dirty="0">
                <a:solidFill>
                  <a:srgbClr val="575F6D"/>
                </a:solidFill>
                <a:latin typeface="Century Schoolbook"/>
              </a:rPr>
            </a:br>
            <a:r>
              <a:rPr lang="en-GB" sz="3600" cap="small" spc="0" dirty="0">
                <a:solidFill>
                  <a:srgbClr val="575F6D"/>
                </a:solidFill>
                <a:latin typeface="Century Schoolbook"/>
              </a:rPr>
              <a:t>Phrase-Level Recovery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57373"/>
            <a:ext cx="7118033" cy="452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6014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Error Recovery Approaches: Error Productions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1" y="1852611"/>
            <a:ext cx="6319837" cy="405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57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cap="small" spc="0" dirty="0">
                <a:solidFill>
                  <a:srgbClr val="575F6D"/>
                </a:solidFill>
                <a:latin typeface="Century Schoolbook"/>
              </a:rPr>
              <a:t>Error Recovery Approaches: </a:t>
            </a:r>
            <a:br>
              <a:rPr lang="en-GB" sz="3600" cap="small" spc="0" dirty="0">
                <a:solidFill>
                  <a:srgbClr val="575F6D"/>
                </a:solidFill>
                <a:latin typeface="Century Schoolbook"/>
              </a:rPr>
            </a:br>
            <a:r>
              <a:rPr lang="en-GB" sz="3600" cap="small" spc="0" dirty="0">
                <a:solidFill>
                  <a:srgbClr val="575F6D"/>
                </a:solidFill>
                <a:latin typeface="Century Schoolbook"/>
              </a:rPr>
              <a:t>Global Correction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588" y="1943099"/>
            <a:ext cx="6767512" cy="368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841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Parsers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3"/>
            <a:ext cx="7760970" cy="436785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B9E6AC-F02D-F88A-AC5C-E1D236444C81}"/>
                  </a:ext>
                </a:extLst>
              </p14:cNvPr>
              <p14:cNvContentPartPr/>
              <p14:nvPr/>
            </p14:nvContentPartPr>
            <p14:xfrm>
              <a:off x="1974324" y="5610853"/>
              <a:ext cx="2130120" cy="32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B9E6AC-F02D-F88A-AC5C-E1D236444C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0684" y="5502853"/>
                <a:ext cx="223776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A266969-02E2-DF38-E07D-756A6C7633EE}"/>
                  </a:ext>
                </a:extLst>
              </p14:cNvPr>
              <p14:cNvContentPartPr/>
              <p14:nvPr/>
            </p14:nvContentPartPr>
            <p14:xfrm>
              <a:off x="1974324" y="6001813"/>
              <a:ext cx="2013480" cy="896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A266969-02E2-DF38-E07D-756A6C7633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20684" y="5893813"/>
                <a:ext cx="2121120" cy="30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E72D741-D5BA-CA46-F902-2DD006857875}"/>
                  </a:ext>
                </a:extLst>
              </p14:cNvPr>
              <p14:cNvContentPartPr/>
              <p14:nvPr/>
            </p14:nvContentPartPr>
            <p14:xfrm>
              <a:off x="1916004" y="5651533"/>
              <a:ext cx="2052360" cy="889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E72D741-D5BA-CA46-F902-2DD00685787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862364" y="5543893"/>
                <a:ext cx="2160000" cy="304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6253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Context Free Grammars (CFG)</a:t>
            </a:r>
            <a:endParaRPr lang="en-US" sz="4000" dirty="0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"/>
          </p:nvPr>
        </p:nvSpPr>
        <p:spPr>
          <a:xfrm>
            <a:off x="595085" y="1872343"/>
            <a:ext cx="11437258" cy="4296228"/>
          </a:xfrm>
        </p:spPr>
        <p:txBody>
          <a:bodyPr>
            <a:normAutofit/>
          </a:bodyPr>
          <a:lstStyle/>
          <a:p>
            <a:r>
              <a:rPr lang="en-US" dirty="0"/>
              <a:t>A context-free grammar has four components: G = ( V, </a:t>
            </a:r>
            <a:r>
              <a:rPr lang="el-GR" dirty="0"/>
              <a:t>Σ, </a:t>
            </a:r>
            <a:r>
              <a:rPr lang="en-US" dirty="0"/>
              <a:t>P, S )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highlight>
                  <a:srgbClr val="FFFF00"/>
                </a:highlight>
              </a:rPr>
              <a:t>A set of </a:t>
            </a:r>
            <a:r>
              <a:rPr lang="en-US" b="1" dirty="0">
                <a:highlight>
                  <a:srgbClr val="FFFF00"/>
                </a:highlight>
              </a:rPr>
              <a:t>non-terminals</a:t>
            </a:r>
            <a:r>
              <a:rPr lang="en-US" dirty="0">
                <a:highlight>
                  <a:srgbClr val="FFFF00"/>
                </a:highlight>
              </a:rPr>
              <a:t> (V). </a:t>
            </a:r>
            <a:r>
              <a:rPr lang="en-US" dirty="0"/>
              <a:t>Non-terminals are syntactic variables that denote sets of strings. The non-terminals define sets of strings that help define the language generated by the grammar.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highlight>
                  <a:srgbClr val="FFFF00"/>
                </a:highlight>
              </a:rPr>
              <a:t>A set of tokens, known as </a:t>
            </a:r>
            <a:r>
              <a:rPr lang="en-US" b="1" dirty="0">
                <a:highlight>
                  <a:srgbClr val="FFFF00"/>
                </a:highlight>
              </a:rPr>
              <a:t>terminal symbols</a:t>
            </a:r>
            <a:r>
              <a:rPr lang="en-US" dirty="0">
                <a:highlight>
                  <a:srgbClr val="FFFF00"/>
                </a:highlight>
              </a:rPr>
              <a:t> (Σ). </a:t>
            </a:r>
            <a:r>
              <a:rPr lang="en-US" dirty="0"/>
              <a:t>Terminals are the basic symbols from which strings are formed.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>
                <a:highlight>
                  <a:srgbClr val="FFFF00"/>
                </a:highlight>
              </a:rPr>
              <a:t>A set of </a:t>
            </a:r>
            <a:r>
              <a:rPr lang="en-US" b="1" dirty="0">
                <a:highlight>
                  <a:srgbClr val="FFFF00"/>
                </a:highlight>
              </a:rPr>
              <a:t>productions</a:t>
            </a:r>
            <a:r>
              <a:rPr lang="en-US" dirty="0">
                <a:highlight>
                  <a:srgbClr val="FFFF00"/>
                </a:highlight>
              </a:rPr>
              <a:t> (P). </a:t>
            </a:r>
            <a:r>
              <a:rPr lang="en-US" dirty="0"/>
              <a:t>The productions of a grammar specify the manner in which the terminals and non-terminals can be combined to form strings. Each production consists of a </a:t>
            </a:r>
            <a:r>
              <a:rPr lang="en-US" b="1" dirty="0"/>
              <a:t>non-terminal</a:t>
            </a:r>
            <a:r>
              <a:rPr lang="en-US" dirty="0"/>
              <a:t> called the left side of the production, an arrow, and a sequence of tokens and/or </a:t>
            </a:r>
            <a:r>
              <a:rPr lang="en-US" b="1" dirty="0"/>
              <a:t>on- terminals</a:t>
            </a:r>
            <a:r>
              <a:rPr lang="en-US" dirty="0"/>
              <a:t>, called the right side of the production.</a:t>
            </a:r>
          </a:p>
          <a:p>
            <a:pPr algn="just">
              <a:buFont typeface="Wingdings" pitchFamily="2" charset="2"/>
              <a:buChar char="ü"/>
            </a:pPr>
            <a:r>
              <a:rPr lang="en-US" dirty="0"/>
              <a:t>One of the non-terminals is designated as the </a:t>
            </a:r>
            <a:r>
              <a:rPr lang="en-US" b="1" dirty="0">
                <a:highlight>
                  <a:srgbClr val="FFFF00"/>
                </a:highlight>
              </a:rPr>
              <a:t>start symbol </a:t>
            </a:r>
            <a:r>
              <a:rPr lang="en-US" dirty="0">
                <a:highlight>
                  <a:srgbClr val="FFFF00"/>
                </a:highlight>
              </a:rPr>
              <a:t>(S); </a:t>
            </a:r>
            <a:r>
              <a:rPr lang="en-US" dirty="0"/>
              <a:t>from where the production begins.</a:t>
            </a:r>
          </a:p>
        </p:txBody>
      </p:sp>
    </p:spTree>
    <p:extLst>
      <p:ext uri="{BB962C8B-B14F-4D97-AF65-F5344CB8AC3E}">
        <p14:creationId xmlns:p14="http://schemas.microsoft.com/office/powerpoint/2010/main" val="1559019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Example of CFG: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 = ( V, </a:t>
            </a:r>
            <a:r>
              <a:rPr lang="el-GR" dirty="0"/>
              <a:t>Σ, </a:t>
            </a:r>
            <a:r>
              <a:rPr lang="en-US" dirty="0"/>
              <a:t>P, S )Where:</a:t>
            </a:r>
          </a:p>
          <a:p>
            <a:r>
              <a:rPr lang="en-US" dirty="0"/>
              <a:t>V = { Q, Z, N } </a:t>
            </a:r>
          </a:p>
          <a:p>
            <a:r>
              <a:rPr lang="el-GR" dirty="0"/>
              <a:t>Σ = { 0, 1 } </a:t>
            </a:r>
            <a:endParaRPr lang="en-US" dirty="0"/>
          </a:p>
          <a:p>
            <a:r>
              <a:rPr lang="en-US" dirty="0"/>
              <a:t>P = { Q → Z | Q → N | Q → ℇ | Z → 0Q0 |</a:t>
            </a:r>
          </a:p>
          <a:p>
            <a:pPr>
              <a:buNone/>
            </a:pPr>
            <a:r>
              <a:rPr lang="en-US" dirty="0"/>
              <a:t>			N → 1Q1 } </a:t>
            </a:r>
          </a:p>
          <a:p>
            <a:r>
              <a:rPr lang="en-US" dirty="0"/>
              <a:t>S = { Q }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This grammar describes palindrome language, such as: 1001, 11100111, 00100, 1010101, 11111,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ECB941-BAA8-EE00-4852-FEF3BD0ABB96}"/>
              </a:ext>
            </a:extLst>
          </p:cNvPr>
          <p:cNvSpPr txBox="1"/>
          <p:nvPr/>
        </p:nvSpPr>
        <p:spPr>
          <a:xfrm>
            <a:off x="252919" y="0"/>
            <a:ext cx="55642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CD, grammar refers to the formal rules that define the syntax of a Programming Language.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7ADC2-656F-68F8-6C22-CB766D2B505B}"/>
              </a:ext>
            </a:extLst>
          </p:cNvPr>
          <p:cNvSpPr txBox="1"/>
          <p:nvPr/>
        </p:nvSpPr>
        <p:spPr>
          <a:xfrm>
            <a:off x="7402750" y="388741"/>
            <a:ext cx="35460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CD, the language of a grammar refers to the set of all possible strings that can be generated by that grammar.</a:t>
            </a:r>
          </a:p>
        </p:txBody>
      </p:sp>
    </p:spTree>
    <p:extLst>
      <p:ext uri="{BB962C8B-B14F-4D97-AF65-F5344CB8AC3E}">
        <p14:creationId xmlns:p14="http://schemas.microsoft.com/office/powerpoint/2010/main" val="3100032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cap="small" spc="0" dirty="0">
                <a:solidFill>
                  <a:srgbClr val="575F6D"/>
                </a:solidFill>
                <a:latin typeface="Century Schoolbook"/>
              </a:rPr>
              <a:t>Rule Alternative Notations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5150"/>
          <a:stretch/>
        </p:blipFill>
        <p:spPr>
          <a:xfrm>
            <a:off x="1097280" y="1843087"/>
            <a:ext cx="7781924" cy="457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698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Notational Conventions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94512"/>
            <a:ext cx="7003733" cy="483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576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Derivations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A </a:t>
            </a:r>
            <a:r>
              <a:rPr lang="en-US" dirty="0">
                <a:highlight>
                  <a:srgbClr val="FFFF00"/>
                </a:highlight>
              </a:rPr>
              <a:t>derivation is basically a sequence of production rules, in order to get the input string</a:t>
            </a:r>
            <a:r>
              <a:rPr lang="en-US" dirty="0"/>
              <a:t>. During parsing, we take two decisions for some sentential form of input: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Deciding the non-terminal which is to be replaced.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Deciding the production rule, by which, the non-terminal will be replaced.</a:t>
            </a:r>
          </a:p>
          <a:p>
            <a:r>
              <a:rPr lang="en-US" dirty="0"/>
              <a:t>To decide which non-terminal to be replaced with production rule, we can have two options.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6025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Derivations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5657"/>
          <a:stretch/>
        </p:blipFill>
        <p:spPr>
          <a:xfrm>
            <a:off x="1097280" y="1796096"/>
            <a:ext cx="6381751" cy="463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980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Derivations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3087"/>
            <a:ext cx="7081837" cy="44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606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CFG Terminology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1845734"/>
            <a:ext cx="7372129" cy="44121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95102DC-7577-4B18-156B-05FC49163A2D}"/>
                  </a:ext>
                </a:extLst>
              </p14:cNvPr>
              <p14:cNvContentPartPr/>
              <p14:nvPr/>
            </p14:nvContentPartPr>
            <p14:xfrm>
              <a:off x="1439364" y="4610053"/>
              <a:ext cx="7167960" cy="69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95102DC-7577-4B18-156B-05FC49163A2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5724" y="4502413"/>
                <a:ext cx="7275600" cy="28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096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Leftmost Derivation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51660"/>
            <a:ext cx="6717983" cy="4593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025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Rightmost Derivation</a:t>
            </a:r>
            <a:endParaRPr lang="en-US" sz="40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65936"/>
            <a:ext cx="6517958" cy="449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286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small" spc="0" dirty="0">
                <a:solidFill>
                  <a:srgbClr val="575F6D"/>
                </a:solidFill>
                <a:latin typeface="Century Schoolbook"/>
              </a:rPr>
              <a:t>Parse Tree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19286"/>
            <a:ext cx="8124824" cy="40688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819EF5C-2921-94B0-99AC-36A2C3B10A5A}"/>
                  </a:ext>
                </a:extLst>
              </p14:cNvPr>
              <p14:cNvContentPartPr/>
              <p14:nvPr/>
            </p14:nvContentPartPr>
            <p14:xfrm>
              <a:off x="1974324" y="2061613"/>
              <a:ext cx="7071840" cy="241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819EF5C-2921-94B0-99AC-36A2C3B10A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0684" y="1953613"/>
                <a:ext cx="717948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B5A3E60-4E69-A65C-8B48-2F2760051D2F}"/>
                  </a:ext>
                </a:extLst>
              </p14:cNvPr>
              <p14:cNvContentPartPr/>
              <p14:nvPr/>
            </p14:nvContentPartPr>
            <p14:xfrm>
              <a:off x="1565724" y="2655253"/>
              <a:ext cx="5960520" cy="146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B5A3E60-4E69-A65C-8B48-2F2760051D2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12084" y="2547613"/>
                <a:ext cx="6068160" cy="36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CF724B3-053F-0ED0-A70B-7D71AE5B3805}"/>
                  </a:ext>
                </a:extLst>
              </p14:cNvPr>
              <p14:cNvContentPartPr/>
              <p14:nvPr/>
            </p14:nvContentPartPr>
            <p14:xfrm>
              <a:off x="2003844" y="2236573"/>
              <a:ext cx="3223440" cy="694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CF724B3-053F-0ED0-A70B-7D71AE5B380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950204" y="2128933"/>
                <a:ext cx="33310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5DD7019-BB6C-D244-60DF-1CAC02AF1F1F}"/>
                  </a:ext>
                </a:extLst>
              </p14:cNvPr>
              <p14:cNvContentPartPr/>
              <p14:nvPr/>
            </p14:nvContentPartPr>
            <p14:xfrm>
              <a:off x="5310804" y="2208133"/>
              <a:ext cx="162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5DD7019-BB6C-D244-60DF-1CAC02AF1F1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57164" y="2100133"/>
                <a:ext cx="1238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F78F0A4-898E-8B76-01EF-FBBAF6FABF0E}"/>
                  </a:ext>
                </a:extLst>
              </p14:cNvPr>
              <p14:cNvContentPartPr/>
              <p14:nvPr/>
            </p14:nvContentPartPr>
            <p14:xfrm>
              <a:off x="4649484" y="2091133"/>
              <a:ext cx="4464720" cy="69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F78F0A4-898E-8B76-01EF-FBBAF6FABF0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95844" y="1983493"/>
                <a:ext cx="457236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358AFE-7736-DE5E-9AD4-B2980115E282}"/>
                  </a:ext>
                </a:extLst>
              </p14:cNvPr>
              <p14:cNvContentPartPr/>
              <p14:nvPr/>
            </p14:nvContentPartPr>
            <p14:xfrm>
              <a:off x="1614684" y="2626093"/>
              <a:ext cx="4513320" cy="496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358AFE-7736-DE5E-9AD4-B2980115E282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560684" y="2518453"/>
                <a:ext cx="462096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6D717C9-9641-1335-64A8-1C1D52B7AFA6}"/>
                  </a:ext>
                </a:extLst>
              </p14:cNvPr>
              <p14:cNvContentPartPr/>
              <p14:nvPr/>
            </p14:nvContentPartPr>
            <p14:xfrm>
              <a:off x="5213964" y="2606653"/>
              <a:ext cx="896400" cy="136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6D717C9-9641-1335-64A8-1C1D52B7AFA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160324" y="2499013"/>
                <a:ext cx="1004040" cy="35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A8851A0-5A29-CA91-3C6B-D8BA93D05DD9}"/>
                  </a:ext>
                </a:extLst>
              </p14:cNvPr>
              <p14:cNvContentPartPr/>
              <p14:nvPr/>
            </p14:nvContentPartPr>
            <p14:xfrm>
              <a:off x="5398644" y="2713213"/>
              <a:ext cx="2285640" cy="986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A8851A0-5A29-CA91-3C6B-D8BA93D05DD9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345004" y="2605213"/>
                <a:ext cx="239328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85381AE-1E38-C1C5-6C9B-B08A2595175A}"/>
                  </a:ext>
                </a:extLst>
              </p14:cNvPr>
              <p14:cNvContentPartPr/>
              <p14:nvPr/>
            </p14:nvContentPartPr>
            <p14:xfrm>
              <a:off x="1644204" y="3246733"/>
              <a:ext cx="7479000" cy="138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85381AE-1E38-C1C5-6C9B-B08A2595175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590204" y="3138733"/>
                <a:ext cx="75866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85D0354-CC5A-4756-06D8-906BB630772D}"/>
                  </a:ext>
                </a:extLst>
              </p14:cNvPr>
              <p14:cNvContentPartPr/>
              <p14:nvPr/>
            </p14:nvContentPartPr>
            <p14:xfrm>
              <a:off x="1614684" y="3793573"/>
              <a:ext cx="4329000" cy="9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85D0354-CC5A-4756-06D8-906BB630772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560684" y="3685573"/>
                <a:ext cx="443664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5D8E5C7-9D7C-EAB0-BDCC-8D7548299D91}"/>
                  </a:ext>
                </a:extLst>
              </p14:cNvPr>
              <p14:cNvContentPartPr/>
              <p14:nvPr/>
            </p14:nvContentPartPr>
            <p14:xfrm>
              <a:off x="7285764" y="3774133"/>
              <a:ext cx="1770120" cy="98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5D8E5C7-9D7C-EAB0-BDCC-8D7548299D9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231764" y="3666493"/>
                <a:ext cx="187776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63C3B12-98A6-A2E6-0C70-B449F7FEE4B3}"/>
                  </a:ext>
                </a:extLst>
              </p14:cNvPr>
              <p14:cNvContentPartPr/>
              <p14:nvPr/>
            </p14:nvContentPartPr>
            <p14:xfrm>
              <a:off x="1517124" y="4337893"/>
              <a:ext cx="3822840" cy="89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63C3B12-98A6-A2E6-0C70-B449F7FEE4B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63484" y="4229893"/>
                <a:ext cx="393048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8AB0921-79C4-A275-DDBA-5765A8A32197}"/>
                  </a:ext>
                </a:extLst>
              </p14:cNvPr>
              <p14:cNvContentPartPr/>
              <p14:nvPr/>
            </p14:nvContentPartPr>
            <p14:xfrm>
              <a:off x="1498044" y="4795453"/>
              <a:ext cx="7597080" cy="186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8AB0921-79C4-A275-DDBA-5765A8A3219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444044" y="4687453"/>
                <a:ext cx="770472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15F21D6-F865-3115-504D-AD642A57F9EB}"/>
                  </a:ext>
                </a:extLst>
              </p14:cNvPr>
              <p14:cNvContentPartPr/>
              <p14:nvPr/>
            </p14:nvContentPartPr>
            <p14:xfrm>
              <a:off x="1565724" y="5262373"/>
              <a:ext cx="1216440" cy="78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15F21D6-F865-3115-504D-AD642A57F9E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512084" y="5154373"/>
                <a:ext cx="132408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8FE861C6-075C-AE54-590B-2A271F78019E}"/>
                  </a:ext>
                </a:extLst>
              </p14:cNvPr>
              <p14:cNvContentPartPr/>
              <p14:nvPr/>
            </p14:nvContentPartPr>
            <p14:xfrm>
              <a:off x="1557084" y="4678093"/>
              <a:ext cx="7653240" cy="3139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8FE861C6-075C-AE54-590B-2A271F78019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503084" y="4570093"/>
                <a:ext cx="7760880" cy="52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286916C-A845-C004-1CDF-D73B25A9EFFD}"/>
                  </a:ext>
                </a:extLst>
              </p14:cNvPr>
              <p14:cNvContentPartPr/>
              <p14:nvPr/>
            </p14:nvContentPartPr>
            <p14:xfrm>
              <a:off x="1517124" y="5124853"/>
              <a:ext cx="1338840" cy="6984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286916C-A845-C004-1CDF-D73B25A9EFF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463484" y="5016853"/>
                <a:ext cx="144648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3C4C1F2-C748-328E-8CDC-87D14647B409}"/>
                  </a:ext>
                </a:extLst>
              </p14:cNvPr>
              <p14:cNvContentPartPr/>
              <p14:nvPr/>
            </p14:nvContentPartPr>
            <p14:xfrm>
              <a:off x="1618644" y="5543533"/>
              <a:ext cx="6801120" cy="128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3C4C1F2-C748-328E-8CDC-87D14647B40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565004" y="5435533"/>
                <a:ext cx="6908760" cy="34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38B3B21-9D97-9053-6EFC-F4FA90F232EC}"/>
                  </a:ext>
                </a:extLst>
              </p14:cNvPr>
              <p14:cNvContentPartPr/>
              <p14:nvPr/>
            </p14:nvContentPartPr>
            <p14:xfrm>
              <a:off x="1789644" y="5709853"/>
              <a:ext cx="3083040" cy="316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38B3B21-9D97-9053-6EFC-F4FA90F232EC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736004" y="5602213"/>
                <a:ext cx="3190680" cy="24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430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Parse Tree</a:t>
            </a:r>
            <a:endParaRPr lang="en-US" sz="4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911" y="1851660"/>
            <a:ext cx="7004443" cy="4620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27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Parse Tree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255" y="1869917"/>
            <a:ext cx="7103745" cy="455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0783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Parse Tree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65948"/>
            <a:ext cx="7029449" cy="477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31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Parse Tree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32641"/>
          <a:stretch/>
        </p:blipFill>
        <p:spPr>
          <a:xfrm>
            <a:off x="1254443" y="1890713"/>
            <a:ext cx="7589520" cy="372265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51B677-2FB7-DCD0-7DB1-3370F3D259AB}"/>
                  </a:ext>
                </a:extLst>
              </p14:cNvPr>
              <p14:cNvContentPartPr/>
              <p14:nvPr/>
            </p14:nvContentPartPr>
            <p14:xfrm>
              <a:off x="4474524" y="3968533"/>
              <a:ext cx="1868400" cy="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51B677-2FB7-DCD0-7DB1-3370F3D259A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0524" y="3752533"/>
                <a:ext cx="197604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407869E-8CE6-86A1-F142-59B1C84D8209}"/>
                  </a:ext>
                </a:extLst>
              </p14:cNvPr>
              <p14:cNvContentPartPr/>
              <p14:nvPr/>
            </p14:nvContentPartPr>
            <p14:xfrm>
              <a:off x="2334324" y="2965573"/>
              <a:ext cx="2750760" cy="60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407869E-8CE6-86A1-F142-59B1C84D820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80324" y="2857573"/>
                <a:ext cx="285840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DEA0AC5-8F2E-7B42-B522-46692100B565}"/>
                  </a:ext>
                </a:extLst>
              </p14:cNvPr>
              <p14:cNvContentPartPr/>
              <p14:nvPr/>
            </p14:nvContentPartPr>
            <p14:xfrm>
              <a:off x="5972844" y="2937493"/>
              <a:ext cx="2703960" cy="70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DEA0AC5-8F2E-7B42-B522-46692100B56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18844" y="2829853"/>
                <a:ext cx="2811600" cy="28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49652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Ambiguous Grammar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68950"/>
          <a:stretch/>
        </p:blipFill>
        <p:spPr>
          <a:xfrm>
            <a:off x="1097280" y="1943099"/>
            <a:ext cx="7189470" cy="16255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5516" y="4113426"/>
            <a:ext cx="6518347" cy="143012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5A90303-021F-6011-DC28-CD98BB4B8BE0}"/>
                  </a:ext>
                </a:extLst>
              </p14:cNvPr>
              <p14:cNvContentPartPr/>
              <p14:nvPr/>
            </p14:nvContentPartPr>
            <p14:xfrm>
              <a:off x="1663284" y="2412613"/>
              <a:ext cx="5890680" cy="1072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5A90303-021F-6011-DC28-CD98BB4B8B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09644" y="2304613"/>
                <a:ext cx="599832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2C4E67-73B4-2817-A932-6F260213F7D6}"/>
                  </a:ext>
                </a:extLst>
              </p14:cNvPr>
              <p14:cNvContentPartPr/>
              <p14:nvPr/>
            </p14:nvContentPartPr>
            <p14:xfrm>
              <a:off x="3501804" y="3083653"/>
              <a:ext cx="2830680" cy="20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2C4E67-73B4-2817-A932-6F260213F7D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447804" y="2975653"/>
                <a:ext cx="293832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7BCD186-EC6E-1D63-7BA6-87FB2FF91425}"/>
                  </a:ext>
                </a:extLst>
              </p14:cNvPr>
              <p14:cNvContentPartPr/>
              <p14:nvPr/>
            </p14:nvContentPartPr>
            <p14:xfrm>
              <a:off x="3550404" y="3355813"/>
              <a:ext cx="2836440" cy="69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7BCD186-EC6E-1D63-7BA6-87FB2FF9142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96404" y="3247813"/>
                <a:ext cx="2944080" cy="28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6ED2DDE-46EB-B47F-C800-88E55E55D962}"/>
                  </a:ext>
                </a:extLst>
              </p14:cNvPr>
              <p14:cNvContentPartPr/>
              <p14:nvPr/>
            </p14:nvContentPartPr>
            <p14:xfrm>
              <a:off x="1702524" y="4522573"/>
              <a:ext cx="5191920" cy="69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6ED2DDE-46EB-B47F-C800-88E55E55D9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48524" y="4414933"/>
                <a:ext cx="5299560" cy="2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2B9370C-694C-63F1-91E4-92D698C07809}"/>
                  </a:ext>
                </a:extLst>
              </p14:cNvPr>
              <p14:cNvContentPartPr/>
              <p14:nvPr/>
            </p14:nvContentPartPr>
            <p14:xfrm>
              <a:off x="1731324" y="4755493"/>
              <a:ext cx="5081760" cy="167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2B9370C-694C-63F1-91E4-92D698C0780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77684" y="4647853"/>
                <a:ext cx="518940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0389553-E8E9-A90E-CE37-68A4D370F02C}"/>
                  </a:ext>
                </a:extLst>
              </p14:cNvPr>
              <p14:cNvContentPartPr/>
              <p14:nvPr/>
            </p14:nvContentPartPr>
            <p14:xfrm>
              <a:off x="1721604" y="5106133"/>
              <a:ext cx="3803400" cy="60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0389553-E8E9-A90E-CE37-68A4D370F02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667964" y="4998493"/>
                <a:ext cx="3911040" cy="27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569885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Ambiguous Grammar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23083"/>
            <a:ext cx="7246620" cy="461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2820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Ambiguous Grammar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6" y="1862137"/>
            <a:ext cx="6977062" cy="421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0378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Ambiguous Grammar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8" y="1933575"/>
            <a:ext cx="7615237" cy="389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9546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Ambiguous Grammar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68" y="1843087"/>
            <a:ext cx="6498908" cy="434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311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Ambiguous Grammar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851660"/>
            <a:ext cx="8037195" cy="45476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36AE23-421A-8787-C472-A594BF8BADD8}"/>
              </a:ext>
            </a:extLst>
          </p:cNvPr>
          <p:cNvSpPr txBox="1"/>
          <p:nvPr/>
        </p:nvSpPr>
        <p:spPr>
          <a:xfrm>
            <a:off x="6867930" y="68094"/>
            <a:ext cx="45330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grammar is said to be ambiguous if there exists more than one LMD or more than one RMD or more than one parse tree for the input sting.</a:t>
            </a:r>
          </a:p>
        </p:txBody>
      </p:sp>
    </p:spTree>
    <p:extLst>
      <p:ext uri="{BB962C8B-B14F-4D97-AF65-F5344CB8AC3E}">
        <p14:creationId xmlns:p14="http://schemas.microsoft.com/office/powerpoint/2010/main" val="25625194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Ambiguous Grammar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" y="1737360"/>
            <a:ext cx="7046595" cy="444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4751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Unambiguous Grammar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1" y="1923098"/>
            <a:ext cx="7110412" cy="441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330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Predictive Parsing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62149"/>
            <a:ext cx="7405687" cy="433531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C62279-0D4A-5A32-966A-368275A9687E}"/>
                  </a:ext>
                </a:extLst>
              </p14:cNvPr>
              <p14:cNvContentPartPr/>
              <p14:nvPr/>
            </p14:nvContentPartPr>
            <p14:xfrm>
              <a:off x="1585524" y="2090413"/>
              <a:ext cx="6690600" cy="1371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C62279-0D4A-5A32-966A-368275A968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31884" y="1982773"/>
                <a:ext cx="6798240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45A32D-653C-47CC-4988-9F0DBD476245}"/>
                  </a:ext>
                </a:extLst>
              </p14:cNvPr>
              <p14:cNvContentPartPr/>
              <p14:nvPr/>
            </p14:nvContentPartPr>
            <p14:xfrm>
              <a:off x="1478604" y="2538613"/>
              <a:ext cx="1478160" cy="597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45A32D-653C-47CC-4988-9F0DBD47624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4604" y="2430613"/>
                <a:ext cx="158580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6C1BE9B-A9B6-0BE5-72C5-B570051BCC22}"/>
                  </a:ext>
                </a:extLst>
              </p14:cNvPr>
              <p14:cNvContentPartPr/>
              <p14:nvPr/>
            </p14:nvContentPartPr>
            <p14:xfrm>
              <a:off x="1527204" y="3044053"/>
              <a:ext cx="3457080" cy="274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6C1BE9B-A9B6-0BE5-72C5-B570051BCC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73564" y="2936053"/>
                <a:ext cx="3564720" cy="49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EA8174D-E531-E7D8-6A08-456EC20D638C}"/>
                  </a:ext>
                </a:extLst>
              </p14:cNvPr>
              <p14:cNvContentPartPr/>
              <p14:nvPr/>
            </p14:nvContentPartPr>
            <p14:xfrm>
              <a:off x="2694684" y="3646333"/>
              <a:ext cx="4196160" cy="138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EA8174D-E531-E7D8-6A08-456EC20D638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40684" y="3538333"/>
                <a:ext cx="4303800" cy="35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4ED4C8E-2DD1-FAD9-42E1-B80293862D12}"/>
                  </a:ext>
                </a:extLst>
              </p14:cNvPr>
              <p14:cNvContentPartPr/>
              <p14:nvPr/>
            </p14:nvContentPartPr>
            <p14:xfrm>
              <a:off x="1750764" y="4036213"/>
              <a:ext cx="2585520" cy="168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4ED4C8E-2DD1-FAD9-42E1-B80293862D1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96764" y="3928573"/>
                <a:ext cx="269316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C504926-0476-CFDC-CC6E-217C3D267B9E}"/>
                  </a:ext>
                </a:extLst>
              </p14:cNvPr>
              <p14:cNvContentPartPr/>
              <p14:nvPr/>
            </p14:nvContentPartPr>
            <p14:xfrm>
              <a:off x="1877484" y="4590613"/>
              <a:ext cx="2284200" cy="50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C504926-0476-CFDC-CC6E-217C3D267B9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23844" y="4482973"/>
                <a:ext cx="239184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0D5188E-2E02-4265-FCA9-42CBAB2670CC}"/>
                  </a:ext>
                </a:extLst>
              </p14:cNvPr>
              <p14:cNvContentPartPr/>
              <p14:nvPr/>
            </p14:nvContentPartPr>
            <p14:xfrm>
              <a:off x="4037124" y="3043693"/>
              <a:ext cx="943200" cy="500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0D5188E-2E02-4265-FCA9-42CBAB2670C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983124" y="2935693"/>
                <a:ext cx="105084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6EEFB21-F7C8-3B3B-018C-EABF2259FF65}"/>
                  </a:ext>
                </a:extLst>
              </p14:cNvPr>
              <p14:cNvContentPartPr/>
              <p14:nvPr/>
            </p14:nvContentPartPr>
            <p14:xfrm>
              <a:off x="167124" y="3541573"/>
              <a:ext cx="2534760" cy="392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6EEFB21-F7C8-3B3B-018C-EABF2259FF6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3124" y="3433573"/>
                <a:ext cx="2642400" cy="60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B8D0AAE-046F-BE15-15A7-01E3DB10940D}"/>
                  </a:ext>
                </a:extLst>
              </p14:cNvPr>
              <p14:cNvContentPartPr/>
              <p14:nvPr/>
            </p14:nvContentPartPr>
            <p14:xfrm>
              <a:off x="1702524" y="379357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B8D0AAE-046F-BE15-15A7-01E3DB10940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48524" y="368557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AB1BF69-F34C-ACA0-D05B-688989609B86}"/>
                  </a:ext>
                </a:extLst>
              </p14:cNvPr>
              <p14:cNvContentPartPr/>
              <p14:nvPr/>
            </p14:nvContentPartPr>
            <p14:xfrm>
              <a:off x="1692444" y="3793573"/>
              <a:ext cx="1044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AB1BF69-F34C-ACA0-D05B-688989609B8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38444" y="3685573"/>
                <a:ext cx="118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3402B08-731C-4631-8EC2-DEBF4AD1AC0B}"/>
                  </a:ext>
                </a:extLst>
              </p14:cNvPr>
              <p14:cNvContentPartPr/>
              <p14:nvPr/>
            </p14:nvContentPartPr>
            <p14:xfrm>
              <a:off x="5126124" y="3559573"/>
              <a:ext cx="1272600" cy="878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3402B08-731C-4631-8EC2-DEBF4AD1AC0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072484" y="3451933"/>
                <a:ext cx="1380240" cy="3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62952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Left Recursion: </a:t>
            </a:r>
            <a:br>
              <a:rPr lang="en-US" sz="4000" cap="small" spc="0" dirty="0">
                <a:solidFill>
                  <a:srgbClr val="575F6D"/>
                </a:solidFill>
                <a:latin typeface="Century Schoolbook"/>
              </a:rPr>
            </a:br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Infinite Looping problem</a:t>
            </a:r>
            <a:endParaRPr lang="en-US" sz="4000" dirty="0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174944" y="1828788"/>
            <a:ext cx="9045688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A grammar is left-recursive if it has a non-terminal A, such that there is a derivation :  </a:t>
            </a:r>
          </a:p>
          <a:p>
            <a:pPr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            A </a:t>
            </a:r>
            <a:r>
              <a:rPr lang="en-US" sz="2000" b="1" dirty="0">
                <a:latin typeface="Times New Roman" pitchFamily="18" charset="0"/>
                <a:sym typeface="Symbol" pitchFamily="18" charset="2"/>
              </a:rPr>
              <a:t> A,   for some .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174944" y="3054127"/>
            <a:ext cx="904568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Top-Down parsing can’t reconcile this type of grammar, </a:t>
            </a:r>
            <a:r>
              <a:rPr lang="en-US" sz="2000" b="1" dirty="0">
                <a:solidFill>
                  <a:srgbClr val="0000FF"/>
                </a:solidFill>
                <a:latin typeface="Times New Roman" pitchFamily="18" charset="0"/>
              </a:rPr>
              <a:t>since it could consistently make choice which wouldn’t allow termination</a:t>
            </a:r>
            <a:r>
              <a:rPr lang="en-US" sz="2000" b="1" dirty="0">
                <a:latin typeface="Times New Roman" pitchFamily="18" charset="0"/>
              </a:rPr>
              <a:t>.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55944" y="3948114"/>
            <a:ext cx="6324600" cy="40011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A </a:t>
            </a:r>
            <a:r>
              <a:rPr lang="en-US" sz="2000" b="1" dirty="0">
                <a:latin typeface="Times New Roman" pitchFamily="18" charset="0"/>
                <a:sym typeface="Symbol" pitchFamily="18" charset="2"/>
              </a:rPr>
              <a:t> A  A  A … etc.   A A | </a:t>
            </a:r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2164326" y="2453962"/>
            <a:ext cx="381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+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1174942" y="4478620"/>
            <a:ext cx="869172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 type="none" w="sm" len="sm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b="1" dirty="0">
                <a:latin typeface="Times New Roman" pitchFamily="18" charset="0"/>
              </a:rPr>
              <a:t>So we have to convert our left-recursive grammar into an equivalent grammar which is not left-recursive.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4944" y="5276169"/>
            <a:ext cx="6705600" cy="977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49799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Immediate Left Recursion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439" y="2005012"/>
            <a:ext cx="6329362" cy="230459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79" y="4577258"/>
            <a:ext cx="6742563" cy="17018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3376613"/>
            <a:ext cx="3616038" cy="5524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8410DE-D005-2E24-0932-1A1C379B24C5}"/>
                  </a:ext>
                </a:extLst>
              </p14:cNvPr>
              <p14:cNvContentPartPr/>
              <p14:nvPr/>
            </p14:nvContentPartPr>
            <p14:xfrm>
              <a:off x="1682724" y="2188333"/>
              <a:ext cx="1468080" cy="2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8410DE-D005-2E24-0932-1A1C379B24C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628724" y="2080333"/>
                <a:ext cx="157572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8E0C795-EDD0-8A99-647C-F0366E65AC16}"/>
                  </a:ext>
                </a:extLst>
              </p14:cNvPr>
              <p14:cNvContentPartPr/>
              <p14:nvPr/>
            </p14:nvContentPartPr>
            <p14:xfrm>
              <a:off x="757884" y="3228733"/>
              <a:ext cx="2395080" cy="14900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8E0C795-EDD0-8A99-647C-F0366E65AC1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4244" y="3121093"/>
                <a:ext cx="2502720" cy="170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5B3016C-5C35-C709-7306-F4285BEC2DBD}"/>
                  </a:ext>
                </a:extLst>
              </p14:cNvPr>
              <p14:cNvContentPartPr/>
              <p14:nvPr/>
            </p14:nvContentPartPr>
            <p14:xfrm>
              <a:off x="1730604" y="2558053"/>
              <a:ext cx="50040" cy="492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5B3016C-5C35-C709-7306-F4285BEC2DB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676604" y="2450413"/>
                <a:ext cx="157680" cy="70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6B439A3-64D2-0078-C451-5676E01ECAB2}"/>
                  </a:ext>
                </a:extLst>
              </p14:cNvPr>
              <p14:cNvContentPartPr/>
              <p14:nvPr/>
            </p14:nvContentPartPr>
            <p14:xfrm>
              <a:off x="1527204" y="2782693"/>
              <a:ext cx="530640" cy="329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6B439A3-64D2-0078-C451-5676E01ECAB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73564" y="2675053"/>
                <a:ext cx="638280" cy="54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19A8FF8-A9F8-86CD-31B3-0D584DF41858}"/>
                  </a:ext>
                </a:extLst>
              </p14:cNvPr>
              <p14:cNvContentPartPr/>
              <p14:nvPr/>
            </p14:nvContentPartPr>
            <p14:xfrm>
              <a:off x="2120484" y="5126293"/>
              <a:ext cx="5515920" cy="7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19A8FF8-A9F8-86CD-31B3-0D584DF4185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66844" y="4910293"/>
                <a:ext cx="5623560" cy="4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5664E1F-BD50-40A3-9D02-D2E2B5DB1041}"/>
                  </a:ext>
                </a:extLst>
              </p14:cNvPr>
              <p14:cNvContentPartPr/>
              <p14:nvPr/>
            </p14:nvContentPartPr>
            <p14:xfrm>
              <a:off x="6381444" y="5476573"/>
              <a:ext cx="925920" cy="672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5664E1F-BD50-40A3-9D02-D2E2B5DB104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27444" y="5368573"/>
                <a:ext cx="1033560" cy="88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F0783DF-79B0-06DA-3474-217421B45E03}"/>
                  </a:ext>
                </a:extLst>
              </p14:cNvPr>
              <p14:cNvContentPartPr/>
              <p14:nvPr/>
            </p14:nvContentPartPr>
            <p14:xfrm>
              <a:off x="6360564" y="5758813"/>
              <a:ext cx="479880" cy="553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F0783DF-79B0-06DA-3474-217421B45E0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306924" y="5650813"/>
                <a:ext cx="587520" cy="76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154774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Immediate Left Recursion Elimination: </a:t>
            </a:r>
            <a:br>
              <a:rPr lang="en-US" sz="4000" cap="small" spc="0" dirty="0">
                <a:solidFill>
                  <a:srgbClr val="575F6D"/>
                </a:solidFill>
                <a:latin typeface="Century Schoolbook"/>
              </a:rPr>
            </a:br>
            <a:r>
              <a:rPr lang="en-US" sz="4000" cap="small" spc="0" dirty="0">
                <a:solidFill>
                  <a:srgbClr val="575F6D"/>
                </a:solidFill>
                <a:latin typeface="Century Schoolbook"/>
              </a:rPr>
              <a:t>example</a:t>
            </a:r>
            <a:endParaRPr lang="en-US" sz="4000" dirty="0"/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219200" y="2136291"/>
            <a:ext cx="7391400" cy="1692275"/>
            <a:chOff x="816" y="2880"/>
            <a:chExt cx="4656" cy="1066"/>
          </a:xfrm>
        </p:grpSpPr>
        <p:sp>
          <p:nvSpPr>
            <p:cNvPr id="6" name="Text Box 6"/>
            <p:cNvSpPr txBox="1">
              <a:spLocks noChangeArrowheads="1"/>
            </p:cNvSpPr>
            <p:nvPr/>
          </p:nvSpPr>
          <p:spPr bwMode="auto">
            <a:xfrm>
              <a:off x="816" y="2880"/>
              <a:ext cx="1968" cy="10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b="1" dirty="0">
                  <a:latin typeface="Times New Roman" pitchFamily="18" charset="0"/>
                </a:rPr>
                <a:t>Our Example </a:t>
              </a:r>
              <a:r>
                <a:rPr lang="en-US" sz="2400" b="1" dirty="0">
                  <a:latin typeface="Times New Roman" pitchFamily="18" charset="0"/>
                </a:rPr>
                <a:t>: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sz="2000" b="1" dirty="0">
                  <a:latin typeface="Times New Roman" pitchFamily="18" charset="0"/>
                </a:rPr>
                <a:t>    E </a:t>
              </a:r>
              <a:r>
                <a:rPr lang="en-US" sz="2000" b="1" dirty="0">
                  <a:latin typeface="Times New Roman" pitchFamily="18" charset="0"/>
                  <a:sym typeface="Symbol" pitchFamily="18" charset="2"/>
                </a:rPr>
                <a:t> E + T  |  T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sz="2000" b="1" dirty="0">
                  <a:latin typeface="Times New Roman" pitchFamily="18" charset="0"/>
                  <a:sym typeface="Symbol" pitchFamily="18" charset="2"/>
                </a:rPr>
                <a:t>    T  T </a:t>
              </a:r>
              <a:r>
                <a:rPr lang="en-US" sz="2000" b="1" dirty="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*</a:t>
              </a:r>
              <a:r>
                <a:rPr lang="en-US" sz="2000" b="1" dirty="0">
                  <a:latin typeface="Times New Roman" pitchFamily="18" charset="0"/>
                  <a:sym typeface="Symbol" pitchFamily="18" charset="2"/>
                </a:rPr>
                <a:t> F  |  F</a:t>
              </a:r>
            </a:p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sz="2000" b="1" dirty="0">
                  <a:latin typeface="Times New Roman" pitchFamily="18" charset="0"/>
                  <a:sym typeface="Symbol" pitchFamily="18" charset="2"/>
                </a:rPr>
                <a:t>    F  </a:t>
              </a:r>
              <a:r>
                <a:rPr lang="en-US" sz="2000" b="1" dirty="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 ( </a:t>
              </a:r>
              <a:r>
                <a:rPr lang="en-US" sz="2000" b="1" dirty="0">
                  <a:latin typeface="Times New Roman" pitchFamily="18" charset="0"/>
                  <a:sym typeface="Symbol" pitchFamily="18" charset="2"/>
                </a:rPr>
                <a:t>E</a:t>
              </a:r>
              <a:r>
                <a:rPr lang="en-US" sz="2000" b="1" dirty="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 )  </a:t>
              </a:r>
              <a:r>
                <a:rPr lang="en-US" sz="2000" b="1" dirty="0">
                  <a:latin typeface="Times New Roman" pitchFamily="18" charset="0"/>
                  <a:sym typeface="Symbol" pitchFamily="18" charset="2"/>
                </a:rPr>
                <a:t>|</a:t>
              </a:r>
              <a:r>
                <a:rPr lang="en-US" sz="2000" b="1" dirty="0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 id</a:t>
              </a:r>
              <a:endParaRPr lang="en-US" sz="2000" b="1" dirty="0">
                <a:latin typeface="Times New Roman" pitchFamily="18" charset="0"/>
                <a:sym typeface="Symbol" pitchFamily="18" charset="2"/>
              </a:endParaRPr>
            </a:p>
          </p:txBody>
        </p:sp>
        <p:sp>
          <p:nvSpPr>
            <p:cNvPr id="7" name="Text Box 7"/>
            <p:cNvSpPr txBox="1">
              <a:spLocks noChangeArrowheads="1"/>
            </p:cNvSpPr>
            <p:nvPr/>
          </p:nvSpPr>
          <p:spPr bwMode="auto">
            <a:xfrm>
              <a:off x="2832" y="3120"/>
              <a:ext cx="129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sz="2000" b="1">
                  <a:latin typeface="Times New Roman" pitchFamily="18" charset="0"/>
                  <a:sym typeface="Symbol" pitchFamily="18" charset="2"/>
                </a:rPr>
                <a:t>E  TE’                                                E’  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+</a:t>
              </a:r>
              <a:r>
                <a:rPr lang="en-US" sz="2000" b="1">
                  <a:latin typeface="Times New Roman" pitchFamily="18" charset="0"/>
                  <a:sym typeface="Symbol" pitchFamily="18" charset="2"/>
                </a:rPr>
                <a:t> TE’ | 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 </a:t>
              </a:r>
            </a:p>
          </p:txBody>
        </p:sp>
        <p:sp>
          <p:nvSpPr>
            <p:cNvPr id="8" name="AutoShape 8"/>
            <p:cNvSpPr>
              <a:spLocks/>
            </p:cNvSpPr>
            <p:nvPr/>
          </p:nvSpPr>
          <p:spPr bwMode="auto">
            <a:xfrm>
              <a:off x="2736" y="3120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160" y="3312"/>
              <a:ext cx="52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4176" y="3408"/>
              <a:ext cx="1296" cy="3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80000"/>
                </a:lnSpc>
                <a:spcBef>
                  <a:spcPct val="50000"/>
                </a:spcBef>
              </a:pPr>
              <a:r>
                <a:rPr lang="en-US" sz="2000" b="1">
                  <a:latin typeface="Times New Roman" pitchFamily="18" charset="0"/>
                  <a:sym typeface="Symbol" pitchFamily="18" charset="2"/>
                </a:rPr>
                <a:t>T  FT’                                                T’  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*</a:t>
              </a:r>
              <a:r>
                <a:rPr lang="en-US" sz="2000" b="1">
                  <a:latin typeface="Times New Roman" pitchFamily="18" charset="0"/>
                  <a:sym typeface="Symbol" pitchFamily="18" charset="2"/>
                </a:rPr>
                <a:t> FT’ | 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 </a:t>
              </a:r>
            </a:p>
          </p:txBody>
        </p:sp>
        <p:sp>
          <p:nvSpPr>
            <p:cNvPr id="11" name="AutoShape 11"/>
            <p:cNvSpPr>
              <a:spLocks/>
            </p:cNvSpPr>
            <p:nvPr/>
          </p:nvSpPr>
          <p:spPr bwMode="auto">
            <a:xfrm>
              <a:off x="4080" y="3456"/>
              <a:ext cx="96" cy="336"/>
            </a:xfrm>
            <a:prstGeom prst="leftBrace">
              <a:avLst>
                <a:gd name="adj1" fmla="val 29167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2160" y="3600"/>
              <a:ext cx="187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2208" y="3792"/>
              <a:ext cx="52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Box 14"/>
            <p:cNvSpPr txBox="1">
              <a:spLocks noChangeArrowheads="1"/>
            </p:cNvSpPr>
            <p:nvPr/>
          </p:nvSpPr>
          <p:spPr bwMode="auto">
            <a:xfrm>
              <a:off x="2784" y="3696"/>
              <a:ext cx="1073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000" b="1">
                  <a:latin typeface="Times New Roman" pitchFamily="18" charset="0"/>
                  <a:sym typeface="Symbol" pitchFamily="18" charset="2"/>
                </a:rPr>
                <a:t>F  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 ( </a:t>
              </a:r>
              <a:r>
                <a:rPr lang="en-US" sz="2000" b="1">
                  <a:latin typeface="Times New Roman" pitchFamily="18" charset="0"/>
                  <a:sym typeface="Symbol" pitchFamily="18" charset="2"/>
                </a:rPr>
                <a:t>E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 )  </a:t>
              </a:r>
              <a:r>
                <a:rPr lang="en-US" sz="2000" b="1">
                  <a:latin typeface="Times New Roman" pitchFamily="18" charset="0"/>
                  <a:sym typeface="Symbol" pitchFamily="18" charset="2"/>
                </a:rPr>
                <a:t>|</a:t>
              </a:r>
              <a:r>
                <a:rPr lang="en-US" sz="2000" b="1">
                  <a:solidFill>
                    <a:schemeClr val="accent2"/>
                  </a:solidFill>
                  <a:latin typeface="Times New Roman" pitchFamily="18" charset="0"/>
                  <a:sym typeface="Symbol" pitchFamily="18" charset="2"/>
                </a:rPr>
                <a:t> id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06655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b="54688"/>
          <a:stretch/>
        </p:blipFill>
        <p:spPr>
          <a:xfrm>
            <a:off x="1214438" y="1909762"/>
            <a:ext cx="7386637" cy="18907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087177"/>
            <a:ext cx="9486900" cy="190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21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Step: Elimination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8722"/>
          <a:stretch/>
        </p:blipFill>
        <p:spPr>
          <a:xfrm>
            <a:off x="1097280" y="1885951"/>
            <a:ext cx="8523708" cy="4342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2888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Step: Elimination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938337"/>
            <a:ext cx="3471862" cy="3056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4179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Step: Elimination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" y="1971675"/>
            <a:ext cx="6515100" cy="3348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0139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Step: Elimination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325" y="1864360"/>
            <a:ext cx="4400550" cy="467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0544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Step: Elimination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330" y="2014537"/>
            <a:ext cx="7344883" cy="303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7530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Step: Elimination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155" y="1737360"/>
            <a:ext cx="4431983" cy="465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3175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Step: Elimination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738" y="1838325"/>
            <a:ext cx="5576887" cy="454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083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Step: Elimination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1" y="1881187"/>
            <a:ext cx="7472362" cy="449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00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Left Recursion in More Than One Step: Elimination</a:t>
            </a:r>
            <a:endParaRPr lang="en-US" sz="4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1" y="1928812"/>
            <a:ext cx="8529637" cy="377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851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cap="small" spc="0" dirty="0">
                <a:solidFill>
                  <a:srgbClr val="575F6D"/>
                </a:solidFill>
                <a:latin typeface="Century Schoolbook"/>
              </a:rPr>
              <a:t>Algorithm for Eliminating Left Recursion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5" y="1852612"/>
            <a:ext cx="6905625" cy="445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803804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>
                <a:latin typeface="Century Schoolbook" pitchFamily="18" charset="0"/>
              </a:rPr>
              <a:t>Left Factoring: Common Prefix Problem</a:t>
            </a:r>
            <a:endParaRPr lang="en-GB" sz="4000" dirty="0">
              <a:latin typeface="Century Schoolbook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005" y="1992815"/>
            <a:ext cx="6072956" cy="4214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08526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 Schoolbook" pitchFamily="18" charset="0"/>
              </a:rPr>
              <a:t>Left Factoring : Example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2" y="1838324"/>
            <a:ext cx="3957638" cy="443836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30FE1B-526D-A4B0-B163-271F2E946C00}"/>
                  </a:ext>
                </a:extLst>
              </p14:cNvPr>
              <p14:cNvContentPartPr/>
              <p14:nvPr/>
            </p14:nvContentPartPr>
            <p14:xfrm>
              <a:off x="1476804" y="1876213"/>
              <a:ext cx="3591000" cy="4212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30FE1B-526D-A4B0-B163-271F2E946C0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2804" y="1768573"/>
                <a:ext cx="3698640" cy="63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3784486-4841-9D9A-D8D8-526E3D69FE50}"/>
                  </a:ext>
                </a:extLst>
              </p14:cNvPr>
              <p14:cNvContentPartPr/>
              <p14:nvPr/>
            </p14:nvContentPartPr>
            <p14:xfrm>
              <a:off x="1293924" y="477601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3784486-4841-9D9A-D8D8-526E3D69FE5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9924" y="466837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275D364-CB34-19F4-97A0-5475EDF0A26F}"/>
                  </a:ext>
                </a:extLst>
              </p14:cNvPr>
              <p14:cNvContentPartPr/>
              <p14:nvPr/>
            </p14:nvContentPartPr>
            <p14:xfrm>
              <a:off x="1293924" y="477601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275D364-CB34-19F4-97A0-5475EDF0A26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39924" y="466837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FF6EDCB-05DF-59D7-50DA-C3F6FBF65E25}"/>
                  </a:ext>
                </a:extLst>
              </p14:cNvPr>
              <p14:cNvContentPartPr/>
              <p14:nvPr/>
            </p14:nvContentPartPr>
            <p14:xfrm>
              <a:off x="3404604" y="4654693"/>
              <a:ext cx="805320" cy="1205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FF6EDCB-05DF-59D7-50DA-C3F6FBF65E2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50964" y="4547053"/>
                <a:ext cx="912960" cy="142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097D9E5-3BC9-F74E-C943-9DA54AD0B5B9}"/>
                  </a:ext>
                </a:extLst>
              </p14:cNvPr>
              <p14:cNvContentPartPr/>
              <p14:nvPr/>
            </p14:nvContentPartPr>
            <p14:xfrm>
              <a:off x="3501804" y="5865733"/>
              <a:ext cx="828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097D9E5-3BC9-F74E-C943-9DA54AD0B5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47804" y="5758093"/>
                <a:ext cx="115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BFCE52D-31E8-5EC5-69A4-09FF0BEA4192}"/>
                  </a:ext>
                </a:extLst>
              </p14:cNvPr>
              <p14:cNvContentPartPr/>
              <p14:nvPr/>
            </p14:nvContentPartPr>
            <p14:xfrm>
              <a:off x="4444284" y="4921453"/>
              <a:ext cx="733680" cy="420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BFCE52D-31E8-5EC5-69A4-09FF0BEA419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390284" y="4813453"/>
                <a:ext cx="841320" cy="63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9780597-24A0-CC9A-5989-159EEC562564}"/>
                  </a:ext>
                </a:extLst>
              </p14:cNvPr>
              <p14:cNvContentPartPr/>
              <p14:nvPr/>
            </p14:nvContentPartPr>
            <p14:xfrm>
              <a:off x="5194164" y="5310973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9780597-24A0-CC9A-5989-159EEC5625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40524" y="520333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D478B73-4D8B-7DFF-FE9F-8DCE2C5FCAA8}"/>
                  </a:ext>
                </a:extLst>
              </p14:cNvPr>
              <p14:cNvContentPartPr/>
              <p14:nvPr/>
            </p14:nvContentPartPr>
            <p14:xfrm>
              <a:off x="4990044" y="4754773"/>
              <a:ext cx="523440" cy="614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D478B73-4D8B-7DFF-FE9F-8DCE2C5FCAA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36404" y="4647133"/>
                <a:ext cx="631080" cy="83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2E384A6-F375-DC05-5B45-4F0D85C17D42}"/>
                  </a:ext>
                </a:extLst>
              </p14:cNvPr>
              <p14:cNvContentPartPr/>
              <p14:nvPr/>
            </p14:nvContentPartPr>
            <p14:xfrm>
              <a:off x="5525004" y="530125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2E384A6-F375-DC05-5B45-4F0D85C17D4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71364" y="519361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5F5C0BE-5443-740C-1B84-987F786A1A93}"/>
                  </a:ext>
                </a:extLst>
              </p14:cNvPr>
              <p14:cNvContentPartPr/>
              <p14:nvPr/>
            </p14:nvContentPartPr>
            <p14:xfrm>
              <a:off x="5785644" y="4705453"/>
              <a:ext cx="343800" cy="655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5F5C0BE-5443-740C-1B84-987F786A1A9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31644" y="4597453"/>
                <a:ext cx="451440" cy="87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09560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entury Schoolbook" pitchFamily="18" charset="0"/>
              </a:rPr>
              <a:t>Left Factoring :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862137"/>
            <a:ext cx="3043238" cy="435227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E563DC5-C469-AFDF-4CA5-30ECD314174B}"/>
                  </a:ext>
                </a:extLst>
              </p14:cNvPr>
              <p14:cNvContentPartPr/>
              <p14:nvPr/>
            </p14:nvContentPartPr>
            <p14:xfrm>
              <a:off x="1994124" y="2010133"/>
              <a:ext cx="2781000" cy="817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E563DC5-C469-AFDF-4CA5-30ECD31417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40484" y="1902133"/>
                <a:ext cx="28886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448C971-809F-4A35-D8B7-2E4B425831F5}"/>
                  </a:ext>
                </a:extLst>
              </p14:cNvPr>
              <p14:cNvContentPartPr/>
              <p14:nvPr/>
            </p14:nvContentPartPr>
            <p14:xfrm>
              <a:off x="4785564" y="2004013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448C971-809F-4A35-D8B7-2E4B425831F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31924" y="189601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68F765B-B0C0-938A-7A4D-CA072D5ED6BB}"/>
                  </a:ext>
                </a:extLst>
              </p14:cNvPr>
              <p14:cNvContentPartPr/>
              <p14:nvPr/>
            </p14:nvContentPartPr>
            <p14:xfrm>
              <a:off x="3686844" y="4591333"/>
              <a:ext cx="873720" cy="1474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68F765B-B0C0-938A-7A4D-CA072D5ED6B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32844" y="4483693"/>
                <a:ext cx="981360" cy="169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B36F4A2-A5C8-38E6-728D-7D36C72BB15F}"/>
                  </a:ext>
                </a:extLst>
              </p14:cNvPr>
              <p14:cNvContentPartPr/>
              <p14:nvPr/>
            </p14:nvContentPartPr>
            <p14:xfrm>
              <a:off x="4143684" y="6069853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B36F4A2-A5C8-38E6-728D-7D36C72BB15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89684" y="5961853"/>
                <a:ext cx="10800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887585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cap="small" spc="0" dirty="0">
                <a:solidFill>
                  <a:srgbClr val="575F6D"/>
                </a:solidFill>
                <a:latin typeface="Century Schoolbook"/>
              </a:rPr>
              <a:t>The End</a:t>
            </a:r>
            <a:endParaRPr lang="en-US" sz="4800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06779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2729</TotalTime>
  <Words>910</Words>
  <Application>Microsoft Office PowerPoint</Application>
  <PresentationFormat>Widescreen</PresentationFormat>
  <Paragraphs>147</Paragraphs>
  <Slides>56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Angsana New</vt:lpstr>
      <vt:lpstr>Arial</vt:lpstr>
      <vt:lpstr>Calibri</vt:lpstr>
      <vt:lpstr>Calibri Light</vt:lpstr>
      <vt:lpstr>Century Schoolbook</vt:lpstr>
      <vt:lpstr>Times New Roman</vt:lpstr>
      <vt:lpstr>Wingdings</vt:lpstr>
      <vt:lpstr>Retrospect</vt:lpstr>
      <vt:lpstr>Compiler Design</vt:lpstr>
      <vt:lpstr>PowerPoint Presentation</vt:lpstr>
      <vt:lpstr>Parsing</vt:lpstr>
      <vt:lpstr>Parsing During Compilation</vt:lpstr>
      <vt:lpstr>Errors in Programs</vt:lpstr>
      <vt:lpstr>Error Detection</vt:lpstr>
      <vt:lpstr>Adequate Error Reporting is Not a Trivial Task</vt:lpstr>
      <vt:lpstr>Error Recovery</vt:lpstr>
      <vt:lpstr>Error Recovery May Trigger More Errors!</vt:lpstr>
      <vt:lpstr>Error Recovery Approaches: Panic Mode</vt:lpstr>
      <vt:lpstr>Error Recovery Approaches:  Phrase-Level Recovery</vt:lpstr>
      <vt:lpstr>Error Recovery Approaches: Error Productions</vt:lpstr>
      <vt:lpstr>Error Recovery Approaches:  Global Correction</vt:lpstr>
      <vt:lpstr>Parsers</vt:lpstr>
      <vt:lpstr>Context Free Grammars (CFG)</vt:lpstr>
      <vt:lpstr>Example of CFG:</vt:lpstr>
      <vt:lpstr>Rule Alternative Notations</vt:lpstr>
      <vt:lpstr>Notational Conventions</vt:lpstr>
      <vt:lpstr>Derivations</vt:lpstr>
      <vt:lpstr>Derivations</vt:lpstr>
      <vt:lpstr>Derivations</vt:lpstr>
      <vt:lpstr>CFG Terminology</vt:lpstr>
      <vt:lpstr>Leftmost Derivation</vt:lpstr>
      <vt:lpstr>Rightmost Derivation</vt:lpstr>
      <vt:lpstr>Parse Tree</vt:lpstr>
      <vt:lpstr>Parse Tree</vt:lpstr>
      <vt:lpstr>Parse Tree</vt:lpstr>
      <vt:lpstr>Parse Tree</vt:lpstr>
      <vt:lpstr>Parse Tree</vt:lpstr>
      <vt:lpstr>Ambiguous Grammar</vt:lpstr>
      <vt:lpstr>Ambiguous Grammar</vt:lpstr>
      <vt:lpstr>Ambiguous Grammar</vt:lpstr>
      <vt:lpstr>Ambiguous Grammar</vt:lpstr>
      <vt:lpstr>Ambiguous Grammar</vt:lpstr>
      <vt:lpstr>Ambiguous Grammar</vt:lpstr>
      <vt:lpstr>Ambiguous Grammar</vt:lpstr>
      <vt:lpstr>Unambiguous Grammar</vt:lpstr>
      <vt:lpstr>Predictive Parsing</vt:lpstr>
      <vt:lpstr>Left Recursion:  Infinite Looping problem</vt:lpstr>
      <vt:lpstr>Immediate Left Recursion</vt:lpstr>
      <vt:lpstr>Immediate Left Recursion Elimination:  example</vt:lpstr>
      <vt:lpstr>Left Recursion in More Than One Step</vt:lpstr>
      <vt:lpstr>Left Recursion in More Than One Step: Elimination</vt:lpstr>
      <vt:lpstr>Left Recursion in More Than One Step: Elimination</vt:lpstr>
      <vt:lpstr>Left Recursion in More Than One Step: Elimination</vt:lpstr>
      <vt:lpstr>Left Recursion in More Than One Step: Elimination</vt:lpstr>
      <vt:lpstr>Left Recursion in More Than One Step: Elimination</vt:lpstr>
      <vt:lpstr>Left Recursion in More Than One Step: Elimination</vt:lpstr>
      <vt:lpstr>Left Recursion in More Than One Step: Elimination</vt:lpstr>
      <vt:lpstr>Left Recursion in More Than One Step: Elimination</vt:lpstr>
      <vt:lpstr>Left Recursion in More Than One Step: Elimination</vt:lpstr>
      <vt:lpstr>Algorithm for Eliminating Left Recursion</vt:lpstr>
      <vt:lpstr>Left Factoring: Common Prefix Problem</vt:lpstr>
      <vt:lpstr>Left Factoring : Example</vt:lpstr>
      <vt:lpstr>Left Factoring : Example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CSE-361:Compiler Design</dc:title>
  <dc:creator>Windows User</dc:creator>
  <cp:lastModifiedBy>Md. Ehasan Mahmud</cp:lastModifiedBy>
  <cp:revision>309</cp:revision>
  <dcterms:created xsi:type="dcterms:W3CDTF">2015-02-21T15:44:08Z</dcterms:created>
  <dcterms:modified xsi:type="dcterms:W3CDTF">2025-11-02T11:42:09Z</dcterms:modified>
</cp:coreProperties>
</file>
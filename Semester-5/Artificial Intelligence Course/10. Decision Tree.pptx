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463" r:id="rId2"/>
    <p:sldId id="464" r:id="rId3"/>
    <p:sldId id="465" r:id="rId4"/>
    <p:sldId id="466" r:id="rId5"/>
    <p:sldId id="467" r:id="rId6"/>
    <p:sldId id="468" r:id="rId7"/>
    <p:sldId id="4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DA6AF-1951-4BC7-9DBD-BC41F57B1B57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ABA1E1-AF86-4FE2-828B-9B6571C47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85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0663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3245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448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8055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5617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9634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73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C30E-4107-1BFF-8261-61E5899BB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18E17-08D6-E0AF-4176-A38BEA5EF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DCA33-FFB7-3DD1-B25D-3BE64323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2D2A8-BFCA-B28A-0E8C-7C0E935A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8AA20-A50A-D3E6-7301-67FA4B12A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7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32AE0-9062-18E7-9B9D-1AB34F48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4A94F-EED0-68C6-BA1F-B6121E24D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534E5-4DFE-CE93-0C05-2155E9AA2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2792-C5A6-A8FF-A2BF-D822AFBC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45402-8106-6CB1-650E-741FC4EE5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4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F92-6BBC-B54E-D8F7-B7FBF58CE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35719-CA99-EE91-EF3E-F77956EB5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9533D-5AF7-FCAB-4445-0EC441C39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6C4DA-EE89-1D2B-BEAC-691EF809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CA3A4-45BE-E35E-6B4A-C35E50B2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8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3E4D2-B034-355F-9A0B-9A1E21D1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8C29C-9755-0819-3435-EC983CB07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D9D23-4432-F8D8-565B-08CF47017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68FBA-EA94-DC5D-A358-D3D81F70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4DA88-EBC8-DE25-B660-F9E0FBBE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B8E94-F70F-4FA8-7EAE-BFA52CB62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56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3849-53CF-5309-5888-65FD2A1CE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E1DA1-8D12-F274-B1C2-15F427DE0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165A8-0D76-CC4E-DC0A-B6C017133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99C51F-0EDC-27B0-FCA2-17170939B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40E38C-4230-07A0-C8C6-F0F8B403F1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65BF10-2883-C722-F92C-11A5D0A9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E1FA52-F4EF-D601-F927-907C42ED6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3ED08D-3BEC-051D-BD38-9B85EA234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24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2E91-27FA-82E7-D97A-F5BE6A83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3305C-57A0-50CD-6B6D-303282040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12DDC-13AF-FE7A-D93E-33195B3A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8A82B-8A4D-868B-AA76-ED59E6D9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37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8ACEE5-732E-5478-F191-2B0E48E9A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D3366-EB99-E585-013D-6EC03213B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0B81D-DF60-EEB3-4F7E-8795104F6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60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C3B6-5B6F-83AF-EB02-C61F7329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B988F-71D2-CC36-52A8-A56850BE2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94E0B-B71E-061C-6E7E-D3130B799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1ACFA-DC8A-BE1E-DA5C-064C8740D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D889E-EBB7-51A6-B8EE-623BA35AF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2924C-EAD0-DC5A-BF40-8443AE3A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9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4F33-BC96-311A-093F-6A1ECC5B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55AA4B-F6A3-95A7-D155-C16F7DDDC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E67EA-CE70-B617-B7DC-097E0A12B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55917-1EBB-DC89-DFC1-80BE81D9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1ABC8-B0D2-1586-5664-58E2B027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1FA1C-9B29-9FD6-7AF3-FF27462B0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75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3AE8-655D-1512-5E0F-7F463427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CEDD3-6B9F-20A0-4796-99B73B84A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012D-3B2F-8CCD-CE72-3CB525734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3DB34-CA72-D6A5-C817-201BB875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2DB35-59EB-498E-B9DB-BAC3DFFB6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59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5B7183-22B8-F110-2ECC-F9CE2E569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841EB-017A-AD39-0EB5-CF7ECC31F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DA51C-1FC9-636F-4C64-84C26AC5F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FCB6E-046E-3447-B5B7-382A25D2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95BC2-9D25-97DB-05B4-DCAF7671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9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849656-2345-1C2A-70B9-A3DB7BF94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0257F-25A3-8E62-C664-BE5C24D11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91950-9F21-978E-1BA4-D0B14610A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D2CF7-29BC-43A3-B8F2-DB45A87F7F0E}" type="datetimeFigureOut">
              <a:rPr lang="en-US" smtClean="0"/>
              <a:t>22-Oct-25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DF274-5EA5-5CFC-21B8-18E750DDC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C7D18-EF69-D907-5DB5-4249870DDF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7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472566" y="650966"/>
            <a:ext cx="8975543" cy="4048125"/>
            <a:chOff x="1263560" y="650965"/>
            <a:chExt cx="8975543" cy="4048125"/>
          </a:xfrm>
        </p:grpSpPr>
        <p:grpSp>
          <p:nvGrpSpPr>
            <p:cNvPr id="9" name="Group 8"/>
            <p:cNvGrpSpPr/>
            <p:nvPr/>
          </p:nvGrpSpPr>
          <p:grpSpPr>
            <a:xfrm>
              <a:off x="1263560" y="650965"/>
              <a:ext cx="8975543" cy="4048125"/>
              <a:chOff x="1263560" y="650965"/>
              <a:chExt cx="8975543" cy="4048125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2303" y="650965"/>
                <a:ext cx="8686800" cy="4048125"/>
              </a:xfrm>
              <a:prstGeom prst="rect">
                <a:avLst/>
              </a:prstGeom>
            </p:spPr>
          </p:pic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3560" y="2847703"/>
                <a:ext cx="8794840" cy="725124"/>
              </a:xfrm>
              <a:prstGeom prst="rect">
                <a:avLst/>
              </a:prstGeom>
            </p:spPr>
          </p:pic>
        </p:grpSp>
        <p:sp>
          <p:nvSpPr>
            <p:cNvPr id="3" name="Rectangle 2"/>
            <p:cNvSpPr/>
            <p:nvPr/>
          </p:nvSpPr>
          <p:spPr>
            <a:xfrm>
              <a:off x="1894931" y="2847703"/>
              <a:ext cx="786737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600" dirty="0">
                  <a:solidFill>
                    <a:srgbClr val="202122"/>
                  </a:solidFill>
                  <a:latin typeface="Arial" panose="020B0604020202020204" pitchFamily="34" charset="0"/>
                </a:rPr>
                <a:t>A </a:t>
              </a:r>
              <a:r>
                <a:rPr lang="en-GB" sz="1600" b="1" dirty="0">
                  <a:solidFill>
                    <a:srgbClr val="202122"/>
                  </a:solidFill>
                  <a:latin typeface="Arial" panose="020B0604020202020204" pitchFamily="34" charset="0"/>
                </a:rPr>
                <a:t>decision tree </a:t>
              </a:r>
              <a:r>
                <a:rPr lang="en-GB" sz="1600" dirty="0">
                  <a:solidFill>
                    <a:srgbClr val="202122"/>
                  </a:solidFill>
                  <a:latin typeface="Arial" panose="020B0604020202020204" pitchFamily="34" charset="0"/>
                </a:rPr>
                <a:t>is a decision support tool that uses a tree-like model of decisions and their possible consequences.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509347A-1FFC-C029-40A8-0444D6E0DB8A}"/>
              </a:ext>
            </a:extLst>
          </p:cNvPr>
          <p:cNvSpPr txBox="1"/>
          <p:nvPr/>
        </p:nvSpPr>
        <p:spPr>
          <a:xfrm>
            <a:off x="8016866" y="297882"/>
            <a:ext cx="4827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decision tree is a supervised learning algorithm used for both classification and regression tasks.</a:t>
            </a:r>
          </a:p>
        </p:txBody>
      </p:sp>
    </p:spTree>
    <p:extLst>
      <p:ext uri="{BB962C8B-B14F-4D97-AF65-F5344CB8AC3E}">
        <p14:creationId xmlns:p14="http://schemas.microsoft.com/office/powerpoint/2010/main" val="107108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782" y="822657"/>
            <a:ext cx="9219111" cy="469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4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669" y="1123062"/>
            <a:ext cx="9337901" cy="458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43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576" y="362213"/>
            <a:ext cx="6242141" cy="30434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1909" y="3413624"/>
            <a:ext cx="6311808" cy="281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494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536" y="0"/>
            <a:ext cx="5799909" cy="30870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536" y="3302669"/>
            <a:ext cx="5799909" cy="337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44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363" y="219619"/>
            <a:ext cx="7065532" cy="3540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363" y="4126233"/>
            <a:ext cx="4636090" cy="223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74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2664822" y="450130"/>
            <a:ext cx="6635931" cy="6134637"/>
            <a:chOff x="2664822" y="450130"/>
            <a:chExt cx="6635931" cy="613463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4822" y="450130"/>
              <a:ext cx="6400800" cy="283443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4822" y="3496192"/>
              <a:ext cx="6208667" cy="3088575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6905896" y="1685561"/>
              <a:ext cx="2394857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400" dirty="0">
                  <a:latin typeface="Google Sans"/>
                </a:rPr>
                <a:t>A tree induction algorithm is a form of decision tree that does not use backpropagation; instead they follow top-down recursive way. </a:t>
              </a:r>
              <a:endParaRPr lang="en-GB" sz="1400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08883" y="1733997"/>
              <a:ext cx="1981200" cy="266700"/>
            </a:xfrm>
            <a:prstGeom prst="rect">
              <a:avLst/>
            </a:prstGeom>
          </p:spPr>
        </p:pic>
        <p:cxnSp>
          <p:nvCxnSpPr>
            <p:cNvPr id="9" name="Straight Arrow Connector 8"/>
            <p:cNvCxnSpPr/>
            <p:nvPr/>
          </p:nvCxnSpPr>
          <p:spPr>
            <a:xfrm>
              <a:off x="4822099" y="1867347"/>
              <a:ext cx="2057677" cy="1333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8367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66</Words>
  <Application>Microsoft Office PowerPoint</Application>
  <PresentationFormat>Widescreen</PresentationFormat>
  <Paragraphs>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Kamrul Hasan Tuhin</dc:creator>
  <cp:lastModifiedBy>Md. Ehasan Mahmud</cp:lastModifiedBy>
  <cp:revision>3</cp:revision>
  <dcterms:created xsi:type="dcterms:W3CDTF">2025-09-15T18:04:03Z</dcterms:created>
  <dcterms:modified xsi:type="dcterms:W3CDTF">2025-10-22T13:05:55Z</dcterms:modified>
</cp:coreProperties>
</file>
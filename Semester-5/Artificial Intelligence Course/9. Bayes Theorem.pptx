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85" r:id="rId2"/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F4EDC-6B67-4127-A003-C2F4A4078289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3B9A7-AA5F-4143-8720-E0F594AF5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7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372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895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525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95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485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608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768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097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43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FF68-23A4-357A-7E5B-59AAF26B9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FCAF3-B942-460A-4D84-33427A0E6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989BD-60CC-B540-5288-606109C7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7E022-1D9A-076A-A08A-1A6BA6DD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8CDF1-F639-4E0E-3DB2-1AF92904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4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B3EA-1B75-0CBC-EF87-0AF4B1C2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5242-4990-FC01-64AA-644E841E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7044-A0F9-65B5-6A04-AFFBE751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E7BB5-1AAB-DA45-8DDD-7E9764D9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A846-9B01-DB4C-9406-0265465F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3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0F9A-190E-A9E9-5DBB-E584A00A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F3E96-622C-0A17-D9BD-6D3D0D909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3D031-FCC2-CE6D-B437-B8F6808D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2EA85-0B15-FEF0-C7DC-C622E19C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A31C-8E26-5D9A-5DC2-D12DCFD8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E918-B63A-12A8-60B7-6497C65E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DC02-245D-FE5B-1EF6-E4C12FAED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AF327-8CEF-765A-968E-62AC281FB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FDF16-7136-5B91-7557-ED5CE1BA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C86E1-2D7B-4A71-28E5-121F54C9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7E334-0013-17A3-7711-A386A313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1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439B-BAA8-477D-D64B-04FBF4DE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F5D1-ECF6-AFB6-96F7-608B09E3B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3B43F-AD05-1DC1-0002-D29338DF2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4376E-E6C7-A542-AF87-1C6E6D10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BFBE6-5BB8-CB09-5662-63A5D3F38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ED150-45C0-C20F-154D-02185858F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4C47E-817D-B2C7-ED6F-EC877B7C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5A556-A135-D215-4291-F77DEC1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6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F5EB-9F42-63EB-C4EF-919F8A0C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7DD4C-4E4D-BBD9-34B2-35DB5167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8A3A0-DD84-603C-AC0D-8A4C721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E60BB-3C1C-BEBD-E7F7-934A9998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6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559C0-91A5-7946-C625-AE1C768C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CA5A6-3D75-BABC-A615-BE54A177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869FB-6334-5BA5-A674-6CA71DC3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DAE7-F5A1-8EC1-9DC6-9BD753F6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0DCB-3940-C627-C0F3-F6F1DAF8F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26CC-105F-40F1-E799-A62F74F04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EFB32-AF2C-1333-59E0-111A273D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12797-CC87-FA0B-49CB-87541533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F9376-EA2A-2D31-0981-6CC74C6A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5AE3-B2CC-6961-9AF3-8F6F8BBF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CAD65-9D2C-252F-555F-E64E9804B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B308A-AC91-6183-BBF5-C9912D8B2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65B52-93E5-EAB3-2400-0CF6AEC2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674F0-00A4-31F9-E159-38F3C0E0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7A9A2-E086-BCD0-C0EF-845E98CA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7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B36A-D784-F5E5-418C-542C42E7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59FFF-2F79-AEB1-B80D-ABC4DE069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FC24B-A2B5-A246-C527-74179A1C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593CA-4AA0-E23F-5F79-C1389F41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D756-2262-8549-B2A9-21157F23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798C5-3F55-E3E8-408D-528650ABE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6DE94-64DB-2D4B-C7EC-750C98FC6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EA5B-DC0F-0075-C181-93C52A26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A0055-9497-8FC3-9C53-4D3306ED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C51BB-A1F9-BF45-23B5-CB68312F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6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308D7A-10F8-019C-4844-43634BFB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75FB2-A795-A101-7DC7-12372A3C8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1A963-964E-1AA0-CDEF-8082529D7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7A38-566E-4148-96A9-421D4194FB0F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E5FC2-DD70-51D9-A7EA-BA45E5150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D1C1-EAE5-C646-DDA9-DE4008425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67A0D-D01D-4688-ADA7-A1BC0263C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2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827" y="1549581"/>
            <a:ext cx="7248934" cy="35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94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210" y="295564"/>
            <a:ext cx="5799909" cy="28968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210" y="3549895"/>
            <a:ext cx="5415371" cy="30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31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631226" y="523195"/>
            <a:ext cx="8333503" cy="5703986"/>
            <a:chOff x="882288" y="523195"/>
            <a:chExt cx="8333503" cy="570398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288" y="523195"/>
              <a:ext cx="6006193" cy="238725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2778" y="1716822"/>
              <a:ext cx="4413013" cy="451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023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395" y="836247"/>
            <a:ext cx="7810091" cy="49559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870843-4860-0B3D-C9F7-B44490E3ED9D}"/>
              </a:ext>
            </a:extLst>
          </p:cNvPr>
          <p:cNvSpPr txBox="1"/>
          <p:nvPr/>
        </p:nvSpPr>
        <p:spPr>
          <a:xfrm>
            <a:off x="9372600" y="3090672"/>
            <a:ext cx="235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Sunny=5, yes=2, no=3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2F8E9-FFEC-6E2C-5A2B-893D880C9583}"/>
              </a:ext>
            </a:extLst>
          </p:cNvPr>
          <p:cNvSpPr txBox="1"/>
          <p:nvPr/>
        </p:nvSpPr>
        <p:spPr>
          <a:xfrm>
            <a:off x="9514113" y="3516868"/>
            <a:ext cx="2211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Cool=4, yes=3, no=1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4A4D0F-0A24-DAAF-A150-8CE27B1EAA82}"/>
              </a:ext>
            </a:extLst>
          </p:cNvPr>
          <p:cNvSpPr txBox="1"/>
          <p:nvPr/>
        </p:nvSpPr>
        <p:spPr>
          <a:xfrm>
            <a:off x="9506258" y="3943064"/>
            <a:ext cx="208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High=7,yes=3,no=4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C219AB-541D-9E6A-370D-3C1E03175DAD}"/>
              </a:ext>
            </a:extLst>
          </p:cNvPr>
          <p:cNvSpPr txBox="1"/>
          <p:nvPr/>
        </p:nvSpPr>
        <p:spPr>
          <a:xfrm>
            <a:off x="9506258" y="4312396"/>
            <a:ext cx="2273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Strong</a:t>
            </a:r>
            <a:r>
              <a:rPr lang="en-US" dirty="0"/>
              <a:t>=6,yes=3,no=3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DF00CD-0368-428E-123E-44BF61EF49A1}"/>
              </a:ext>
            </a:extLst>
          </p:cNvPr>
          <p:cNvSpPr txBox="1"/>
          <p:nvPr/>
        </p:nvSpPr>
        <p:spPr>
          <a:xfrm>
            <a:off x="7830437" y="6033682"/>
            <a:ext cx="386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of total ‘</a:t>
            </a:r>
            <a:r>
              <a:rPr lang="en-US" dirty="0" err="1"/>
              <a:t>yes’</a:t>
            </a:r>
            <a:r>
              <a:rPr lang="en-US" dirty="0"/>
              <a:t>= 9, </a:t>
            </a:r>
            <a:r>
              <a:rPr lang="en-US" dirty="0" err="1"/>
              <a:t>No.of</a:t>
            </a:r>
            <a:r>
              <a:rPr lang="en-US" dirty="0"/>
              <a:t> total ‘no’=5</a:t>
            </a:r>
          </a:p>
        </p:txBody>
      </p:sp>
    </p:spTree>
    <p:extLst>
      <p:ext uri="{BB962C8B-B14F-4D97-AF65-F5344CB8AC3E}">
        <p14:creationId xmlns:p14="http://schemas.microsoft.com/office/powerpoint/2010/main" val="74749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0800"/>
          <a:stretch/>
        </p:blipFill>
        <p:spPr>
          <a:xfrm>
            <a:off x="2664824" y="321740"/>
            <a:ext cx="6652138" cy="24993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t="16661"/>
          <a:stretch/>
        </p:blipFill>
        <p:spPr>
          <a:xfrm>
            <a:off x="2455816" y="2821101"/>
            <a:ext cx="7511687" cy="390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4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079" y="485773"/>
            <a:ext cx="8582025" cy="3362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329" y="3560716"/>
            <a:ext cx="7280782" cy="276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8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633" y="291466"/>
            <a:ext cx="6904071" cy="33922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825" y="3742002"/>
            <a:ext cx="6575879" cy="311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8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182" y="1238864"/>
            <a:ext cx="8030061" cy="439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7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58" y="1025843"/>
            <a:ext cx="7967981" cy="420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7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70</Words>
  <Application>Microsoft Office PowerPoint</Application>
  <PresentationFormat>Widescreen</PresentationFormat>
  <Paragraphs>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Kamrul Hasan Tuhin</dc:creator>
  <cp:lastModifiedBy>Md. Ehasan Mahmud</cp:lastModifiedBy>
  <cp:revision>4</cp:revision>
  <dcterms:created xsi:type="dcterms:W3CDTF">2025-09-15T18:05:36Z</dcterms:created>
  <dcterms:modified xsi:type="dcterms:W3CDTF">2025-10-22T12:41:47Z</dcterms:modified>
</cp:coreProperties>
</file>